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omments/modernComment_7FFFFFB3_7AE49B4A.xml" ContentType="application/vnd.ms-powerpoint.comment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59" r:id="rId4"/>
  </p:sldMasterIdLst>
  <p:notesMasterIdLst>
    <p:notesMasterId r:id="rId11"/>
  </p:notesMasterIdLst>
  <p:handoutMasterIdLst>
    <p:handoutMasterId r:id="rId12"/>
  </p:handoutMasterIdLst>
  <p:sldIdLst>
    <p:sldId id="399" r:id="rId5"/>
    <p:sldId id="405" r:id="rId6"/>
    <p:sldId id="2147473520" r:id="rId7"/>
    <p:sldId id="2147483571" r:id="rId8"/>
    <p:sldId id="2147483574" r:id="rId9"/>
    <p:sldId id="2147483576" r:id="rId10"/>
  </p:sldIdLst>
  <p:sldSz cx="12192000" cy="6858000"/>
  <p:notesSz cx="7010400" cy="11979275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1479A9B-0251-10A1-0BD5-C8728A66E093}" name="Pierre, Joseph-Pascal" initials="PJ" userId="S::josephpascal.pierre@bnc.ca::3a32b93b-311d-47dc-9f54-1ade8a58ae42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1E39D"/>
    <a:srgbClr val="FDD4A3"/>
    <a:srgbClr val="D9D9D9"/>
    <a:srgbClr val="C2B7C8"/>
    <a:srgbClr val="EFEFEF"/>
    <a:srgbClr val="F7C6C3"/>
    <a:srgbClr val="FFFFFF"/>
    <a:srgbClr val="509308"/>
    <a:srgbClr val="FFE24D"/>
    <a:srgbClr val="93CD5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814" dt="2026-10-18T16:48:54.368"/>
    <p1510:client id="{0A3CC960-C51C-26D6-5CFF-69F9DCBD1915}" v="399" dt="2026-10-18T17:23:43.923"/>
    <p1510:client id="{34BE4D7B-DFC7-8324-7CF3-60935CB932E5}" v="141" dt="2026-10-18T03:47:47.314"/>
    <p1510:client id="{36773D05-8C0D-2B85-A165-8D58BA4484E8}" v="1534" dt="2026-10-18T15:38:38.444"/>
    <p1510:client id="{521DF7DD-3460-4B18-BF88-481A9A0A0B93}" v="19" dt="2026-10-16T20:30:16.580"/>
    <p1510:client id="{FE1F0414-6A56-2A10-566A-894F8EFF3835}" v="55" dt="2026-10-17T18:50:52.031"/>
  </p1510:revLst>
</p1510:revInfo>
</file>

<file path=ppt/tableStyles.xml><?xml version="1.0" encoding="utf-8"?>
<a:tblStyleLst xmlns:a="http://schemas.openxmlformats.org/drawingml/2006/main" def="{9D7B26C5-4107-4FEC-AEDC-1716B250A1EF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Style clair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-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handoutMaster" Target="handoutMasters/handoutMaster1.xml"/><Relationship Id="rId17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ierre, Joseph-Pascal" userId="S::josephpascal.pierre@bnc.ca::3a32b93b-311d-47dc-9f54-1ade8a58ae42" providerId="AD" clId="Web-{FE1F0414-6A56-2A10-566A-894F8EFF3835}"/>
    <pc:docChg chg="modSld">
      <pc:chgData name="Pierre, Joseph-Pascal" userId="S::josephpascal.pierre@bnc.ca::3a32b93b-311d-47dc-9f54-1ade8a58ae42" providerId="AD" clId="Web-{FE1F0414-6A56-2A10-566A-894F8EFF3835}" dt="2026-10-17T18:50:52.031" v="41"/>
      <pc:docMkLst>
        <pc:docMk/>
      </pc:docMkLst>
      <pc:sldChg chg="modSp">
        <pc:chgData name="Pierre, Joseph-Pascal" userId="S::josephpascal.pierre@bnc.ca::3a32b93b-311d-47dc-9f54-1ade8a58ae42" providerId="AD" clId="Web-{FE1F0414-6A56-2A10-566A-894F8EFF3835}" dt="2026-10-17T18:50:52.031" v="41"/>
        <pc:sldMkLst>
          <pc:docMk/>
          <pc:sldMk cId="2061802314" sldId="2147483571"/>
        </pc:sldMkLst>
        <pc:graphicFrameChg chg="mod modGraphic">
          <ac:chgData name="Pierre, Joseph-Pascal" userId="S::josephpascal.pierre@bnc.ca::3a32b93b-311d-47dc-9f54-1ade8a58ae42" providerId="AD" clId="Web-{FE1F0414-6A56-2A10-566A-894F8EFF3835}" dt="2026-10-17T18:45:47.811" v="37"/>
          <ac:graphicFrameMkLst>
            <pc:docMk/>
            <pc:sldMk cId="2061802314" sldId="2147483571"/>
            <ac:graphicFrameMk id="11" creationId="{39185A51-C164-EEE3-F6B8-218BC59882E7}"/>
          </ac:graphicFrameMkLst>
        </pc:graphicFrameChg>
        <pc:graphicFrameChg chg="mod modGraphic">
          <ac:chgData name="Pierre, Joseph-Pascal" userId="S::josephpascal.pierre@bnc.ca::3a32b93b-311d-47dc-9f54-1ade8a58ae42" providerId="AD" clId="Web-{FE1F0414-6A56-2A10-566A-894F8EFF3835}" dt="2026-10-17T18:50:52.031" v="41"/>
          <ac:graphicFrameMkLst>
            <pc:docMk/>
            <pc:sldMk cId="2061802314" sldId="2147483571"/>
            <ac:graphicFrameMk id="14" creationId="{BCBC5A8E-28AB-2F1F-6850-BBBA21D14131}"/>
          </ac:graphicFrameMkLst>
        </pc:graphicFrameChg>
      </pc:sldChg>
    </pc:docChg>
  </pc:docChgLst>
  <pc:docChgLst>
    <pc:chgData name="Pierre, Joseph-Pascal" userId="S::josephpascal.pierre@bnc.ca::3a32b93b-311d-47dc-9f54-1ade8a58ae42" providerId="AD" clId="Web-{36773D05-8C0D-2B85-A165-8D58BA4484E8}"/>
    <pc:docChg chg="modSld">
      <pc:chgData name="Pierre, Joseph-Pascal" userId="S::josephpascal.pierre@bnc.ca::3a32b93b-311d-47dc-9f54-1ade8a58ae42" providerId="AD" clId="Web-{36773D05-8C0D-2B85-A165-8D58BA4484E8}" dt="2026-10-18T15:38:38.553" v="1543"/>
      <pc:docMkLst>
        <pc:docMk/>
      </pc:docMkLst>
      <pc:sldChg chg="modSp">
        <pc:chgData name="Pierre, Joseph-Pascal" userId="S::josephpascal.pierre@bnc.ca::3a32b93b-311d-47dc-9f54-1ade8a58ae42" providerId="AD" clId="Web-{36773D05-8C0D-2B85-A165-8D58BA4484E8}" dt="2026-10-18T15:38:38.553" v="1543"/>
        <pc:sldMkLst>
          <pc:docMk/>
          <pc:sldMk cId="2061802314" sldId="2147483571"/>
        </pc:sldMkLst>
        <pc:graphicFrameChg chg="mod modGraphic">
          <ac:chgData name="Pierre, Joseph-Pascal" userId="S::josephpascal.pierre@bnc.ca::3a32b93b-311d-47dc-9f54-1ade8a58ae42" providerId="AD" clId="Web-{36773D05-8C0D-2B85-A165-8D58BA4484E8}" dt="2026-10-18T14:48:41.167" v="240"/>
          <ac:graphicFrameMkLst>
            <pc:docMk/>
            <pc:sldMk cId="2061802314" sldId="2147483571"/>
            <ac:graphicFrameMk id="4" creationId="{1B0CCEC2-5096-73CE-1D15-7B512BBDDD01}"/>
          </ac:graphicFrameMkLst>
        </pc:graphicFrameChg>
        <pc:graphicFrameChg chg="mod modGraphic">
          <ac:chgData name="Pierre, Joseph-Pascal" userId="S::josephpascal.pierre@bnc.ca::3a32b93b-311d-47dc-9f54-1ade8a58ae42" providerId="AD" clId="Web-{36773D05-8C0D-2B85-A165-8D58BA4484E8}" dt="2026-10-18T15:38:38.553" v="1543"/>
          <ac:graphicFrameMkLst>
            <pc:docMk/>
            <pc:sldMk cId="2061802314" sldId="2147483571"/>
            <ac:graphicFrameMk id="11" creationId="{39185A51-C164-EEE3-F6B8-218BC59882E7}"/>
          </ac:graphicFrameMkLst>
        </pc:graphicFrameChg>
        <pc:graphicFrameChg chg="mod modGraphic">
          <ac:chgData name="Pierre, Joseph-Pascal" userId="S::josephpascal.pierre@bnc.ca::3a32b93b-311d-47dc-9f54-1ade8a58ae42" providerId="AD" clId="Web-{36773D05-8C0D-2B85-A165-8D58BA4484E8}" dt="2026-10-18T15:25:10.294" v="1206"/>
          <ac:graphicFrameMkLst>
            <pc:docMk/>
            <pc:sldMk cId="2061802314" sldId="2147483571"/>
            <ac:graphicFrameMk id="12" creationId="{40E8B1D0-143D-1778-B65A-F35FD870D353}"/>
          </ac:graphicFrameMkLst>
        </pc:graphicFrameChg>
        <pc:graphicFrameChg chg="mod modGraphic">
          <ac:chgData name="Pierre, Joseph-Pascal" userId="S::josephpascal.pierre@bnc.ca::3a32b93b-311d-47dc-9f54-1ade8a58ae42" providerId="AD" clId="Web-{36773D05-8C0D-2B85-A165-8D58BA4484E8}" dt="2026-10-18T14:33:24.592" v="1"/>
          <ac:graphicFrameMkLst>
            <pc:docMk/>
            <pc:sldMk cId="2061802314" sldId="2147483571"/>
            <ac:graphicFrameMk id="14" creationId="{BCBC5A8E-28AB-2F1F-6850-BBBA21D14131}"/>
          </ac:graphicFrameMkLst>
        </pc:graphicFrameChg>
      </pc:sldChg>
    </pc:docChg>
  </pc:docChgLst>
  <pc:docChgLst>
    <pc:chgData name="Pierre, Joseph-Pascal" userId="S::josephpascal.pierre@bnc.ca::3a32b93b-311d-47dc-9f54-1ade8a58ae42" providerId="AD" clId="Web-{34BE4D7B-DFC7-8324-7CF3-60935CB932E5}"/>
    <pc:docChg chg="modSld">
      <pc:chgData name="Pierre, Joseph-Pascal" userId="S::josephpascal.pierre@bnc.ca::3a32b93b-311d-47dc-9f54-1ade8a58ae42" providerId="AD" clId="Web-{34BE4D7B-DFC7-8324-7CF3-60935CB932E5}" dt="2026-10-18T03:47:47.314" v="131"/>
      <pc:docMkLst>
        <pc:docMk/>
      </pc:docMkLst>
      <pc:sldChg chg="modSp">
        <pc:chgData name="Pierre, Joseph-Pascal" userId="S::josephpascal.pierre@bnc.ca::3a32b93b-311d-47dc-9f54-1ade8a58ae42" providerId="AD" clId="Web-{34BE4D7B-DFC7-8324-7CF3-60935CB932E5}" dt="2026-10-18T03:47:47.314" v="131"/>
        <pc:sldMkLst>
          <pc:docMk/>
          <pc:sldMk cId="2061802314" sldId="2147483571"/>
        </pc:sldMkLst>
        <pc:graphicFrameChg chg="mod modGraphic">
          <ac:chgData name="Pierre, Joseph-Pascal" userId="S::josephpascal.pierre@bnc.ca::3a32b93b-311d-47dc-9f54-1ade8a58ae42" providerId="AD" clId="Web-{34BE4D7B-DFC7-8324-7CF3-60935CB932E5}" dt="2026-10-18T03:37:54.918" v="104"/>
          <ac:graphicFrameMkLst>
            <pc:docMk/>
            <pc:sldMk cId="2061802314" sldId="2147483571"/>
            <ac:graphicFrameMk id="4" creationId="{1B0CCEC2-5096-73CE-1D15-7B512BBDDD01}"/>
          </ac:graphicFrameMkLst>
        </pc:graphicFrameChg>
        <pc:graphicFrameChg chg="mod modGraphic">
          <ac:chgData name="Pierre, Joseph-Pascal" userId="S::josephpascal.pierre@bnc.ca::3a32b93b-311d-47dc-9f54-1ade8a58ae42" providerId="AD" clId="Web-{34BE4D7B-DFC7-8324-7CF3-60935CB932E5}" dt="2026-10-18T03:38:49.434" v="108"/>
          <ac:graphicFrameMkLst>
            <pc:docMk/>
            <pc:sldMk cId="2061802314" sldId="2147483571"/>
            <ac:graphicFrameMk id="10" creationId="{DF36B36D-1661-D9E7-DC88-F3415F5B2681}"/>
          </ac:graphicFrameMkLst>
        </pc:graphicFrameChg>
        <pc:graphicFrameChg chg="mod modGraphic">
          <ac:chgData name="Pierre, Joseph-Pascal" userId="S::josephpascal.pierre@bnc.ca::3a32b93b-311d-47dc-9f54-1ade8a58ae42" providerId="AD" clId="Web-{34BE4D7B-DFC7-8324-7CF3-60935CB932E5}" dt="2026-10-18T03:47:47.314" v="131"/>
          <ac:graphicFrameMkLst>
            <pc:docMk/>
            <pc:sldMk cId="2061802314" sldId="2147483571"/>
            <ac:graphicFrameMk id="11" creationId="{39185A51-C164-EEE3-F6B8-218BC59882E7}"/>
          </ac:graphicFrameMkLst>
        </pc:graphicFrameChg>
        <pc:graphicFrameChg chg="mod modGraphic">
          <ac:chgData name="Pierre, Joseph-Pascal" userId="S::josephpascal.pierre@bnc.ca::3a32b93b-311d-47dc-9f54-1ade8a58ae42" providerId="AD" clId="Web-{34BE4D7B-DFC7-8324-7CF3-60935CB932E5}" dt="2026-10-18T03:36:40.324" v="100"/>
          <ac:graphicFrameMkLst>
            <pc:docMk/>
            <pc:sldMk cId="2061802314" sldId="2147483571"/>
            <ac:graphicFrameMk id="12" creationId="{40E8B1D0-143D-1778-B65A-F35FD870D353}"/>
          </ac:graphicFrameMkLst>
        </pc:graphicFrameChg>
        <pc:graphicFrameChg chg="mod modGraphic">
          <ac:chgData name="Pierre, Joseph-Pascal" userId="S::josephpascal.pierre@bnc.ca::3a32b93b-311d-47dc-9f54-1ade8a58ae42" providerId="AD" clId="Web-{34BE4D7B-DFC7-8324-7CF3-60935CB932E5}" dt="2026-10-17T16:44:04.821" v="43"/>
          <ac:graphicFrameMkLst>
            <pc:docMk/>
            <pc:sldMk cId="2061802314" sldId="2147483571"/>
            <ac:graphicFrameMk id="14" creationId="{BCBC5A8E-28AB-2F1F-6850-BBBA21D14131}"/>
          </ac:graphicFrameMkLst>
        </pc:graphicFrameChg>
      </pc:sldChg>
    </pc:docChg>
  </pc:docChgLst>
  <pc:docChgLst>
    <pc:chgData name="Pierre, Joseph-Pascal" userId="S::josephpascal.pierre@bnc.ca::3a32b93b-311d-47dc-9f54-1ade8a58ae42" providerId="AD" clId="Web-{00000000-0000-0000-0000-000000000000}"/>
    <pc:docChg chg="mod addSld delSld modSld">
      <pc:chgData name="Pierre, Joseph-Pascal" userId="S::josephpascal.pierre@bnc.ca::3a32b93b-311d-47dc-9f54-1ade8a58ae42" providerId="AD" clId="Web-{00000000-0000-0000-0000-000000000000}" dt="2026-10-18T16:48:54.368" v="816"/>
      <pc:docMkLst>
        <pc:docMk/>
      </pc:docMkLst>
      <pc:sldChg chg="modSp">
        <pc:chgData name="Pierre, Joseph-Pascal" userId="S::josephpascal.pierre@bnc.ca::3a32b93b-311d-47dc-9f54-1ade8a58ae42" providerId="AD" clId="Web-{00000000-0000-0000-0000-000000000000}" dt="2026-10-18T16:32:16.812" v="770" actId="20577"/>
        <pc:sldMkLst>
          <pc:docMk/>
          <pc:sldMk cId="2907168213" sldId="405"/>
        </pc:sldMkLst>
        <pc:spChg chg="mod">
          <ac:chgData name="Pierre, Joseph-Pascal" userId="S::josephpascal.pierre@bnc.ca::3a32b93b-311d-47dc-9f54-1ade8a58ae42" providerId="AD" clId="Web-{00000000-0000-0000-0000-000000000000}" dt="2026-10-18T16:32:16.812" v="770" actId="20577"/>
          <ac:spMkLst>
            <pc:docMk/>
            <pc:sldMk cId="2907168213" sldId="405"/>
            <ac:spMk id="4" creationId="{25DDB6A8-1E2B-B98C-AADB-B25A5D6B9363}"/>
          </ac:spMkLst>
        </pc:spChg>
        <pc:spChg chg="mod">
          <ac:chgData name="Pierre, Joseph-Pascal" userId="S::josephpascal.pierre@bnc.ca::3a32b93b-311d-47dc-9f54-1ade8a58ae42" providerId="AD" clId="Web-{00000000-0000-0000-0000-000000000000}" dt="2026-10-18T16:12:15.057" v="644" actId="20577"/>
          <ac:spMkLst>
            <pc:docMk/>
            <pc:sldMk cId="2907168213" sldId="405"/>
            <ac:spMk id="10" creationId="{BA2B3850-0977-2E1B-571B-CDDEAA034606}"/>
          </ac:spMkLst>
        </pc:spChg>
      </pc:sldChg>
      <pc:sldChg chg="del">
        <pc:chgData name="Pierre, Joseph-Pascal" userId="S::josephpascal.pierre@bnc.ca::3a32b93b-311d-47dc-9f54-1ade8a58ae42" providerId="AD" clId="Web-{00000000-0000-0000-0000-000000000000}" dt="2026-10-18T16:36:17.469" v="800"/>
        <pc:sldMkLst>
          <pc:docMk/>
          <pc:sldMk cId="1265474428" sldId="2147483570"/>
        </pc:sldMkLst>
      </pc:sldChg>
      <pc:sldChg chg="addSp delSp modSp">
        <pc:chgData name="Pierre, Joseph-Pascal" userId="S::josephpascal.pierre@bnc.ca::3a32b93b-311d-47dc-9f54-1ade8a58ae42" providerId="AD" clId="Web-{00000000-0000-0000-0000-000000000000}" dt="2026-10-18T16:48:54.368" v="816"/>
        <pc:sldMkLst>
          <pc:docMk/>
          <pc:sldMk cId="2061802314" sldId="2147483571"/>
        </pc:sldMkLst>
        <pc:spChg chg="mod">
          <ac:chgData name="Pierre, Joseph-Pascal" userId="S::josephpascal.pierre@bnc.ca::3a32b93b-311d-47dc-9f54-1ade8a58ae42" providerId="AD" clId="Web-{00000000-0000-0000-0000-000000000000}" dt="2026-10-18T16:24:43.170" v="737" actId="20577"/>
          <ac:spMkLst>
            <pc:docMk/>
            <pc:sldMk cId="2061802314" sldId="2147483571"/>
            <ac:spMk id="3" creationId="{C9F6E79E-CD2E-0EF8-C642-42CCC756DD97}"/>
          </ac:spMkLst>
        </pc:spChg>
        <pc:graphicFrameChg chg="mod modGraphic">
          <ac:chgData name="Pierre, Joseph-Pascal" userId="S::josephpascal.pierre@bnc.ca::3a32b93b-311d-47dc-9f54-1ade8a58ae42" providerId="AD" clId="Web-{00000000-0000-0000-0000-000000000000}" dt="2026-10-18T16:11:38.072" v="638"/>
          <ac:graphicFrameMkLst>
            <pc:docMk/>
            <pc:sldMk cId="2061802314" sldId="2147483571"/>
            <ac:graphicFrameMk id="4" creationId="{1B0CCEC2-5096-73CE-1D15-7B512BBDDD01}"/>
          </ac:graphicFrameMkLst>
        </pc:graphicFrameChg>
        <pc:graphicFrameChg chg="add mod modGraphic">
          <ac:chgData name="Pierre, Joseph-Pascal" userId="S::josephpascal.pierre@bnc.ca::3a32b93b-311d-47dc-9f54-1ade8a58ae42" providerId="AD" clId="Web-{00000000-0000-0000-0000-000000000000}" dt="2026-10-18T16:11:32.916" v="636"/>
          <ac:graphicFrameMkLst>
            <pc:docMk/>
            <pc:sldMk cId="2061802314" sldId="2147483571"/>
            <ac:graphicFrameMk id="6" creationId="{7F097627-CB81-1125-ECE1-3FEFDF8DBD89}"/>
          </ac:graphicFrameMkLst>
        </pc:graphicFrameChg>
        <pc:graphicFrameChg chg="mod modGraphic">
          <ac:chgData name="Pierre, Joseph-Pascal" userId="S::josephpascal.pierre@bnc.ca::3a32b93b-311d-47dc-9f54-1ade8a58ae42" providerId="AD" clId="Web-{00000000-0000-0000-0000-000000000000}" dt="2026-10-18T16:48:54.368" v="816"/>
          <ac:graphicFrameMkLst>
            <pc:docMk/>
            <pc:sldMk cId="2061802314" sldId="2147483571"/>
            <ac:graphicFrameMk id="10" creationId="{DF36B36D-1661-D9E7-DC88-F3415F5B2681}"/>
          </ac:graphicFrameMkLst>
        </pc:graphicFrameChg>
        <pc:graphicFrameChg chg="del mod modGraphic">
          <ac:chgData name="Pierre, Joseph-Pascal" userId="S::josephpascal.pierre@bnc.ca::3a32b93b-311d-47dc-9f54-1ade8a58ae42" providerId="AD" clId="Web-{00000000-0000-0000-0000-000000000000}" dt="2026-10-18T15:44:22.450" v="56"/>
          <ac:graphicFrameMkLst>
            <pc:docMk/>
            <pc:sldMk cId="2061802314" sldId="2147483571"/>
            <ac:graphicFrameMk id="11" creationId="{39185A51-C164-EEE3-F6B8-218BC59882E7}"/>
          </ac:graphicFrameMkLst>
        </pc:graphicFrameChg>
        <pc:graphicFrameChg chg="mod modGraphic">
          <ac:chgData name="Pierre, Joseph-Pascal" userId="S::josephpascal.pierre@bnc.ca::3a32b93b-311d-47dc-9f54-1ade8a58ae42" providerId="AD" clId="Web-{00000000-0000-0000-0000-000000000000}" dt="2026-10-18T15:56:06.898" v="406"/>
          <ac:graphicFrameMkLst>
            <pc:docMk/>
            <pc:sldMk cId="2061802314" sldId="2147483571"/>
            <ac:graphicFrameMk id="12" creationId="{40E8B1D0-143D-1778-B65A-F35FD870D353}"/>
          </ac:graphicFrameMkLst>
        </pc:graphicFrameChg>
        <pc:graphicFrameChg chg="mod modGraphic">
          <ac:chgData name="Pierre, Joseph-Pascal" userId="S::josephpascal.pierre@bnc.ca::3a32b93b-311d-47dc-9f54-1ade8a58ae42" providerId="AD" clId="Web-{00000000-0000-0000-0000-000000000000}" dt="2026-10-18T16:10:45.744" v="600"/>
          <ac:graphicFrameMkLst>
            <pc:docMk/>
            <pc:sldMk cId="2061802314" sldId="2147483571"/>
            <ac:graphicFrameMk id="14" creationId="{BCBC5A8E-28AB-2F1F-6850-BBBA21D14131}"/>
          </ac:graphicFrameMkLst>
        </pc:graphicFrameChg>
      </pc:sldChg>
      <pc:sldChg chg="del">
        <pc:chgData name="Pierre, Joseph-Pascal" userId="S::josephpascal.pierre@bnc.ca::3a32b93b-311d-47dc-9f54-1ade8a58ae42" providerId="AD" clId="Web-{00000000-0000-0000-0000-000000000000}" dt="2026-10-18T16:36:38.328" v="803"/>
        <pc:sldMkLst>
          <pc:docMk/>
          <pc:sldMk cId="4162708128" sldId="2147483572"/>
        </pc:sldMkLst>
      </pc:sldChg>
      <pc:sldChg chg="del">
        <pc:chgData name="Pierre, Joseph-Pascal" userId="S::josephpascal.pierre@bnc.ca::3a32b93b-311d-47dc-9f54-1ade8a58ae42" providerId="AD" clId="Web-{00000000-0000-0000-0000-000000000000}" dt="2026-10-18T16:36:58.750" v="806"/>
        <pc:sldMkLst>
          <pc:docMk/>
          <pc:sldMk cId="3998433295" sldId="2147483573"/>
        </pc:sldMkLst>
      </pc:sldChg>
      <pc:sldChg chg="modSp add replId">
        <pc:chgData name="Pierre, Joseph-Pascal" userId="S::josephpascal.pierre@bnc.ca::3a32b93b-311d-47dc-9f54-1ade8a58ae42" providerId="AD" clId="Web-{00000000-0000-0000-0000-000000000000}" dt="2026-10-18T16:36:08.359" v="799"/>
        <pc:sldMkLst>
          <pc:docMk/>
          <pc:sldMk cId="535074561" sldId="2147483574"/>
        </pc:sldMkLst>
        <pc:spChg chg="mod">
          <ac:chgData name="Pierre, Joseph-Pascal" userId="S::josephpascal.pierre@bnc.ca::3a32b93b-311d-47dc-9f54-1ade8a58ae42" providerId="AD" clId="Web-{00000000-0000-0000-0000-000000000000}" dt="2026-10-18T16:35:27.047" v="772" actId="20577"/>
          <ac:spMkLst>
            <pc:docMk/>
            <pc:sldMk cId="535074561" sldId="2147483574"/>
            <ac:spMk id="3" creationId="{88705993-B413-7007-99CA-F7B7345EE557}"/>
          </ac:spMkLst>
        </pc:spChg>
        <pc:graphicFrameChg chg="mod modGraphic">
          <ac:chgData name="Pierre, Joseph-Pascal" userId="S::josephpascal.pierre@bnc.ca::3a32b93b-311d-47dc-9f54-1ade8a58ae42" providerId="AD" clId="Web-{00000000-0000-0000-0000-000000000000}" dt="2026-10-18T16:36:01.515" v="795"/>
          <ac:graphicFrameMkLst>
            <pc:docMk/>
            <pc:sldMk cId="535074561" sldId="2147483574"/>
            <ac:graphicFrameMk id="4" creationId="{A1399B71-A819-A8AB-A2B2-1DF279263F79}"/>
          </ac:graphicFrameMkLst>
        </pc:graphicFrameChg>
        <pc:graphicFrameChg chg="mod modGraphic">
          <ac:chgData name="Pierre, Joseph-Pascal" userId="S::josephpascal.pierre@bnc.ca::3a32b93b-311d-47dc-9f54-1ade8a58ae42" providerId="AD" clId="Web-{00000000-0000-0000-0000-000000000000}" dt="2026-10-18T16:36:08.359" v="799"/>
          <ac:graphicFrameMkLst>
            <pc:docMk/>
            <pc:sldMk cId="535074561" sldId="2147483574"/>
            <ac:graphicFrameMk id="6" creationId="{A6A4CA8B-3617-7EA3-5B69-C786365745DB}"/>
          </ac:graphicFrameMkLst>
        </pc:graphicFrameChg>
        <pc:graphicFrameChg chg="mod modGraphic">
          <ac:chgData name="Pierre, Joseph-Pascal" userId="S::josephpascal.pierre@bnc.ca::3a32b93b-311d-47dc-9f54-1ade8a58ae42" providerId="AD" clId="Web-{00000000-0000-0000-0000-000000000000}" dt="2026-10-18T16:36:04.969" v="797"/>
          <ac:graphicFrameMkLst>
            <pc:docMk/>
            <pc:sldMk cId="535074561" sldId="2147483574"/>
            <ac:graphicFrameMk id="10" creationId="{7EBFB1F7-50CF-A687-F777-FBDFD15CAD07}"/>
          </ac:graphicFrameMkLst>
        </pc:graphicFrameChg>
        <pc:graphicFrameChg chg="mod modGraphic">
          <ac:chgData name="Pierre, Joseph-Pascal" userId="S::josephpascal.pierre@bnc.ca::3a32b93b-311d-47dc-9f54-1ade8a58ae42" providerId="AD" clId="Web-{00000000-0000-0000-0000-000000000000}" dt="2026-10-18T16:35:38.640" v="783"/>
          <ac:graphicFrameMkLst>
            <pc:docMk/>
            <pc:sldMk cId="535074561" sldId="2147483574"/>
            <ac:graphicFrameMk id="12" creationId="{D66E451D-5E59-0C84-8EF8-A04CC0E5653B}"/>
          </ac:graphicFrameMkLst>
        </pc:graphicFrameChg>
        <pc:graphicFrameChg chg="mod modGraphic">
          <ac:chgData name="Pierre, Joseph-Pascal" userId="S::josephpascal.pierre@bnc.ca::3a32b93b-311d-47dc-9f54-1ade8a58ae42" providerId="AD" clId="Web-{00000000-0000-0000-0000-000000000000}" dt="2026-10-18T16:35:52.312" v="793"/>
          <ac:graphicFrameMkLst>
            <pc:docMk/>
            <pc:sldMk cId="535074561" sldId="2147483574"/>
            <ac:graphicFrameMk id="14" creationId="{962AB97C-1389-E94D-5719-6D37960FC681}"/>
          </ac:graphicFrameMkLst>
        </pc:graphicFrameChg>
      </pc:sldChg>
      <pc:sldChg chg="modSp add replId">
        <pc:chgData name="Pierre, Joseph-Pascal" userId="S::josephpascal.pierre@bnc.ca::3a32b93b-311d-47dc-9f54-1ade8a58ae42" providerId="AD" clId="Web-{00000000-0000-0000-0000-000000000000}" dt="2026-10-18T16:36:33.031" v="802" actId="20577"/>
        <pc:sldMkLst>
          <pc:docMk/>
          <pc:sldMk cId="1978714855" sldId="2147483575"/>
        </pc:sldMkLst>
        <pc:spChg chg="mod">
          <ac:chgData name="Pierre, Joseph-Pascal" userId="S::josephpascal.pierre@bnc.ca::3a32b93b-311d-47dc-9f54-1ade8a58ae42" providerId="AD" clId="Web-{00000000-0000-0000-0000-000000000000}" dt="2026-10-18T16:36:33.031" v="802" actId="20577"/>
          <ac:spMkLst>
            <pc:docMk/>
            <pc:sldMk cId="1978714855" sldId="2147483575"/>
            <ac:spMk id="3" creationId="{82B73FDA-BED5-9377-0C45-8538058FD671}"/>
          </ac:spMkLst>
        </pc:spChg>
      </pc:sldChg>
      <pc:sldChg chg="modSp add replId">
        <pc:chgData name="Pierre, Joseph-Pascal" userId="S::josephpascal.pierre@bnc.ca::3a32b93b-311d-47dc-9f54-1ade8a58ae42" providerId="AD" clId="Web-{00000000-0000-0000-0000-000000000000}" dt="2026-10-18T16:36:54.406" v="805" actId="20577"/>
        <pc:sldMkLst>
          <pc:docMk/>
          <pc:sldMk cId="2616336847" sldId="2147483576"/>
        </pc:sldMkLst>
        <pc:spChg chg="mod">
          <ac:chgData name="Pierre, Joseph-Pascal" userId="S::josephpascal.pierre@bnc.ca::3a32b93b-311d-47dc-9f54-1ade8a58ae42" providerId="AD" clId="Web-{00000000-0000-0000-0000-000000000000}" dt="2026-10-18T16:36:54.406" v="805" actId="20577"/>
          <ac:spMkLst>
            <pc:docMk/>
            <pc:sldMk cId="2616336847" sldId="2147483576"/>
            <ac:spMk id="3" creationId="{B61F474D-490C-EB09-CE3F-4DBF7820C0F0}"/>
          </ac:spMkLst>
        </pc:spChg>
      </pc:sldChg>
    </pc:docChg>
  </pc:docChgLst>
  <pc:docChgLst>
    <pc:chgData name="Oyemade, Obaloluwa" userId="0f00f902-1235-43de-8776-d4491a934b55" providerId="ADAL" clId="{39512F72-723C-4FFD-8DEE-794FB4872ECE}"/>
    <pc:docChg chg="undo custSel addSld delSld modSld delMainMaster">
      <pc:chgData name="Oyemade, Obaloluwa" userId="0f00f902-1235-43de-8776-d4491a934b55" providerId="ADAL" clId="{39512F72-723C-4FFD-8DEE-794FB4872ECE}" dt="2026-10-16T20:30:16.580" v="624"/>
      <pc:docMkLst>
        <pc:docMk/>
      </pc:docMkLst>
      <pc:sldChg chg="modSp mod">
        <pc:chgData name="Oyemade, Obaloluwa" userId="0f00f902-1235-43de-8776-d4491a934b55" providerId="ADAL" clId="{39512F72-723C-4FFD-8DEE-794FB4872ECE}" dt="2026-10-16T19:59:35.667" v="23" actId="20577"/>
        <pc:sldMkLst>
          <pc:docMk/>
          <pc:sldMk cId="4240701189" sldId="399"/>
        </pc:sldMkLst>
        <pc:spChg chg="mod">
          <ac:chgData name="Oyemade, Obaloluwa" userId="0f00f902-1235-43de-8776-d4491a934b55" providerId="ADAL" clId="{39512F72-723C-4FFD-8DEE-794FB4872ECE}" dt="2026-10-16T19:59:35.667" v="23" actId="20577"/>
          <ac:spMkLst>
            <pc:docMk/>
            <pc:sldMk cId="4240701189" sldId="399"/>
            <ac:spMk id="2" creationId="{971C0073-C809-3A44-8D09-D3C534C850EA}"/>
          </ac:spMkLst>
        </pc:spChg>
      </pc:sldChg>
      <pc:sldChg chg="addSp delSp modSp mod">
        <pc:chgData name="Oyemade, Obaloluwa" userId="0f00f902-1235-43de-8776-d4491a934b55" providerId="ADAL" clId="{39512F72-723C-4FFD-8DEE-794FB4872ECE}" dt="2026-10-16T20:02:55.063" v="84"/>
        <pc:sldMkLst>
          <pc:docMk/>
          <pc:sldMk cId="2907168213" sldId="405"/>
        </pc:sldMkLst>
        <pc:spChg chg="mod">
          <ac:chgData name="Oyemade, Obaloluwa" userId="0f00f902-1235-43de-8776-d4491a934b55" providerId="ADAL" clId="{39512F72-723C-4FFD-8DEE-794FB4872ECE}" dt="2026-10-16T20:00:26.188" v="56" actId="6549"/>
          <ac:spMkLst>
            <pc:docMk/>
            <pc:sldMk cId="2907168213" sldId="405"/>
            <ac:spMk id="4" creationId="{25DDB6A8-1E2B-B98C-AADB-B25A5D6B9363}"/>
          </ac:spMkLst>
        </pc:spChg>
        <pc:spChg chg="mod">
          <ac:chgData name="Oyemade, Obaloluwa" userId="0f00f902-1235-43de-8776-d4491a934b55" providerId="ADAL" clId="{39512F72-723C-4FFD-8DEE-794FB4872ECE}" dt="2026-10-16T20:00:43.965" v="74" actId="20577"/>
          <ac:spMkLst>
            <pc:docMk/>
            <pc:sldMk cId="2907168213" sldId="405"/>
            <ac:spMk id="10" creationId="{BA2B3850-0977-2E1B-571B-CDDEAA034606}"/>
          </ac:spMkLst>
        </pc:spChg>
        <pc:spChg chg="add del mod">
          <ac:chgData name="Oyemade, Obaloluwa" userId="0f00f902-1235-43de-8776-d4491a934b55" providerId="ADAL" clId="{39512F72-723C-4FFD-8DEE-794FB4872ECE}" dt="2026-10-16T20:02:34.797" v="83" actId="20577"/>
          <ac:spMkLst>
            <pc:docMk/>
            <pc:sldMk cId="2907168213" sldId="405"/>
            <ac:spMk id="16" creationId="{1A8A65AB-95DB-0FB5-D5B6-5080AF8B8097}"/>
          </ac:spMkLst>
        </pc:spChg>
        <pc:spChg chg="mod">
          <ac:chgData name="Oyemade, Obaloluwa" userId="0f00f902-1235-43de-8776-d4491a934b55" providerId="ADAL" clId="{39512F72-723C-4FFD-8DEE-794FB4872ECE}" dt="2026-10-16T20:02:55.063" v="84"/>
          <ac:spMkLst>
            <pc:docMk/>
            <pc:sldMk cId="2907168213" sldId="405"/>
            <ac:spMk id="17" creationId="{CB6BA116-E2AF-9C75-0710-F8A400315D59}"/>
          </ac:spMkLst>
        </pc:spChg>
        <pc:spChg chg="mod">
          <ac:chgData name="Oyemade, Obaloluwa" userId="0f00f902-1235-43de-8776-d4491a934b55" providerId="ADAL" clId="{39512F72-723C-4FFD-8DEE-794FB4872ECE}" dt="2026-10-16T20:01:36.065" v="79" actId="20577"/>
          <ac:spMkLst>
            <pc:docMk/>
            <pc:sldMk cId="2907168213" sldId="405"/>
            <ac:spMk id="36" creationId="{36ED9EE3-13FB-AACB-B72F-3B45939F6BDE}"/>
          </ac:spMkLst>
        </pc:spChg>
      </pc:sldChg>
      <pc:sldChg chg="modSp add mod">
        <pc:chgData name="Oyemade, Obaloluwa" userId="0f00f902-1235-43de-8776-d4491a934b55" providerId="ADAL" clId="{39512F72-723C-4FFD-8DEE-794FB4872ECE}" dt="2026-10-16T20:28:55.889" v="617" actId="20577"/>
        <pc:sldMkLst>
          <pc:docMk/>
          <pc:sldMk cId="2061802314" sldId="2147483571"/>
        </pc:sldMkLst>
        <pc:spChg chg="mod">
          <ac:chgData name="Oyemade, Obaloluwa" userId="0f00f902-1235-43de-8776-d4491a934b55" providerId="ADAL" clId="{39512F72-723C-4FFD-8DEE-794FB4872ECE}" dt="2026-10-16T20:28:55.889" v="617" actId="20577"/>
          <ac:spMkLst>
            <pc:docMk/>
            <pc:sldMk cId="2061802314" sldId="2147483571"/>
            <ac:spMk id="3" creationId="{C9F6E79E-CD2E-0EF8-C642-42CCC756DD97}"/>
          </ac:spMkLst>
        </pc:spChg>
      </pc:sldChg>
    </pc:docChg>
  </pc:docChgLst>
  <pc:docChgLst>
    <pc:chgData name="Pierre, Joseph-Pascal" userId="S::josephpascal.pierre@bnc.ca::3a32b93b-311d-47dc-9f54-1ade8a58ae42" providerId="AD" clId="Web-{0A3CC960-C51C-26D6-5CFF-69F9DCBD1915}"/>
    <pc:docChg chg="modSld">
      <pc:chgData name="Pierre, Joseph-Pascal" userId="S::josephpascal.pierre@bnc.ca::3a32b93b-311d-47dc-9f54-1ade8a58ae42" providerId="AD" clId="Web-{0A3CC960-C51C-26D6-5CFF-69F9DCBD1915}" dt="2026-10-18T17:23:43.923" v="403"/>
      <pc:docMkLst>
        <pc:docMk/>
      </pc:docMkLst>
      <pc:sldChg chg="modSp">
        <pc:chgData name="Pierre, Joseph-Pascal" userId="S::josephpascal.pierre@bnc.ca::3a32b93b-311d-47dc-9f54-1ade8a58ae42" providerId="AD" clId="Web-{0A3CC960-C51C-26D6-5CFF-69F9DCBD1915}" dt="2026-10-18T17:23:43.923" v="403"/>
        <pc:sldMkLst>
          <pc:docMk/>
          <pc:sldMk cId="535074561" sldId="2147483574"/>
        </pc:sldMkLst>
        <pc:graphicFrameChg chg="mod modGraphic">
          <ac:chgData name="Pierre, Joseph-Pascal" userId="S::josephpascal.pierre@bnc.ca::3a32b93b-311d-47dc-9f54-1ade8a58ae42" providerId="AD" clId="Web-{0A3CC960-C51C-26D6-5CFF-69F9DCBD1915}" dt="2026-10-18T17:16:26.561" v="227"/>
          <ac:graphicFrameMkLst>
            <pc:docMk/>
            <pc:sldMk cId="535074561" sldId="2147483574"/>
            <ac:graphicFrameMk id="4" creationId="{A1399B71-A819-A8AB-A2B2-1DF279263F79}"/>
          </ac:graphicFrameMkLst>
        </pc:graphicFrameChg>
        <pc:graphicFrameChg chg="mod modGraphic">
          <ac:chgData name="Pierre, Joseph-Pascal" userId="S::josephpascal.pierre@bnc.ca::3a32b93b-311d-47dc-9f54-1ade8a58ae42" providerId="AD" clId="Web-{0A3CC960-C51C-26D6-5CFF-69F9DCBD1915}" dt="2026-10-18T17:17:41.077" v="277"/>
          <ac:graphicFrameMkLst>
            <pc:docMk/>
            <pc:sldMk cId="535074561" sldId="2147483574"/>
            <ac:graphicFrameMk id="6" creationId="{A6A4CA8B-3617-7EA3-5B69-C786365745DB}"/>
          </ac:graphicFrameMkLst>
        </pc:graphicFrameChg>
        <pc:graphicFrameChg chg="mod modGraphic">
          <ac:chgData name="Pierre, Joseph-Pascal" userId="S::josephpascal.pierre@bnc.ca::3a32b93b-311d-47dc-9f54-1ade8a58ae42" providerId="AD" clId="Web-{0A3CC960-C51C-26D6-5CFF-69F9DCBD1915}" dt="2026-10-18T17:16:23.515" v="225"/>
          <ac:graphicFrameMkLst>
            <pc:docMk/>
            <pc:sldMk cId="535074561" sldId="2147483574"/>
            <ac:graphicFrameMk id="10" creationId="{7EBFB1F7-50CF-A687-F777-FBDFD15CAD07}"/>
          </ac:graphicFrameMkLst>
        </pc:graphicFrameChg>
        <pc:graphicFrameChg chg="mod modGraphic">
          <ac:chgData name="Pierre, Joseph-Pascal" userId="S::josephpascal.pierre@bnc.ca::3a32b93b-311d-47dc-9f54-1ade8a58ae42" providerId="AD" clId="Web-{0A3CC960-C51C-26D6-5CFF-69F9DCBD1915}" dt="2026-10-18T17:23:43.923" v="403"/>
          <ac:graphicFrameMkLst>
            <pc:docMk/>
            <pc:sldMk cId="535074561" sldId="2147483574"/>
            <ac:graphicFrameMk id="12" creationId="{D66E451D-5E59-0C84-8EF8-A04CC0E5653B}"/>
          </ac:graphicFrameMkLst>
        </pc:graphicFrameChg>
        <pc:graphicFrameChg chg="mod modGraphic">
          <ac:chgData name="Pierre, Joseph-Pascal" userId="S::josephpascal.pierre@bnc.ca::3a32b93b-311d-47dc-9f54-1ade8a58ae42" providerId="AD" clId="Web-{0A3CC960-C51C-26D6-5CFF-69F9DCBD1915}" dt="2026-10-18T17:22:22.016" v="351"/>
          <ac:graphicFrameMkLst>
            <pc:docMk/>
            <pc:sldMk cId="535074561" sldId="2147483574"/>
            <ac:graphicFrameMk id="14" creationId="{962AB97C-1389-E94D-5719-6D37960FC681}"/>
          </ac:graphicFrameMkLst>
        </pc:graphicFrameChg>
      </pc:sldChg>
    </pc:docChg>
  </pc:docChgLst>
</pc:chgInfo>
</file>

<file path=ppt/comments/modernComment_7FFFFFB3_7AE49B4A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B674E6D8-572A-42BB-ADFC-9110EC9B3E2F}" authorId="{C1479A9B-0251-10A1-0BD5-C8728A66E093}" created="2026-10-18T16:46:57.227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2061802314" sldId="2147483571"/>
      <ac:graphicFrameMk id="10" creationId="{DF36B36D-1661-D9E7-DC88-F3415F5B2681}"/>
      <ac:tblMk/>
      <ac:tcMk rowId="3704394858" colId="3373326334"/>
      <ac:txMk cp="0">
        <ac:context len="1" hash="13"/>
      </ac:txMk>
    </ac:txMkLst>
    <p188:pos x="2336800" y="2773680"/>
    <p188:txBody>
      <a:bodyPr/>
      <a:lstStyle/>
      <a:p>
        <a:r>
          <a:rPr lang="en-US"/>
          <a:t>Need to be more specific</a:t>
        </a:r>
      </a:p>
    </p188:txBody>
  </p188:cm>
</p188:cmLst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>
            <a:extLst>
              <a:ext uri="{FF2B5EF4-FFF2-40B4-BE49-F238E27FC236}">
                <a16:creationId xmlns:a16="http://schemas.microsoft.com/office/drawing/2014/main" id="{581D8515-EC0B-0A99-1D30-AEDB99E4FB0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161200" cy="601044"/>
          </a:xfrm>
          <a:prstGeom prst="rect">
            <a:avLst/>
          </a:prstGeom>
        </p:spPr>
        <p:txBody>
          <a:bodyPr vert="horz" lIns="108512" tIns="106803" rIns="108512" bIns="106803" rtlCol="0"/>
          <a:lstStyle>
            <a:lvl1pPr algn="l">
              <a:defRPr sz="1400"/>
            </a:lvl1pPr>
          </a:lstStyle>
          <a:p>
            <a:endParaRPr lang="en-CA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6BD56637-F083-2B15-0DFD-7B28CBC89D1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759199" y="0"/>
            <a:ext cx="1249578" cy="601044"/>
          </a:xfrm>
          <a:prstGeom prst="rect">
            <a:avLst/>
          </a:prstGeom>
        </p:spPr>
        <p:txBody>
          <a:bodyPr vert="horz" lIns="108512" tIns="106803" rIns="108512" bIns="106803" rtlCol="0"/>
          <a:lstStyle>
            <a:lvl1pPr algn="r">
              <a:defRPr sz="1400"/>
            </a:lvl1pPr>
          </a:lstStyle>
          <a:p>
            <a:fld id="{038EDB70-F8E7-442B-A0F2-897E66BBAF5C}" type="datetimeFigureOut">
              <a:rPr lang="en-CA" smtClean="0"/>
              <a:t>2026-10-19</a:t>
            </a:fld>
            <a:endParaRPr lang="en-CA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A05F5BCE-FF0B-1328-0409-11638F90E14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1378233"/>
            <a:ext cx="5161200" cy="601043"/>
          </a:xfrm>
          <a:prstGeom prst="rect">
            <a:avLst/>
          </a:prstGeom>
        </p:spPr>
        <p:txBody>
          <a:bodyPr vert="horz" lIns="108512" tIns="106803" rIns="108512" bIns="106803" rtlCol="0" anchor="b"/>
          <a:lstStyle>
            <a:lvl1pPr algn="l">
              <a:defRPr sz="1400"/>
            </a:lvl1pPr>
          </a:lstStyle>
          <a:p>
            <a:endParaRPr lang="en-CA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594C9A56-191A-CCA6-4767-08ED9C262A6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759199" y="11378233"/>
            <a:ext cx="1249578" cy="601043"/>
          </a:xfrm>
          <a:prstGeom prst="rect">
            <a:avLst/>
          </a:prstGeom>
        </p:spPr>
        <p:txBody>
          <a:bodyPr vert="horz" lIns="108512" tIns="106803" rIns="108512" bIns="106803" rtlCol="0" anchor="b"/>
          <a:lstStyle>
            <a:lvl1pPr algn="r">
              <a:defRPr sz="1400"/>
            </a:lvl1pPr>
          </a:lstStyle>
          <a:p>
            <a:fld id="{5B0B5736-82FE-4FDF-8378-3422901AE50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3202609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07200" cy="601044"/>
          </a:xfrm>
          <a:prstGeom prst="rect">
            <a:avLst/>
          </a:prstGeom>
        </p:spPr>
        <p:txBody>
          <a:bodyPr vert="horz" lIns="108512" tIns="106803" rIns="108512" bIns="106803" rtlCol="0"/>
          <a:lstStyle>
            <a:lvl1pPr algn="l">
              <a:defRPr sz="1400"/>
            </a:lvl1pPr>
          </a:lstStyle>
          <a:p>
            <a:endParaRPr lang="en-CA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5575199" y="0"/>
            <a:ext cx="1433578" cy="601044"/>
          </a:xfrm>
          <a:prstGeom prst="rect">
            <a:avLst/>
          </a:prstGeom>
        </p:spPr>
        <p:txBody>
          <a:bodyPr vert="horz" lIns="108512" tIns="106803" rIns="108512" bIns="106803" rtlCol="0"/>
          <a:lstStyle>
            <a:lvl1pPr algn="r">
              <a:defRPr sz="1400"/>
            </a:lvl1pPr>
          </a:lstStyle>
          <a:p>
            <a:fld id="{1111B87F-E764-46BC-ACE9-F1930314D73F}" type="datetimeFigureOut">
              <a:rPr lang="en-CA" smtClean="0"/>
              <a:t>2026-10-19</a:t>
            </a:fld>
            <a:endParaRPr lang="en-CA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-561975" y="919163"/>
            <a:ext cx="8134350" cy="45767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108512" tIns="54256" rIns="108512" bIns="54256" rtlCol="0" anchor="ctr"/>
          <a:lstStyle/>
          <a:p>
            <a:endParaRPr lang="en-CA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331200" y="6114914"/>
            <a:ext cx="6348000" cy="5040492"/>
          </a:xfrm>
          <a:prstGeom prst="rect">
            <a:avLst/>
          </a:prstGeom>
          <a:ln w="6350">
            <a:solidFill>
              <a:schemeClr val="tx2"/>
            </a:solidFill>
          </a:ln>
        </p:spPr>
        <p:txBody>
          <a:bodyPr vert="horz" lIns="108512" tIns="106803" rIns="108512" bIns="106803" rtlCol="0"/>
          <a:lstStyle/>
          <a:p>
            <a:pPr lvl="0"/>
            <a:r>
              <a:rPr lang="en-CA"/>
              <a:t>Click to add notes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11378233"/>
            <a:ext cx="5207200" cy="601043"/>
          </a:xfrm>
          <a:prstGeom prst="rect">
            <a:avLst/>
          </a:prstGeom>
        </p:spPr>
        <p:txBody>
          <a:bodyPr vert="horz" lIns="108512" tIns="106803" rIns="108512" bIns="106803" rtlCol="0" anchor="b"/>
          <a:lstStyle>
            <a:lvl1pPr algn="l">
              <a:defRPr sz="1400"/>
            </a:lvl1pPr>
          </a:lstStyle>
          <a:p>
            <a:endParaRPr lang="en-CA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5575199" y="11378233"/>
            <a:ext cx="1433578" cy="601043"/>
          </a:xfrm>
          <a:prstGeom prst="rect">
            <a:avLst/>
          </a:prstGeom>
        </p:spPr>
        <p:txBody>
          <a:bodyPr vert="horz" lIns="108512" tIns="106803" rIns="108512" bIns="106803" rtlCol="0" anchor="b"/>
          <a:lstStyle>
            <a:lvl1pPr algn="r">
              <a:defRPr sz="1400"/>
            </a:lvl1pPr>
          </a:lstStyle>
          <a:p>
            <a:fld id="{04162245-B222-4A56-8CE4-91881051E997}" type="slidenum">
              <a:rPr lang="en-CA" smtClean="0"/>
              <a:t>‹#›</a:t>
            </a:fld>
            <a:endParaRPr lang="en-CA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E09A883-95C4-6175-7E84-2E0EBB6B6AE0}"/>
              </a:ext>
            </a:extLst>
          </p:cNvPr>
          <p:cNvSpPr/>
          <p:nvPr/>
        </p:nvSpPr>
        <p:spPr>
          <a:xfrm>
            <a:off x="331200" y="5761195"/>
            <a:ext cx="828000" cy="353719"/>
          </a:xfrm>
          <a:prstGeom prst="rect">
            <a:avLst/>
          </a:prstGeom>
          <a:solidFill>
            <a:schemeClr val="tx2"/>
          </a:solidFill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512" tIns="54256" rIns="108512" bIns="54256" rtlCol="0" anchor="ctr"/>
          <a:lstStyle/>
          <a:p>
            <a:pPr algn="ctr"/>
            <a:r>
              <a:rPr lang="en-CA" sz="1700">
                <a:solidFill>
                  <a:schemeClr val="tx1"/>
                </a:solidFill>
              </a:rPr>
              <a:t>NOTES</a:t>
            </a:r>
          </a:p>
        </p:txBody>
      </p:sp>
    </p:spTree>
    <p:extLst>
      <p:ext uri="{BB962C8B-B14F-4D97-AF65-F5344CB8AC3E}">
        <p14:creationId xmlns:p14="http://schemas.microsoft.com/office/powerpoint/2010/main" val="30442610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indent="0" algn="l" defTabSz="914400" rtl="0" eaLnBrk="1" latinLnBrk="0" hangingPunct="1">
      <a:spcBef>
        <a:spcPts val="600"/>
      </a:spcBef>
      <a:buFont typeface="Arial" panose="020B0604020202020204" pitchFamily="34" charset="0"/>
      <a:buChar char="​"/>
      <a:defRPr sz="1400" kern="1200">
        <a:solidFill>
          <a:schemeClr val="tx1"/>
        </a:solidFill>
        <a:latin typeface="+mn-lt"/>
        <a:ea typeface="+mn-ea"/>
        <a:cs typeface="+mn-cs"/>
      </a:defRPr>
    </a:lvl1pPr>
    <a:lvl2pPr marL="216000" indent="-216000" algn="l" defTabSz="914400" rtl="0" eaLnBrk="1" latinLnBrk="0" hangingPunct="1">
      <a:spcBef>
        <a:spcPts val="200"/>
      </a:spcBef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406800" indent="-180000" algn="l" defTabSz="914400" rtl="0" eaLnBrk="1" latinLnBrk="0" hangingPunct="1">
      <a:spcBef>
        <a:spcPts val="0"/>
      </a:spcBef>
      <a:buFont typeface="Arial" panose="020B0604020202020204" pitchFamily="34" charset="0"/>
      <a:buChar char="•"/>
      <a:defRPr sz="1100" kern="1200">
        <a:solidFill>
          <a:schemeClr val="tx1"/>
        </a:solidFill>
        <a:latin typeface="+mn-lt"/>
        <a:ea typeface="+mn-ea"/>
        <a:cs typeface="+mn-cs"/>
      </a:defRPr>
    </a:lvl3pPr>
    <a:lvl4pPr marL="216000" indent="-216000" algn="l" defTabSz="914400" rtl="0" eaLnBrk="1" latinLnBrk="0" hangingPunct="1">
      <a:spcBef>
        <a:spcPts val="500"/>
      </a:spcBef>
      <a:buFont typeface="+mj-lt"/>
      <a:buAutoNum type="arabicPeriod"/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0" indent="0" algn="l" defTabSz="914400" rtl="0" eaLnBrk="1" latinLnBrk="0" hangingPunct="1">
      <a:spcBef>
        <a:spcPts val="800"/>
      </a:spcBef>
      <a:buFont typeface="Arial" panose="020B0604020202020204" pitchFamily="34" charset="0"/>
      <a:buChar char="​"/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3773" userDrawn="1">
          <p15:clr>
            <a:srgbClr val="F26B43"/>
          </p15:clr>
        </p15:guide>
        <p15:guide id="2" pos="2208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563563" y="919163"/>
            <a:ext cx="8137526" cy="457835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162245-B222-4A56-8CE4-91881051E997}" type="slidenum">
              <a:rPr lang="en-CA" smtClean="0"/>
              <a:t>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760436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77B845-35D0-1A80-CE3B-CA55158B10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BF578E-C8E1-6D38-8538-5B74E98D42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563563" y="919163"/>
            <a:ext cx="8137526" cy="457835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7DC751D-AF48-86EB-8962-71C981BD2C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This section is the formal update for all sub-initiatives / major feature work, included as pre-read ahead of a steering committee.  The pages should supplement the executive review content by providing more detailed context into progress &amp; issues.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370876-AAA8-CF02-4D31-052C09D308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162245-B222-4A56-8CE4-91881051E997}" type="slidenum">
              <a:rPr lang="en-CA" smtClean="0"/>
              <a:t>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160848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CEC7B0-A9E9-2FD2-F3D4-20A1A732BE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9F0C778-4D6F-8521-C9F1-FD69FA2468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23850" y="701675"/>
            <a:ext cx="6210300" cy="3494088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532FA2-7F2C-834B-6657-6C711E2818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600">
              <a:latin typeface="+mn-l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678BBB-9244-6408-E580-C1226B8C00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162245-B222-4A56-8CE4-91881051E997}" type="slidenum">
              <a:rPr lang="en-CA" smtClean="0"/>
              <a:t>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372379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508B1E-33DC-A664-9617-736ED714A6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522A08-966D-998E-9EEF-B8A61D65CB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23850" y="701675"/>
            <a:ext cx="6210300" cy="3494088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3CB5BE4-0F52-C2CD-05C6-0BD82AED6E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600">
              <a:latin typeface="+mn-l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24B968-1573-C25A-4321-60A34353A2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162245-B222-4A56-8CE4-91881051E997}" type="slidenum">
              <a:rPr lang="en-CA" smtClean="0"/>
              <a:t>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940109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6B3133-5FE0-8832-4B79-4AA5D28F95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C12C55-415C-4BDC-B583-5E6093C714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23850" y="701675"/>
            <a:ext cx="6210300" cy="3494088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F56C5B-73D8-AECE-DEAE-FC1D8C23EC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600">
              <a:latin typeface="+mn-l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6E78C1-965D-108A-CA77-813008D21E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162245-B222-4A56-8CE4-91881051E997}" type="slidenum">
              <a:rPr lang="en-CA" smtClean="0"/>
              <a:t>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000447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png"/></Relationships>
</file>

<file path=ppt/slideLayouts/_rels/slideLayout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 13">
            <a:extLst>
              <a:ext uri="{FF2B5EF4-FFF2-40B4-BE49-F238E27FC236}">
                <a16:creationId xmlns:a16="http://schemas.microsoft.com/office/drawing/2014/main" id="{2CC88DA5-C9DA-5A7C-769D-E57FDA139D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C6E778C4-7F03-AB42-449F-333A68862B3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46000" y="1313999"/>
            <a:ext cx="4365000" cy="2970663"/>
          </a:xfrm>
        </p:spPr>
        <p:txBody>
          <a:bodyPr anchor="t"/>
          <a:lstStyle>
            <a:lvl1pPr algn="l">
              <a:lnSpc>
                <a:spcPct val="80000"/>
              </a:lnSpc>
              <a:defRPr sz="4600" spc="-90" baseline="0">
                <a:solidFill>
                  <a:schemeClr val="tx1"/>
                </a:solidFill>
              </a:defRPr>
            </a:lvl1pPr>
          </a:lstStyle>
          <a:p>
            <a:r>
              <a:rPr lang="en-CA"/>
              <a:t>Presentation title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6E1FD5D1-61FB-7B06-307B-0382D342F94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46000" y="4428237"/>
            <a:ext cx="4365000" cy="1926525"/>
          </a:xfrm>
        </p:spPr>
        <p:txBody>
          <a:bodyPr lIns="18000"/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CA"/>
              <a:t>Presentation subtitle or name of the presenter</a:t>
            </a:r>
          </a:p>
        </p:txBody>
      </p:sp>
      <p:sp>
        <p:nvSpPr>
          <p:cNvPr id="19" name="Espace réservé du texte 18">
            <a:extLst>
              <a:ext uri="{FF2B5EF4-FFF2-40B4-BE49-F238E27FC236}">
                <a16:creationId xmlns:a16="http://schemas.microsoft.com/office/drawing/2014/main" id="{4663D2EB-5CE1-3C9F-13F8-F36B27A6BB9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46000" y="6444000"/>
            <a:ext cx="2835338" cy="223837"/>
          </a:xfrm>
        </p:spPr>
        <p:txBody>
          <a:bodyPr lIns="36000" rIns="36000" anchor="ctr"/>
          <a:lstStyle>
            <a:lvl1pPr>
              <a:buNone/>
              <a:defRPr sz="1050"/>
            </a:lvl1pPr>
          </a:lstStyle>
          <a:p>
            <a:pPr lvl="0"/>
            <a:r>
              <a:rPr lang="en-CA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110441701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 11">
            <a:extLst>
              <a:ext uri="{FF2B5EF4-FFF2-40B4-BE49-F238E27FC236}">
                <a16:creationId xmlns:a16="http://schemas.microsoft.com/office/drawing/2014/main" id="{8A59FD83-1441-D2D6-B625-9014E935AB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C6E778C4-7F03-AB42-449F-333A68862B3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46000" y="1313999"/>
            <a:ext cx="4365000" cy="2970663"/>
          </a:xfrm>
        </p:spPr>
        <p:txBody>
          <a:bodyPr anchor="t"/>
          <a:lstStyle>
            <a:lvl1pPr algn="l">
              <a:lnSpc>
                <a:spcPct val="80000"/>
              </a:lnSpc>
              <a:defRPr sz="4600" spc="-90" baseline="0">
                <a:solidFill>
                  <a:schemeClr val="tx1"/>
                </a:solidFill>
              </a:defRPr>
            </a:lvl1pPr>
          </a:lstStyle>
          <a:p>
            <a:r>
              <a:rPr lang="en-CA"/>
              <a:t>Presentation title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6E1FD5D1-61FB-7B06-307B-0382D342F94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46000" y="4428237"/>
            <a:ext cx="4365000" cy="1926525"/>
          </a:xfrm>
        </p:spPr>
        <p:txBody>
          <a:bodyPr lIns="18000"/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CA"/>
              <a:t>Presentation subtitle or name of the presenter</a:t>
            </a:r>
          </a:p>
        </p:txBody>
      </p:sp>
      <p:sp>
        <p:nvSpPr>
          <p:cNvPr id="19" name="Espace réservé du texte 18">
            <a:extLst>
              <a:ext uri="{FF2B5EF4-FFF2-40B4-BE49-F238E27FC236}">
                <a16:creationId xmlns:a16="http://schemas.microsoft.com/office/drawing/2014/main" id="{4663D2EB-5CE1-3C9F-13F8-F36B27A6BB9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46000" y="6444000"/>
            <a:ext cx="2835338" cy="223837"/>
          </a:xfrm>
        </p:spPr>
        <p:txBody>
          <a:bodyPr lIns="36000" rIns="36000" anchor="ctr"/>
          <a:lstStyle>
            <a:lvl1pPr>
              <a:buNone/>
              <a:defRPr sz="1050"/>
            </a:lvl1pPr>
          </a:lstStyle>
          <a:p>
            <a:pPr lvl="0"/>
            <a:r>
              <a:rPr lang="en-CA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16944607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 13">
            <a:extLst>
              <a:ext uri="{FF2B5EF4-FFF2-40B4-BE49-F238E27FC236}">
                <a16:creationId xmlns:a16="http://schemas.microsoft.com/office/drawing/2014/main" id="{C16A08FA-1D3F-A90C-28E1-F446853547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C6E778C4-7F03-AB42-449F-333A68862B3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46000" y="279000"/>
            <a:ext cx="8729725" cy="3045477"/>
          </a:xfrm>
        </p:spPr>
        <p:txBody>
          <a:bodyPr anchor="t"/>
          <a:lstStyle>
            <a:lvl1pPr algn="l">
              <a:lnSpc>
                <a:spcPct val="80000"/>
              </a:lnSpc>
              <a:defRPr sz="8200" spc="-150">
                <a:solidFill>
                  <a:schemeClr val="tx1"/>
                </a:solidFill>
              </a:defRPr>
            </a:lvl1pPr>
          </a:lstStyle>
          <a:p>
            <a:r>
              <a:rPr lang="en-CA"/>
              <a:t>Presentation title</a:t>
            </a:r>
          </a:p>
        </p:txBody>
      </p:sp>
      <p:sp>
        <p:nvSpPr>
          <p:cNvPr id="19" name="Espace réservé du texte 18">
            <a:extLst>
              <a:ext uri="{FF2B5EF4-FFF2-40B4-BE49-F238E27FC236}">
                <a16:creationId xmlns:a16="http://schemas.microsoft.com/office/drawing/2014/main" id="{4663D2EB-5CE1-3C9F-13F8-F36B27A6BB9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46000" y="6444000"/>
            <a:ext cx="2835338" cy="223837"/>
          </a:xfrm>
        </p:spPr>
        <p:txBody>
          <a:bodyPr lIns="36000" rIns="36000" anchor="ctr"/>
          <a:lstStyle>
            <a:lvl1pPr>
              <a:buNone/>
              <a:defRPr sz="1050"/>
            </a:lvl1pPr>
          </a:lstStyle>
          <a:p>
            <a:pPr lvl="0"/>
            <a:r>
              <a:rPr lang="en-CA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225655369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page with imag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6E778C4-7F03-AB42-449F-333A68862B3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46000" y="1313999"/>
            <a:ext cx="4814950" cy="2970663"/>
          </a:xfrm>
        </p:spPr>
        <p:txBody>
          <a:bodyPr anchor="t"/>
          <a:lstStyle>
            <a:lvl1pPr algn="l">
              <a:lnSpc>
                <a:spcPct val="80000"/>
              </a:lnSpc>
              <a:defRPr sz="4600" spc="-90" baseline="0">
                <a:solidFill>
                  <a:schemeClr val="tx1"/>
                </a:solidFill>
              </a:defRPr>
            </a:lvl1pPr>
          </a:lstStyle>
          <a:p>
            <a:r>
              <a:rPr lang="en-CA"/>
              <a:t>Presentation title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6E1FD5D1-61FB-7B06-307B-0382D342F94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46000" y="4428237"/>
            <a:ext cx="4814950" cy="1926525"/>
          </a:xfrm>
        </p:spPr>
        <p:txBody>
          <a:bodyPr lIns="18000"/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CA"/>
              <a:t>Presentation subtitle or name of the presenter</a:t>
            </a:r>
          </a:p>
        </p:txBody>
      </p:sp>
      <p:sp>
        <p:nvSpPr>
          <p:cNvPr id="19" name="Espace réservé du texte 18">
            <a:extLst>
              <a:ext uri="{FF2B5EF4-FFF2-40B4-BE49-F238E27FC236}">
                <a16:creationId xmlns:a16="http://schemas.microsoft.com/office/drawing/2014/main" id="{4663D2EB-5CE1-3C9F-13F8-F36B27A6BB9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46000" y="6444000"/>
            <a:ext cx="2835338" cy="223837"/>
          </a:xfrm>
        </p:spPr>
        <p:txBody>
          <a:bodyPr lIns="36000" rIns="36000" anchor="ctr"/>
          <a:lstStyle>
            <a:lvl1pPr>
              <a:buNone/>
              <a:defRPr sz="1050">
                <a:solidFill>
                  <a:schemeClr val="tx1"/>
                </a:solidFill>
              </a:defRPr>
            </a:lvl1pPr>
          </a:lstStyle>
          <a:p>
            <a:pPr lvl="0"/>
            <a:r>
              <a:rPr lang="en-CA"/>
              <a:t>Date</a:t>
            </a:r>
          </a:p>
        </p:txBody>
      </p:sp>
      <p:sp>
        <p:nvSpPr>
          <p:cNvPr id="8" name="Espace réservé pour une image  7">
            <a:extLst>
              <a:ext uri="{FF2B5EF4-FFF2-40B4-BE49-F238E27FC236}">
                <a16:creationId xmlns:a16="http://schemas.microsoft.com/office/drawing/2014/main" id="{03DE7BA4-6FFF-4E2D-E688-A56AC2ACC864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521000" y="1"/>
            <a:ext cx="7671000" cy="5550483"/>
          </a:xfrm>
          <a:custGeom>
            <a:avLst/>
            <a:gdLst>
              <a:gd name="connsiteX0" fmla="*/ 0 w 7671000"/>
              <a:gd name="connsiteY0" fmla="*/ 0 h 5550483"/>
              <a:gd name="connsiteX1" fmla="*/ 7671000 w 7671000"/>
              <a:gd name="connsiteY1" fmla="*/ 0 h 5550483"/>
              <a:gd name="connsiteX2" fmla="*/ 7671000 w 7671000"/>
              <a:gd name="connsiteY2" fmla="*/ 4852969 h 5550483"/>
              <a:gd name="connsiteX3" fmla="*/ 5640263 w 7671000"/>
              <a:gd name="connsiteY3" fmla="*/ 5395720 h 5550483"/>
              <a:gd name="connsiteX4" fmla="*/ 4204796 w 7671000"/>
              <a:gd name="connsiteY4" fmla="*/ 5467442 h 5550483"/>
              <a:gd name="connsiteX5" fmla="*/ 3386344 w 7671000"/>
              <a:gd name="connsiteY5" fmla="*/ 4653697 h 55504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671000" h="5550483">
                <a:moveTo>
                  <a:pt x="0" y="0"/>
                </a:moveTo>
                <a:lnTo>
                  <a:pt x="7671000" y="0"/>
                </a:lnTo>
                <a:lnTo>
                  <a:pt x="7671000" y="4852969"/>
                </a:lnTo>
                <a:lnTo>
                  <a:pt x="5640263" y="5395720"/>
                </a:lnTo>
                <a:cubicBezTo>
                  <a:pt x="5053892" y="5533696"/>
                  <a:pt x="4629916" y="5625257"/>
                  <a:pt x="4204796" y="5467442"/>
                </a:cubicBezTo>
                <a:cubicBezTo>
                  <a:pt x="3881407" y="5329338"/>
                  <a:pt x="3616136" y="4980645"/>
                  <a:pt x="3386344" y="4653697"/>
                </a:cubicBezTo>
                <a:close/>
              </a:path>
            </a:pathLst>
          </a:custGeom>
        </p:spPr>
        <p:txBody>
          <a:bodyPr wrap="square" bIns="972000" anchor="ctr">
            <a:noAutofit/>
          </a:bodyPr>
          <a:lstStyle>
            <a:lvl1pPr algn="ctr">
              <a:defRPr/>
            </a:lvl1pPr>
          </a:lstStyle>
          <a:p>
            <a:r>
              <a:rPr lang="en-CA"/>
              <a:t>Click the icon to add an image</a:t>
            </a:r>
          </a:p>
        </p:txBody>
      </p:sp>
    </p:spTree>
    <p:extLst>
      <p:ext uri="{BB962C8B-B14F-4D97-AF65-F5344CB8AC3E}">
        <p14:creationId xmlns:p14="http://schemas.microsoft.com/office/powerpoint/2010/main" val="303580128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layouts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>
            <a:extLst>
              <a:ext uri="{FF2B5EF4-FFF2-40B4-BE49-F238E27FC236}">
                <a16:creationId xmlns:a16="http://schemas.microsoft.com/office/drawing/2014/main" id="{C6B413FA-A402-C68A-45FB-D5608FB6B340}"/>
              </a:ext>
            </a:extLst>
          </p:cNvPr>
          <p:cNvSpPr txBox="1"/>
          <p:nvPr userDrawn="1"/>
        </p:nvSpPr>
        <p:spPr>
          <a:xfrm>
            <a:off x="246064" y="279400"/>
            <a:ext cx="11699874" cy="629920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>
              <a:lnSpc>
                <a:spcPct val="80000"/>
              </a:lnSpc>
            </a:pPr>
            <a:r>
              <a:rPr lang="en-CA" sz="11500"/>
              <a:t>Closing layouts</a:t>
            </a:r>
          </a:p>
        </p:txBody>
      </p:sp>
    </p:spTree>
    <p:extLst>
      <p:ext uri="{BB962C8B-B14F-4D97-AF65-F5344CB8AC3E}">
        <p14:creationId xmlns:p14="http://schemas.microsoft.com/office/powerpoint/2010/main" val="324928249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rey closing pag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>
            <a:extLst>
              <a:ext uri="{FF2B5EF4-FFF2-40B4-BE49-F238E27FC236}">
                <a16:creationId xmlns:a16="http://schemas.microsoft.com/office/drawing/2014/main" id="{8AB2AEFD-BB63-A8E0-4A51-4BEA0D4AE4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C6E778C4-7F03-AB42-449F-333A68862B3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46000" y="279000"/>
            <a:ext cx="7740713" cy="3045477"/>
          </a:xfrm>
        </p:spPr>
        <p:txBody>
          <a:bodyPr anchor="t"/>
          <a:lstStyle>
            <a:lvl1pPr algn="l">
              <a:lnSpc>
                <a:spcPct val="80000"/>
              </a:lnSpc>
              <a:defRPr sz="8200" spc="-150">
                <a:solidFill>
                  <a:schemeClr val="tx1"/>
                </a:solidFill>
              </a:defRPr>
            </a:lvl1pPr>
          </a:lstStyle>
          <a:p>
            <a:r>
              <a:rPr lang="en-CA"/>
              <a:t>Add “Thank you!” or another message</a:t>
            </a:r>
          </a:p>
        </p:txBody>
      </p:sp>
    </p:spTree>
    <p:extLst>
      <p:ext uri="{BB962C8B-B14F-4D97-AF65-F5344CB8AC3E}">
        <p14:creationId xmlns:p14="http://schemas.microsoft.com/office/powerpoint/2010/main" val="324722495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ream closing pag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 9">
            <a:extLst>
              <a:ext uri="{FF2B5EF4-FFF2-40B4-BE49-F238E27FC236}">
                <a16:creationId xmlns:a16="http://schemas.microsoft.com/office/drawing/2014/main" id="{E016C49C-7C68-481C-1A30-63784B344D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C6E778C4-7F03-AB42-449F-333A68862B3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46000" y="279000"/>
            <a:ext cx="7740713" cy="3045477"/>
          </a:xfrm>
        </p:spPr>
        <p:txBody>
          <a:bodyPr anchor="t"/>
          <a:lstStyle>
            <a:lvl1pPr algn="l">
              <a:lnSpc>
                <a:spcPct val="80000"/>
              </a:lnSpc>
              <a:defRPr sz="8200" spc="-150">
                <a:solidFill>
                  <a:schemeClr val="tx1"/>
                </a:solidFill>
              </a:defRPr>
            </a:lvl1pPr>
          </a:lstStyle>
          <a:p>
            <a:r>
              <a:rPr lang="en-CA"/>
              <a:t>Add “Thank you!” or another message</a:t>
            </a:r>
          </a:p>
        </p:txBody>
      </p:sp>
    </p:spTree>
    <p:extLst>
      <p:ext uri="{BB962C8B-B14F-4D97-AF65-F5344CB8AC3E}">
        <p14:creationId xmlns:p14="http://schemas.microsoft.com/office/powerpoint/2010/main" val="144033269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page with contac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6E778C4-7F03-AB42-449F-333A68862B30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46000" y="279000"/>
            <a:ext cx="7740713" cy="3045477"/>
          </a:xfrm>
        </p:spPr>
        <p:txBody>
          <a:bodyPr anchor="t"/>
          <a:lstStyle>
            <a:lvl1pPr algn="l">
              <a:lnSpc>
                <a:spcPct val="80000"/>
              </a:lnSpc>
              <a:defRPr sz="8200" spc="-150">
                <a:solidFill>
                  <a:schemeClr val="tx1"/>
                </a:solidFill>
              </a:defRPr>
            </a:lvl1pPr>
          </a:lstStyle>
          <a:p>
            <a:r>
              <a:rPr lang="en-CA"/>
              <a:t>Add “Thank you!” or another message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2D17E617-E0F3-AD39-B8BB-15407385F25D}"/>
              </a:ext>
            </a:extLst>
          </p:cNvPr>
          <p:cNvSpPr txBox="1"/>
          <p:nvPr userDrawn="1"/>
        </p:nvSpPr>
        <p:spPr>
          <a:xfrm>
            <a:off x="246000" y="6174000"/>
            <a:ext cx="1620000" cy="246221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r>
              <a:rPr lang="en-CA" sz="1000"/>
              <a:t>Contact</a:t>
            </a:r>
          </a:p>
        </p:txBody>
      </p:sp>
      <p:sp>
        <p:nvSpPr>
          <p:cNvPr id="5" name="Espace réservé du texte 18">
            <a:extLst>
              <a:ext uri="{FF2B5EF4-FFF2-40B4-BE49-F238E27FC236}">
                <a16:creationId xmlns:a16="http://schemas.microsoft.com/office/drawing/2014/main" id="{A3A96552-35C6-652C-A3C5-2A58384253B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46000" y="6399000"/>
            <a:ext cx="2664000" cy="223837"/>
          </a:xfrm>
        </p:spPr>
        <p:txBody>
          <a:bodyPr lIns="36000" rIns="36000" anchor="t"/>
          <a:lstStyle>
            <a:lvl1pPr>
              <a:spcBef>
                <a:spcPts val="0"/>
              </a:spcBef>
              <a:buNone/>
              <a:defRPr sz="1200"/>
            </a:lvl1pPr>
          </a:lstStyle>
          <a:p>
            <a:pPr lvl="0"/>
            <a:r>
              <a:rPr lang="en-CA"/>
              <a:t>First and Last Name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65BEAFEA-11C7-38C4-186C-D16781338D4B}"/>
              </a:ext>
            </a:extLst>
          </p:cNvPr>
          <p:cNvSpPr txBox="1"/>
          <p:nvPr userDrawn="1"/>
        </p:nvSpPr>
        <p:spPr>
          <a:xfrm>
            <a:off x="3216000" y="6174000"/>
            <a:ext cx="1620000" cy="246221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r>
              <a:rPr lang="en-CA" sz="1000"/>
              <a:t>Email address</a:t>
            </a:r>
          </a:p>
        </p:txBody>
      </p:sp>
      <p:sp>
        <p:nvSpPr>
          <p:cNvPr id="8" name="Espace réservé du texte 18">
            <a:extLst>
              <a:ext uri="{FF2B5EF4-FFF2-40B4-BE49-F238E27FC236}">
                <a16:creationId xmlns:a16="http://schemas.microsoft.com/office/drawing/2014/main" id="{1106F16F-72A9-E9EE-4F7F-082C4EE608C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16000" y="6399000"/>
            <a:ext cx="2664000" cy="223837"/>
          </a:xfrm>
        </p:spPr>
        <p:txBody>
          <a:bodyPr lIns="36000" rIns="36000" anchor="t"/>
          <a:lstStyle>
            <a:lvl1pPr>
              <a:spcBef>
                <a:spcPts val="0"/>
              </a:spcBef>
              <a:buNone/>
              <a:defRPr sz="1200"/>
            </a:lvl1pPr>
          </a:lstStyle>
          <a:p>
            <a:pPr lvl="0"/>
            <a:r>
              <a:rPr lang="en-CA"/>
              <a:t>FirstName.LastName@bnc.ca</a:t>
            </a:r>
          </a:p>
        </p:txBody>
      </p:sp>
    </p:spTree>
    <p:extLst>
      <p:ext uri="{BB962C8B-B14F-4D97-AF65-F5344CB8AC3E}">
        <p14:creationId xmlns:p14="http://schemas.microsoft.com/office/powerpoint/2010/main" val="207690236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layouts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>
            <a:extLst>
              <a:ext uri="{FF2B5EF4-FFF2-40B4-BE49-F238E27FC236}">
                <a16:creationId xmlns:a16="http://schemas.microsoft.com/office/drawing/2014/main" id="{C6B413FA-A402-C68A-45FB-D5608FB6B340}"/>
              </a:ext>
            </a:extLst>
          </p:cNvPr>
          <p:cNvSpPr txBox="1"/>
          <p:nvPr userDrawn="1"/>
        </p:nvSpPr>
        <p:spPr>
          <a:xfrm>
            <a:off x="246064" y="279400"/>
            <a:ext cx="11699874" cy="629920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>
              <a:lnSpc>
                <a:spcPct val="80000"/>
              </a:lnSpc>
            </a:pPr>
            <a:r>
              <a:rPr lang="en-CA" sz="11500"/>
              <a:t>Agenda layouts</a:t>
            </a:r>
          </a:p>
        </p:txBody>
      </p:sp>
    </p:spTree>
    <p:extLst>
      <p:ext uri="{BB962C8B-B14F-4D97-AF65-F5344CB8AC3E}">
        <p14:creationId xmlns:p14="http://schemas.microsoft.com/office/powerpoint/2010/main" val="158217183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JET">
            <a:extLst>
              <a:ext uri="{FF2B5EF4-FFF2-40B4-BE49-F238E27FC236}">
                <a16:creationId xmlns:a16="http://schemas.microsoft.com/office/drawing/2014/main" id="{694E5D84-DD2B-683A-1966-F768CFF205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46063" y="233999"/>
            <a:ext cx="3104937" cy="180001"/>
          </a:xfrm>
        </p:spPr>
        <p:txBody>
          <a:bodyPr lIns="18000" tIns="14400" rIns="18000" bIns="0" anchor="t">
            <a:noAutofit/>
          </a:bodyPr>
          <a:lstStyle>
            <a:lvl1pPr marL="0" indent="0"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  <a:lvl2pPr>
              <a:defRPr sz="1200"/>
            </a:lvl2pPr>
            <a:lvl3pPr>
              <a:defRPr sz="110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en-CA"/>
              <a:t>Add “Agenda” or “Content”</a:t>
            </a:r>
          </a:p>
        </p:txBody>
      </p:sp>
      <p:sp>
        <p:nvSpPr>
          <p:cNvPr id="13" name="Espace réservé du texte 9">
            <a:extLst>
              <a:ext uri="{FF2B5EF4-FFF2-40B4-BE49-F238E27FC236}">
                <a16:creationId xmlns:a16="http://schemas.microsoft.com/office/drawing/2014/main" id="{ED1D820B-AD44-0673-3D10-BC4E2E37F84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204576" y="279000"/>
            <a:ext cx="7741362" cy="468000"/>
          </a:xfrm>
          <a:solidFill>
            <a:schemeClr val="bg1"/>
          </a:solidFill>
          <a:effectLst>
            <a:innerShdw dist="6350" dir="16200000">
              <a:prstClr val="black"/>
            </a:innerShdw>
          </a:effectLst>
        </p:spPr>
        <p:txBody>
          <a:bodyPr tIns="72000" bIns="0"/>
          <a:lstStyle>
            <a:lvl1pPr>
              <a:lnSpc>
                <a:spcPct val="85000"/>
              </a:lnSpc>
              <a:spcBef>
                <a:spcPts val="0"/>
              </a:spcBef>
              <a:defRPr sz="3000">
                <a:solidFill>
                  <a:schemeClr val="tx1"/>
                </a:solidFill>
              </a:defRPr>
            </a:lvl1pPr>
          </a:lstStyle>
          <a:p>
            <a:pPr lvl="0"/>
            <a:r>
              <a:rPr lang="en-CA"/>
              <a:t>Section title</a:t>
            </a:r>
          </a:p>
        </p:txBody>
      </p:sp>
      <p:sp>
        <p:nvSpPr>
          <p:cNvPr id="17" name="Espace réservé du texte 9">
            <a:extLst>
              <a:ext uri="{FF2B5EF4-FFF2-40B4-BE49-F238E27FC236}">
                <a16:creationId xmlns:a16="http://schemas.microsoft.com/office/drawing/2014/main" id="{5DE132D2-0035-8F31-5B6D-200C9C5DCB8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204576" y="774202"/>
            <a:ext cx="7741362" cy="468000"/>
          </a:xfrm>
          <a:solidFill>
            <a:schemeClr val="bg1"/>
          </a:solidFill>
          <a:effectLst>
            <a:innerShdw dist="6350" dir="16200000">
              <a:prstClr val="black"/>
            </a:innerShdw>
          </a:effectLst>
        </p:spPr>
        <p:txBody>
          <a:bodyPr tIns="72000" bIns="0"/>
          <a:lstStyle>
            <a:lvl1pPr>
              <a:lnSpc>
                <a:spcPct val="85000"/>
              </a:lnSpc>
              <a:spcBef>
                <a:spcPts val="0"/>
              </a:spcBef>
              <a:defRPr sz="3000">
                <a:solidFill>
                  <a:schemeClr val="tx1"/>
                </a:solidFill>
              </a:defRPr>
            </a:lvl1pPr>
          </a:lstStyle>
          <a:p>
            <a:pPr lvl="0"/>
            <a:r>
              <a:rPr lang="en-CA"/>
              <a:t>Section title</a:t>
            </a:r>
          </a:p>
        </p:txBody>
      </p:sp>
      <p:sp>
        <p:nvSpPr>
          <p:cNvPr id="21" name="Espace réservé du texte 9">
            <a:extLst>
              <a:ext uri="{FF2B5EF4-FFF2-40B4-BE49-F238E27FC236}">
                <a16:creationId xmlns:a16="http://schemas.microsoft.com/office/drawing/2014/main" id="{3C8A679E-4138-FA25-4D7D-8A86FF977A8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205288" y="1269404"/>
            <a:ext cx="7741362" cy="468000"/>
          </a:xfrm>
          <a:solidFill>
            <a:schemeClr val="bg1"/>
          </a:solidFill>
          <a:effectLst>
            <a:innerShdw dist="6350" dir="16200000">
              <a:prstClr val="black"/>
            </a:innerShdw>
          </a:effectLst>
        </p:spPr>
        <p:txBody>
          <a:bodyPr tIns="72000" bIns="0"/>
          <a:lstStyle>
            <a:lvl1pPr>
              <a:lnSpc>
                <a:spcPct val="85000"/>
              </a:lnSpc>
              <a:spcBef>
                <a:spcPts val="0"/>
              </a:spcBef>
              <a:defRPr sz="3000">
                <a:solidFill>
                  <a:schemeClr val="tx1"/>
                </a:solidFill>
              </a:defRPr>
            </a:lvl1pPr>
          </a:lstStyle>
          <a:p>
            <a:pPr lvl="0"/>
            <a:r>
              <a:rPr lang="en-CA"/>
              <a:t>Section title</a:t>
            </a:r>
          </a:p>
        </p:txBody>
      </p:sp>
      <p:sp>
        <p:nvSpPr>
          <p:cNvPr id="25" name="Espace réservé du texte 9">
            <a:extLst>
              <a:ext uri="{FF2B5EF4-FFF2-40B4-BE49-F238E27FC236}">
                <a16:creationId xmlns:a16="http://schemas.microsoft.com/office/drawing/2014/main" id="{4912813F-9796-67D8-245A-2B601D4A084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205288" y="1764606"/>
            <a:ext cx="7741362" cy="468000"/>
          </a:xfrm>
          <a:solidFill>
            <a:schemeClr val="bg1"/>
          </a:solidFill>
          <a:effectLst>
            <a:innerShdw dist="6350" dir="16200000">
              <a:prstClr val="black"/>
            </a:innerShdw>
          </a:effectLst>
        </p:spPr>
        <p:txBody>
          <a:bodyPr tIns="72000" bIns="0"/>
          <a:lstStyle>
            <a:lvl1pPr>
              <a:lnSpc>
                <a:spcPct val="85000"/>
              </a:lnSpc>
              <a:spcBef>
                <a:spcPts val="0"/>
              </a:spcBef>
              <a:defRPr sz="3000">
                <a:solidFill>
                  <a:schemeClr val="tx1"/>
                </a:solidFill>
              </a:defRPr>
            </a:lvl1pPr>
          </a:lstStyle>
          <a:p>
            <a:pPr lvl="0"/>
            <a:r>
              <a:rPr lang="en-CA"/>
              <a:t>Section title</a:t>
            </a:r>
          </a:p>
        </p:txBody>
      </p:sp>
      <p:sp>
        <p:nvSpPr>
          <p:cNvPr id="29" name="Espace réservé du texte 9">
            <a:extLst>
              <a:ext uri="{FF2B5EF4-FFF2-40B4-BE49-F238E27FC236}">
                <a16:creationId xmlns:a16="http://schemas.microsoft.com/office/drawing/2014/main" id="{A6A7E683-F05C-2B10-3964-ABE6C14E81C0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205288" y="2259808"/>
            <a:ext cx="7741362" cy="468000"/>
          </a:xfrm>
          <a:solidFill>
            <a:schemeClr val="bg1"/>
          </a:solidFill>
          <a:effectLst>
            <a:innerShdw dist="6350" dir="16200000">
              <a:prstClr val="black"/>
            </a:innerShdw>
          </a:effectLst>
        </p:spPr>
        <p:txBody>
          <a:bodyPr tIns="72000" bIns="0"/>
          <a:lstStyle>
            <a:lvl1pPr>
              <a:lnSpc>
                <a:spcPct val="85000"/>
              </a:lnSpc>
              <a:spcBef>
                <a:spcPts val="0"/>
              </a:spcBef>
              <a:defRPr sz="3000">
                <a:solidFill>
                  <a:schemeClr val="tx1"/>
                </a:solidFill>
              </a:defRPr>
            </a:lvl1pPr>
          </a:lstStyle>
          <a:p>
            <a:pPr lvl="0"/>
            <a:r>
              <a:rPr lang="en-CA"/>
              <a:t>Section title</a:t>
            </a:r>
          </a:p>
        </p:txBody>
      </p:sp>
      <p:sp>
        <p:nvSpPr>
          <p:cNvPr id="33" name="Espace réservé du texte 9">
            <a:extLst>
              <a:ext uri="{FF2B5EF4-FFF2-40B4-BE49-F238E27FC236}">
                <a16:creationId xmlns:a16="http://schemas.microsoft.com/office/drawing/2014/main" id="{1E75520E-8124-CCA8-27C3-4832A25D8D6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205288" y="2755010"/>
            <a:ext cx="7741362" cy="468000"/>
          </a:xfrm>
          <a:solidFill>
            <a:schemeClr val="bg1"/>
          </a:solidFill>
          <a:effectLst>
            <a:innerShdw dist="6350" dir="16200000">
              <a:prstClr val="black"/>
            </a:innerShdw>
          </a:effectLst>
        </p:spPr>
        <p:txBody>
          <a:bodyPr tIns="72000" bIns="0"/>
          <a:lstStyle>
            <a:lvl1pPr>
              <a:lnSpc>
                <a:spcPct val="85000"/>
              </a:lnSpc>
              <a:spcBef>
                <a:spcPts val="0"/>
              </a:spcBef>
              <a:defRPr sz="3000">
                <a:solidFill>
                  <a:schemeClr val="tx1"/>
                </a:solidFill>
              </a:defRPr>
            </a:lvl1pPr>
          </a:lstStyle>
          <a:p>
            <a:pPr lvl="0"/>
            <a:r>
              <a:rPr lang="en-CA"/>
              <a:t>Section title</a:t>
            </a:r>
          </a:p>
        </p:txBody>
      </p:sp>
      <p:sp>
        <p:nvSpPr>
          <p:cNvPr id="37" name="Espace réservé du texte 9">
            <a:extLst>
              <a:ext uri="{FF2B5EF4-FFF2-40B4-BE49-F238E27FC236}">
                <a16:creationId xmlns:a16="http://schemas.microsoft.com/office/drawing/2014/main" id="{595DB01E-F65F-8100-B744-ABE8CC4A6439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205288" y="3250212"/>
            <a:ext cx="7741362" cy="468000"/>
          </a:xfrm>
          <a:solidFill>
            <a:schemeClr val="bg1"/>
          </a:solidFill>
          <a:effectLst>
            <a:innerShdw dist="6350" dir="16200000">
              <a:prstClr val="black"/>
            </a:innerShdw>
          </a:effectLst>
        </p:spPr>
        <p:txBody>
          <a:bodyPr tIns="72000" bIns="0"/>
          <a:lstStyle>
            <a:lvl1pPr>
              <a:lnSpc>
                <a:spcPct val="85000"/>
              </a:lnSpc>
              <a:spcBef>
                <a:spcPts val="0"/>
              </a:spcBef>
              <a:defRPr sz="3000">
                <a:solidFill>
                  <a:schemeClr val="tx1"/>
                </a:solidFill>
              </a:defRPr>
            </a:lvl1pPr>
          </a:lstStyle>
          <a:p>
            <a:pPr lvl="0"/>
            <a:r>
              <a:rPr lang="en-CA"/>
              <a:t>Section title</a:t>
            </a:r>
          </a:p>
        </p:txBody>
      </p:sp>
      <p:sp>
        <p:nvSpPr>
          <p:cNvPr id="41" name="Espace réservé du texte 9">
            <a:extLst>
              <a:ext uri="{FF2B5EF4-FFF2-40B4-BE49-F238E27FC236}">
                <a16:creationId xmlns:a16="http://schemas.microsoft.com/office/drawing/2014/main" id="{D43417A6-E53A-5AD4-70CA-E104BFBACE08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4204576" y="3745414"/>
            <a:ext cx="7741362" cy="468000"/>
          </a:xfrm>
          <a:solidFill>
            <a:schemeClr val="bg1"/>
          </a:solidFill>
          <a:effectLst>
            <a:innerShdw dist="6350" dir="16200000">
              <a:prstClr val="black"/>
            </a:innerShdw>
          </a:effectLst>
        </p:spPr>
        <p:txBody>
          <a:bodyPr tIns="72000" bIns="0"/>
          <a:lstStyle>
            <a:lvl1pPr>
              <a:lnSpc>
                <a:spcPct val="85000"/>
              </a:lnSpc>
              <a:spcBef>
                <a:spcPts val="0"/>
              </a:spcBef>
              <a:defRPr sz="3000">
                <a:solidFill>
                  <a:schemeClr val="tx1"/>
                </a:solidFill>
              </a:defRPr>
            </a:lvl1pPr>
          </a:lstStyle>
          <a:p>
            <a:pPr lvl="0"/>
            <a:r>
              <a:rPr lang="en-CA"/>
              <a:t>Section title</a:t>
            </a:r>
          </a:p>
        </p:txBody>
      </p:sp>
      <p:sp>
        <p:nvSpPr>
          <p:cNvPr id="45" name="Espace réservé du texte 9">
            <a:extLst>
              <a:ext uri="{FF2B5EF4-FFF2-40B4-BE49-F238E27FC236}">
                <a16:creationId xmlns:a16="http://schemas.microsoft.com/office/drawing/2014/main" id="{4F671E33-F0CC-4208-D8AA-6B8D824D78BB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204576" y="4240616"/>
            <a:ext cx="7741362" cy="468000"/>
          </a:xfrm>
          <a:solidFill>
            <a:schemeClr val="bg1"/>
          </a:solidFill>
          <a:effectLst>
            <a:innerShdw dist="6350" dir="16200000">
              <a:prstClr val="black"/>
            </a:innerShdw>
          </a:effectLst>
        </p:spPr>
        <p:txBody>
          <a:bodyPr tIns="72000" bIns="0"/>
          <a:lstStyle>
            <a:lvl1pPr>
              <a:lnSpc>
                <a:spcPct val="85000"/>
              </a:lnSpc>
              <a:spcBef>
                <a:spcPts val="0"/>
              </a:spcBef>
              <a:defRPr sz="3000">
                <a:solidFill>
                  <a:schemeClr val="tx1"/>
                </a:solidFill>
              </a:defRPr>
            </a:lvl1pPr>
          </a:lstStyle>
          <a:p>
            <a:pPr lvl="0"/>
            <a:r>
              <a:rPr lang="en-CA"/>
              <a:t>Section title</a:t>
            </a:r>
          </a:p>
        </p:txBody>
      </p:sp>
      <p:sp>
        <p:nvSpPr>
          <p:cNvPr id="49" name="Espace réservé du texte 9">
            <a:extLst>
              <a:ext uri="{FF2B5EF4-FFF2-40B4-BE49-F238E27FC236}">
                <a16:creationId xmlns:a16="http://schemas.microsoft.com/office/drawing/2014/main" id="{324F711E-C2EF-32F4-EAEF-F1947A4018D4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4205288" y="4735818"/>
            <a:ext cx="7741362" cy="468000"/>
          </a:xfrm>
          <a:solidFill>
            <a:schemeClr val="bg1"/>
          </a:solidFill>
          <a:effectLst>
            <a:innerShdw dist="6350" dir="16200000">
              <a:prstClr val="black"/>
            </a:innerShdw>
          </a:effectLst>
        </p:spPr>
        <p:txBody>
          <a:bodyPr tIns="72000" bIns="0"/>
          <a:lstStyle>
            <a:lvl1pPr>
              <a:lnSpc>
                <a:spcPct val="85000"/>
              </a:lnSpc>
              <a:spcBef>
                <a:spcPts val="0"/>
              </a:spcBef>
              <a:defRPr sz="3000">
                <a:solidFill>
                  <a:schemeClr val="tx1"/>
                </a:solidFill>
              </a:defRPr>
            </a:lvl1pPr>
          </a:lstStyle>
          <a:p>
            <a:pPr lvl="0"/>
            <a:r>
              <a:rPr lang="en-CA"/>
              <a:t>Section title</a:t>
            </a:r>
          </a:p>
        </p:txBody>
      </p:sp>
      <p:sp>
        <p:nvSpPr>
          <p:cNvPr id="53" name="Espace réservé du texte 9">
            <a:extLst>
              <a:ext uri="{FF2B5EF4-FFF2-40B4-BE49-F238E27FC236}">
                <a16:creationId xmlns:a16="http://schemas.microsoft.com/office/drawing/2014/main" id="{8BDE2008-47CA-2D22-63C9-A07E25497A89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4205288" y="5231020"/>
            <a:ext cx="7741362" cy="468000"/>
          </a:xfrm>
          <a:solidFill>
            <a:schemeClr val="bg1"/>
          </a:solidFill>
          <a:effectLst>
            <a:innerShdw dist="6350" dir="16200000">
              <a:prstClr val="black"/>
            </a:innerShdw>
          </a:effectLst>
        </p:spPr>
        <p:txBody>
          <a:bodyPr tIns="72000" bIns="0"/>
          <a:lstStyle>
            <a:lvl1pPr>
              <a:lnSpc>
                <a:spcPct val="85000"/>
              </a:lnSpc>
              <a:spcBef>
                <a:spcPts val="0"/>
              </a:spcBef>
              <a:defRPr sz="3000">
                <a:solidFill>
                  <a:schemeClr val="tx1"/>
                </a:solidFill>
              </a:defRPr>
            </a:lvl1pPr>
          </a:lstStyle>
          <a:p>
            <a:pPr lvl="0"/>
            <a:r>
              <a:rPr lang="en-CA"/>
              <a:t>Section title</a:t>
            </a:r>
          </a:p>
        </p:txBody>
      </p:sp>
      <p:sp>
        <p:nvSpPr>
          <p:cNvPr id="57" name="Espace réservé du texte 9">
            <a:extLst>
              <a:ext uri="{FF2B5EF4-FFF2-40B4-BE49-F238E27FC236}">
                <a16:creationId xmlns:a16="http://schemas.microsoft.com/office/drawing/2014/main" id="{D3608617-ABD6-1CE4-6BC4-2473E1136FF7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4205288" y="5726221"/>
            <a:ext cx="7741362" cy="468000"/>
          </a:xfrm>
          <a:solidFill>
            <a:schemeClr val="bg1"/>
          </a:solidFill>
          <a:effectLst>
            <a:innerShdw dist="6350" dir="16200000">
              <a:prstClr val="black"/>
            </a:innerShdw>
          </a:effectLst>
        </p:spPr>
        <p:txBody>
          <a:bodyPr tIns="72000" bIns="0"/>
          <a:lstStyle>
            <a:lvl1pPr>
              <a:lnSpc>
                <a:spcPct val="85000"/>
              </a:lnSpc>
              <a:spcBef>
                <a:spcPts val="0"/>
              </a:spcBef>
              <a:defRPr sz="3000">
                <a:solidFill>
                  <a:schemeClr val="tx1"/>
                </a:solidFill>
              </a:defRPr>
            </a:lvl1pPr>
          </a:lstStyle>
          <a:p>
            <a:pPr lvl="0"/>
            <a:r>
              <a:rPr lang="en-CA"/>
              <a:t>Section title</a:t>
            </a:r>
          </a:p>
        </p:txBody>
      </p:sp>
      <p:sp>
        <p:nvSpPr>
          <p:cNvPr id="63" name="Espace réservé du pied de page 62">
            <a:extLst>
              <a:ext uri="{FF2B5EF4-FFF2-40B4-BE49-F238E27FC236}">
                <a16:creationId xmlns:a16="http://schemas.microsoft.com/office/drawing/2014/main" id="{B11FD893-0ECD-C569-7734-4136F788E406}"/>
              </a:ext>
            </a:extLst>
          </p:cNvPr>
          <p:cNvSpPr>
            <a:spLocks noGrp="1"/>
          </p:cNvSpPr>
          <p:nvPr>
            <p:ph type="ftr" sz="quarter" idx="62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4" name="Espace réservé du numéro de diapositive 63">
            <a:extLst>
              <a:ext uri="{FF2B5EF4-FFF2-40B4-BE49-F238E27FC236}">
                <a16:creationId xmlns:a16="http://schemas.microsoft.com/office/drawing/2014/main" id="{AE510988-DE02-5DB0-82D4-38C65EFFDF7D}"/>
              </a:ext>
            </a:extLst>
          </p:cNvPr>
          <p:cNvSpPr>
            <a:spLocks noGrp="1"/>
          </p:cNvSpPr>
          <p:nvPr>
            <p:ph type="sldNum" sz="quarter" idx="63"/>
          </p:nvPr>
        </p:nvSpPr>
        <p:spPr/>
        <p:txBody>
          <a:bodyPr/>
          <a:lstStyle/>
          <a:p>
            <a:fld id="{21DAE3DD-E46F-48E2-BAED-1C2B457B4828}" type="slidenum">
              <a:rPr lang="en-CA" smtClean="0"/>
              <a:pPr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165007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with numb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JET">
            <a:extLst>
              <a:ext uri="{FF2B5EF4-FFF2-40B4-BE49-F238E27FC236}">
                <a16:creationId xmlns:a16="http://schemas.microsoft.com/office/drawing/2014/main" id="{694E5D84-DD2B-683A-1966-F768CFF205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46063" y="233999"/>
            <a:ext cx="3104937" cy="180001"/>
          </a:xfrm>
        </p:spPr>
        <p:txBody>
          <a:bodyPr lIns="18000" tIns="14400" rIns="18000" bIns="0" anchor="t">
            <a:noAutofit/>
          </a:bodyPr>
          <a:lstStyle>
            <a:lvl1pPr marL="0" indent="0"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  <a:lvl2pPr>
              <a:defRPr sz="1200"/>
            </a:lvl2pPr>
            <a:lvl3pPr>
              <a:defRPr sz="110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en-CA"/>
              <a:t>Add “Agenda” or “Content”</a:t>
            </a:r>
          </a:p>
        </p:txBody>
      </p:sp>
      <p:sp>
        <p:nvSpPr>
          <p:cNvPr id="10" name="Espace réservé du texte 9">
            <a:extLst>
              <a:ext uri="{FF2B5EF4-FFF2-40B4-BE49-F238E27FC236}">
                <a16:creationId xmlns:a16="http://schemas.microsoft.com/office/drawing/2014/main" id="{60FC82E4-087E-0720-2B22-695E45F00D2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205288" y="279000"/>
            <a:ext cx="7740650" cy="468000"/>
          </a:xfrm>
          <a:solidFill>
            <a:schemeClr val="bg1"/>
          </a:solidFill>
          <a:effectLst>
            <a:innerShdw dist="6350" dir="16200000">
              <a:prstClr val="black"/>
            </a:innerShdw>
          </a:effectLst>
        </p:spPr>
        <p:txBody>
          <a:bodyPr/>
          <a:lstStyle>
            <a:lvl1pPr>
              <a:spcBef>
                <a:spcPts val="0"/>
              </a:spcBef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CA"/>
              <a:t>##</a:t>
            </a:r>
          </a:p>
        </p:txBody>
      </p:sp>
      <p:sp>
        <p:nvSpPr>
          <p:cNvPr id="13" name="Espace réservé du texte 9">
            <a:extLst>
              <a:ext uri="{FF2B5EF4-FFF2-40B4-BE49-F238E27FC236}">
                <a16:creationId xmlns:a16="http://schemas.microsoft.com/office/drawing/2014/main" id="{ED1D820B-AD44-0673-3D10-BC4E2E37F84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195888" y="279000"/>
            <a:ext cx="6750050" cy="468000"/>
          </a:xfrm>
          <a:noFill/>
          <a:effectLst/>
        </p:spPr>
        <p:txBody>
          <a:bodyPr tIns="72000" bIns="0"/>
          <a:lstStyle>
            <a:lvl1pPr>
              <a:lnSpc>
                <a:spcPct val="85000"/>
              </a:lnSpc>
              <a:spcBef>
                <a:spcPts val="0"/>
              </a:spcBef>
              <a:defRPr sz="3000">
                <a:solidFill>
                  <a:schemeClr val="tx1"/>
                </a:solidFill>
              </a:defRPr>
            </a:lvl1pPr>
          </a:lstStyle>
          <a:p>
            <a:pPr lvl="0"/>
            <a:r>
              <a:rPr lang="en-CA"/>
              <a:t>Section title</a:t>
            </a:r>
          </a:p>
        </p:txBody>
      </p:sp>
      <p:sp>
        <p:nvSpPr>
          <p:cNvPr id="15" name="Espace réservé du texte 9">
            <a:extLst>
              <a:ext uri="{FF2B5EF4-FFF2-40B4-BE49-F238E27FC236}">
                <a16:creationId xmlns:a16="http://schemas.microsoft.com/office/drawing/2014/main" id="{FF68FF0D-B78C-5367-B052-2BF92680C08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205288" y="774202"/>
            <a:ext cx="7740650" cy="468000"/>
          </a:xfrm>
          <a:solidFill>
            <a:schemeClr val="bg1"/>
          </a:solidFill>
          <a:effectLst>
            <a:innerShdw dist="6350" dir="16200000">
              <a:prstClr val="black"/>
            </a:innerShdw>
          </a:effectLst>
        </p:spPr>
        <p:txBody>
          <a:bodyPr/>
          <a:lstStyle>
            <a:lvl1pPr>
              <a:spcBef>
                <a:spcPts val="0"/>
              </a:spcBef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CA"/>
              <a:t>##</a:t>
            </a:r>
          </a:p>
        </p:txBody>
      </p:sp>
      <p:sp>
        <p:nvSpPr>
          <p:cNvPr id="17" name="Espace réservé du texte 9">
            <a:extLst>
              <a:ext uri="{FF2B5EF4-FFF2-40B4-BE49-F238E27FC236}">
                <a16:creationId xmlns:a16="http://schemas.microsoft.com/office/drawing/2014/main" id="{5DE132D2-0035-8F31-5B6D-200C9C5DCB8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195888" y="774202"/>
            <a:ext cx="6750050" cy="468000"/>
          </a:xfrm>
          <a:noFill/>
          <a:effectLst/>
        </p:spPr>
        <p:txBody>
          <a:bodyPr tIns="72000" bIns="0"/>
          <a:lstStyle>
            <a:lvl1pPr>
              <a:lnSpc>
                <a:spcPct val="85000"/>
              </a:lnSpc>
              <a:spcBef>
                <a:spcPts val="0"/>
              </a:spcBef>
              <a:defRPr sz="3000">
                <a:solidFill>
                  <a:schemeClr val="tx1"/>
                </a:solidFill>
              </a:defRPr>
            </a:lvl1pPr>
          </a:lstStyle>
          <a:p>
            <a:pPr lvl="0"/>
            <a:r>
              <a:rPr lang="en-CA"/>
              <a:t>Section title</a:t>
            </a:r>
          </a:p>
        </p:txBody>
      </p:sp>
      <p:sp>
        <p:nvSpPr>
          <p:cNvPr id="19" name="Espace réservé du texte 9">
            <a:extLst>
              <a:ext uri="{FF2B5EF4-FFF2-40B4-BE49-F238E27FC236}">
                <a16:creationId xmlns:a16="http://schemas.microsoft.com/office/drawing/2014/main" id="{670EB758-6EA9-485C-1A62-BE39F35F120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206000" y="1269404"/>
            <a:ext cx="7740650" cy="468000"/>
          </a:xfrm>
          <a:solidFill>
            <a:schemeClr val="bg1"/>
          </a:solidFill>
          <a:effectLst>
            <a:innerShdw dist="6350" dir="16200000">
              <a:prstClr val="black"/>
            </a:innerShdw>
          </a:effectLst>
        </p:spPr>
        <p:txBody>
          <a:bodyPr/>
          <a:lstStyle>
            <a:lvl1pPr>
              <a:spcBef>
                <a:spcPts val="0"/>
              </a:spcBef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CA"/>
              <a:t>##</a:t>
            </a:r>
          </a:p>
        </p:txBody>
      </p:sp>
      <p:sp>
        <p:nvSpPr>
          <p:cNvPr id="21" name="Espace réservé du texte 9">
            <a:extLst>
              <a:ext uri="{FF2B5EF4-FFF2-40B4-BE49-F238E27FC236}">
                <a16:creationId xmlns:a16="http://schemas.microsoft.com/office/drawing/2014/main" id="{3C8A679E-4138-FA25-4D7D-8A86FF977A8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196600" y="1269404"/>
            <a:ext cx="6750050" cy="468000"/>
          </a:xfrm>
          <a:noFill/>
          <a:effectLst/>
        </p:spPr>
        <p:txBody>
          <a:bodyPr tIns="72000" bIns="0"/>
          <a:lstStyle>
            <a:lvl1pPr>
              <a:lnSpc>
                <a:spcPct val="85000"/>
              </a:lnSpc>
              <a:spcBef>
                <a:spcPts val="0"/>
              </a:spcBef>
              <a:defRPr sz="3000">
                <a:solidFill>
                  <a:schemeClr val="tx1"/>
                </a:solidFill>
              </a:defRPr>
            </a:lvl1pPr>
          </a:lstStyle>
          <a:p>
            <a:pPr lvl="0"/>
            <a:r>
              <a:rPr lang="en-CA"/>
              <a:t>Section title</a:t>
            </a:r>
          </a:p>
        </p:txBody>
      </p:sp>
      <p:sp>
        <p:nvSpPr>
          <p:cNvPr id="23" name="Espace réservé du texte 9">
            <a:extLst>
              <a:ext uri="{FF2B5EF4-FFF2-40B4-BE49-F238E27FC236}">
                <a16:creationId xmlns:a16="http://schemas.microsoft.com/office/drawing/2014/main" id="{B3257077-FDEB-4E7A-F3B4-51F2372338E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206000" y="1764606"/>
            <a:ext cx="7740650" cy="468000"/>
          </a:xfrm>
          <a:solidFill>
            <a:schemeClr val="bg1"/>
          </a:solidFill>
          <a:effectLst>
            <a:innerShdw dist="6350" dir="16200000">
              <a:prstClr val="black"/>
            </a:innerShdw>
          </a:effectLst>
        </p:spPr>
        <p:txBody>
          <a:bodyPr/>
          <a:lstStyle>
            <a:lvl1pPr>
              <a:spcBef>
                <a:spcPts val="0"/>
              </a:spcBef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CA"/>
              <a:t>##</a:t>
            </a:r>
          </a:p>
        </p:txBody>
      </p:sp>
      <p:sp>
        <p:nvSpPr>
          <p:cNvPr id="25" name="Espace réservé du texte 9">
            <a:extLst>
              <a:ext uri="{FF2B5EF4-FFF2-40B4-BE49-F238E27FC236}">
                <a16:creationId xmlns:a16="http://schemas.microsoft.com/office/drawing/2014/main" id="{4912813F-9796-67D8-245A-2B601D4A084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196600" y="1764606"/>
            <a:ext cx="6750050" cy="468000"/>
          </a:xfrm>
          <a:noFill/>
          <a:effectLst/>
        </p:spPr>
        <p:txBody>
          <a:bodyPr tIns="72000" bIns="0"/>
          <a:lstStyle>
            <a:lvl1pPr>
              <a:lnSpc>
                <a:spcPct val="85000"/>
              </a:lnSpc>
              <a:spcBef>
                <a:spcPts val="0"/>
              </a:spcBef>
              <a:defRPr sz="3000">
                <a:solidFill>
                  <a:schemeClr val="tx1"/>
                </a:solidFill>
              </a:defRPr>
            </a:lvl1pPr>
          </a:lstStyle>
          <a:p>
            <a:pPr lvl="0"/>
            <a:r>
              <a:rPr lang="en-CA"/>
              <a:t>Section title</a:t>
            </a:r>
          </a:p>
        </p:txBody>
      </p:sp>
      <p:sp>
        <p:nvSpPr>
          <p:cNvPr id="27" name="Espace réservé du texte 9">
            <a:extLst>
              <a:ext uri="{FF2B5EF4-FFF2-40B4-BE49-F238E27FC236}">
                <a16:creationId xmlns:a16="http://schemas.microsoft.com/office/drawing/2014/main" id="{00674CE2-2A8B-E24E-57F3-700637C284F0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206000" y="2259808"/>
            <a:ext cx="7740650" cy="468000"/>
          </a:xfrm>
          <a:solidFill>
            <a:schemeClr val="bg1"/>
          </a:solidFill>
          <a:effectLst>
            <a:innerShdw dist="6350" dir="16200000">
              <a:prstClr val="black"/>
            </a:innerShdw>
          </a:effectLst>
        </p:spPr>
        <p:txBody>
          <a:bodyPr/>
          <a:lstStyle>
            <a:lvl1pPr>
              <a:spcBef>
                <a:spcPts val="0"/>
              </a:spcBef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CA"/>
              <a:t>##</a:t>
            </a:r>
          </a:p>
        </p:txBody>
      </p:sp>
      <p:sp>
        <p:nvSpPr>
          <p:cNvPr id="29" name="Espace réservé du texte 9">
            <a:extLst>
              <a:ext uri="{FF2B5EF4-FFF2-40B4-BE49-F238E27FC236}">
                <a16:creationId xmlns:a16="http://schemas.microsoft.com/office/drawing/2014/main" id="{A6A7E683-F05C-2B10-3964-ABE6C14E81C0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196600" y="2259808"/>
            <a:ext cx="6750050" cy="468000"/>
          </a:xfrm>
          <a:noFill/>
          <a:effectLst/>
        </p:spPr>
        <p:txBody>
          <a:bodyPr tIns="72000" bIns="0"/>
          <a:lstStyle>
            <a:lvl1pPr>
              <a:lnSpc>
                <a:spcPct val="85000"/>
              </a:lnSpc>
              <a:spcBef>
                <a:spcPts val="0"/>
              </a:spcBef>
              <a:defRPr sz="3000">
                <a:solidFill>
                  <a:schemeClr val="tx1"/>
                </a:solidFill>
              </a:defRPr>
            </a:lvl1pPr>
          </a:lstStyle>
          <a:p>
            <a:pPr lvl="0"/>
            <a:r>
              <a:rPr lang="en-CA"/>
              <a:t>Section title</a:t>
            </a:r>
          </a:p>
        </p:txBody>
      </p:sp>
      <p:sp>
        <p:nvSpPr>
          <p:cNvPr id="31" name="Espace réservé du texte 9">
            <a:extLst>
              <a:ext uri="{FF2B5EF4-FFF2-40B4-BE49-F238E27FC236}">
                <a16:creationId xmlns:a16="http://schemas.microsoft.com/office/drawing/2014/main" id="{7519616D-848C-099C-27B0-56CA673B632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206000" y="2755010"/>
            <a:ext cx="7740650" cy="468000"/>
          </a:xfrm>
          <a:solidFill>
            <a:schemeClr val="bg1"/>
          </a:solidFill>
          <a:effectLst>
            <a:innerShdw dist="6350" dir="16200000">
              <a:prstClr val="black"/>
            </a:innerShdw>
          </a:effectLst>
        </p:spPr>
        <p:txBody>
          <a:bodyPr/>
          <a:lstStyle>
            <a:lvl1pPr>
              <a:spcBef>
                <a:spcPts val="0"/>
              </a:spcBef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CA"/>
              <a:t>##</a:t>
            </a:r>
          </a:p>
        </p:txBody>
      </p:sp>
      <p:sp>
        <p:nvSpPr>
          <p:cNvPr id="33" name="Espace réservé du texte 9">
            <a:extLst>
              <a:ext uri="{FF2B5EF4-FFF2-40B4-BE49-F238E27FC236}">
                <a16:creationId xmlns:a16="http://schemas.microsoft.com/office/drawing/2014/main" id="{1E75520E-8124-CCA8-27C3-4832A25D8D6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196600" y="2755010"/>
            <a:ext cx="6750050" cy="468000"/>
          </a:xfrm>
          <a:noFill/>
          <a:effectLst/>
        </p:spPr>
        <p:txBody>
          <a:bodyPr tIns="72000" bIns="0"/>
          <a:lstStyle>
            <a:lvl1pPr>
              <a:lnSpc>
                <a:spcPct val="85000"/>
              </a:lnSpc>
              <a:spcBef>
                <a:spcPts val="0"/>
              </a:spcBef>
              <a:defRPr sz="3000">
                <a:solidFill>
                  <a:schemeClr val="tx1"/>
                </a:solidFill>
              </a:defRPr>
            </a:lvl1pPr>
          </a:lstStyle>
          <a:p>
            <a:pPr lvl="0"/>
            <a:r>
              <a:rPr lang="en-CA"/>
              <a:t>Section title</a:t>
            </a:r>
          </a:p>
        </p:txBody>
      </p:sp>
      <p:sp>
        <p:nvSpPr>
          <p:cNvPr id="35" name="Espace réservé du texte 9">
            <a:extLst>
              <a:ext uri="{FF2B5EF4-FFF2-40B4-BE49-F238E27FC236}">
                <a16:creationId xmlns:a16="http://schemas.microsoft.com/office/drawing/2014/main" id="{F66757F4-0BCB-39D3-DC21-5624BE83FB06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206000" y="3250212"/>
            <a:ext cx="7740650" cy="468000"/>
          </a:xfrm>
          <a:solidFill>
            <a:schemeClr val="bg1"/>
          </a:solidFill>
          <a:effectLst>
            <a:innerShdw dist="6350" dir="16200000">
              <a:prstClr val="black"/>
            </a:innerShdw>
          </a:effectLst>
        </p:spPr>
        <p:txBody>
          <a:bodyPr/>
          <a:lstStyle>
            <a:lvl1pPr>
              <a:spcBef>
                <a:spcPts val="0"/>
              </a:spcBef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CA"/>
              <a:t>##</a:t>
            </a:r>
          </a:p>
        </p:txBody>
      </p:sp>
      <p:sp>
        <p:nvSpPr>
          <p:cNvPr id="37" name="Espace réservé du texte 9">
            <a:extLst>
              <a:ext uri="{FF2B5EF4-FFF2-40B4-BE49-F238E27FC236}">
                <a16:creationId xmlns:a16="http://schemas.microsoft.com/office/drawing/2014/main" id="{595DB01E-F65F-8100-B744-ABE8CC4A6439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196600" y="3250212"/>
            <a:ext cx="6750050" cy="468000"/>
          </a:xfrm>
          <a:noFill/>
          <a:effectLst/>
        </p:spPr>
        <p:txBody>
          <a:bodyPr tIns="72000" bIns="0"/>
          <a:lstStyle>
            <a:lvl1pPr>
              <a:lnSpc>
                <a:spcPct val="85000"/>
              </a:lnSpc>
              <a:spcBef>
                <a:spcPts val="0"/>
              </a:spcBef>
              <a:defRPr sz="3000">
                <a:solidFill>
                  <a:schemeClr val="tx1"/>
                </a:solidFill>
              </a:defRPr>
            </a:lvl1pPr>
          </a:lstStyle>
          <a:p>
            <a:pPr lvl="0"/>
            <a:r>
              <a:rPr lang="en-CA"/>
              <a:t>Section title</a:t>
            </a:r>
          </a:p>
        </p:txBody>
      </p:sp>
      <p:sp>
        <p:nvSpPr>
          <p:cNvPr id="39" name="Espace réservé du texte 9">
            <a:extLst>
              <a:ext uri="{FF2B5EF4-FFF2-40B4-BE49-F238E27FC236}">
                <a16:creationId xmlns:a16="http://schemas.microsoft.com/office/drawing/2014/main" id="{DFE8EF02-9D08-B81B-3FC5-C3B70A731485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4205288" y="3745414"/>
            <a:ext cx="7740650" cy="468000"/>
          </a:xfrm>
          <a:solidFill>
            <a:schemeClr val="bg1"/>
          </a:solidFill>
          <a:effectLst>
            <a:innerShdw dist="6350" dir="16200000">
              <a:prstClr val="black"/>
            </a:innerShdw>
          </a:effectLst>
        </p:spPr>
        <p:txBody>
          <a:bodyPr/>
          <a:lstStyle>
            <a:lvl1pPr>
              <a:spcBef>
                <a:spcPts val="0"/>
              </a:spcBef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CA"/>
              <a:t>##</a:t>
            </a:r>
          </a:p>
        </p:txBody>
      </p:sp>
      <p:sp>
        <p:nvSpPr>
          <p:cNvPr id="41" name="Espace réservé du texte 9">
            <a:extLst>
              <a:ext uri="{FF2B5EF4-FFF2-40B4-BE49-F238E27FC236}">
                <a16:creationId xmlns:a16="http://schemas.microsoft.com/office/drawing/2014/main" id="{D43417A6-E53A-5AD4-70CA-E104BFBACE08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5195888" y="3745414"/>
            <a:ext cx="6750050" cy="468000"/>
          </a:xfrm>
          <a:noFill/>
          <a:effectLst/>
        </p:spPr>
        <p:txBody>
          <a:bodyPr tIns="72000" bIns="0"/>
          <a:lstStyle>
            <a:lvl1pPr>
              <a:lnSpc>
                <a:spcPct val="85000"/>
              </a:lnSpc>
              <a:spcBef>
                <a:spcPts val="0"/>
              </a:spcBef>
              <a:defRPr sz="3000">
                <a:solidFill>
                  <a:schemeClr val="tx1"/>
                </a:solidFill>
              </a:defRPr>
            </a:lvl1pPr>
          </a:lstStyle>
          <a:p>
            <a:pPr lvl="0"/>
            <a:r>
              <a:rPr lang="en-CA"/>
              <a:t>Section title</a:t>
            </a:r>
          </a:p>
        </p:txBody>
      </p:sp>
      <p:sp>
        <p:nvSpPr>
          <p:cNvPr id="43" name="Espace réservé du texte 9">
            <a:extLst>
              <a:ext uri="{FF2B5EF4-FFF2-40B4-BE49-F238E27FC236}">
                <a16:creationId xmlns:a16="http://schemas.microsoft.com/office/drawing/2014/main" id="{84AD13E5-F8A7-2168-F404-D962B4E0394B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205288" y="4240616"/>
            <a:ext cx="7740650" cy="468000"/>
          </a:xfrm>
          <a:solidFill>
            <a:schemeClr val="bg1"/>
          </a:solidFill>
          <a:effectLst>
            <a:innerShdw dist="6350" dir="16200000">
              <a:prstClr val="black"/>
            </a:innerShdw>
          </a:effectLst>
        </p:spPr>
        <p:txBody>
          <a:bodyPr/>
          <a:lstStyle>
            <a:lvl1pPr>
              <a:spcBef>
                <a:spcPts val="0"/>
              </a:spcBef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CA"/>
              <a:t>##</a:t>
            </a:r>
          </a:p>
        </p:txBody>
      </p:sp>
      <p:sp>
        <p:nvSpPr>
          <p:cNvPr id="45" name="Espace réservé du texte 9">
            <a:extLst>
              <a:ext uri="{FF2B5EF4-FFF2-40B4-BE49-F238E27FC236}">
                <a16:creationId xmlns:a16="http://schemas.microsoft.com/office/drawing/2014/main" id="{4F671E33-F0CC-4208-D8AA-6B8D824D78BB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5195888" y="4240616"/>
            <a:ext cx="6750050" cy="468000"/>
          </a:xfrm>
          <a:noFill/>
          <a:effectLst/>
        </p:spPr>
        <p:txBody>
          <a:bodyPr tIns="72000" bIns="0"/>
          <a:lstStyle>
            <a:lvl1pPr>
              <a:lnSpc>
                <a:spcPct val="85000"/>
              </a:lnSpc>
              <a:spcBef>
                <a:spcPts val="0"/>
              </a:spcBef>
              <a:defRPr sz="3000">
                <a:solidFill>
                  <a:schemeClr val="tx1"/>
                </a:solidFill>
              </a:defRPr>
            </a:lvl1pPr>
          </a:lstStyle>
          <a:p>
            <a:pPr lvl="0"/>
            <a:r>
              <a:rPr lang="en-CA"/>
              <a:t>Section title</a:t>
            </a:r>
          </a:p>
        </p:txBody>
      </p:sp>
      <p:sp>
        <p:nvSpPr>
          <p:cNvPr id="47" name="Espace réservé du texte 9">
            <a:extLst>
              <a:ext uri="{FF2B5EF4-FFF2-40B4-BE49-F238E27FC236}">
                <a16:creationId xmlns:a16="http://schemas.microsoft.com/office/drawing/2014/main" id="{F59D75B1-E872-8900-E4B8-48C4FE95DE41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4206000" y="4735818"/>
            <a:ext cx="7740650" cy="468000"/>
          </a:xfrm>
          <a:solidFill>
            <a:schemeClr val="bg1"/>
          </a:solidFill>
          <a:effectLst>
            <a:innerShdw dist="6350" dir="16200000">
              <a:prstClr val="black"/>
            </a:innerShdw>
          </a:effectLst>
        </p:spPr>
        <p:txBody>
          <a:bodyPr/>
          <a:lstStyle>
            <a:lvl1pPr>
              <a:spcBef>
                <a:spcPts val="0"/>
              </a:spcBef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CA"/>
              <a:t>##</a:t>
            </a:r>
          </a:p>
        </p:txBody>
      </p:sp>
      <p:sp>
        <p:nvSpPr>
          <p:cNvPr id="49" name="Espace réservé du texte 9">
            <a:extLst>
              <a:ext uri="{FF2B5EF4-FFF2-40B4-BE49-F238E27FC236}">
                <a16:creationId xmlns:a16="http://schemas.microsoft.com/office/drawing/2014/main" id="{324F711E-C2EF-32F4-EAEF-F1947A4018D4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196600" y="4735818"/>
            <a:ext cx="6750050" cy="468000"/>
          </a:xfrm>
          <a:noFill/>
          <a:effectLst/>
        </p:spPr>
        <p:txBody>
          <a:bodyPr tIns="72000" bIns="0"/>
          <a:lstStyle>
            <a:lvl1pPr>
              <a:lnSpc>
                <a:spcPct val="85000"/>
              </a:lnSpc>
              <a:spcBef>
                <a:spcPts val="0"/>
              </a:spcBef>
              <a:defRPr sz="3000">
                <a:solidFill>
                  <a:schemeClr val="tx1"/>
                </a:solidFill>
              </a:defRPr>
            </a:lvl1pPr>
          </a:lstStyle>
          <a:p>
            <a:pPr lvl="0"/>
            <a:r>
              <a:rPr lang="en-CA"/>
              <a:t>Section title</a:t>
            </a:r>
          </a:p>
        </p:txBody>
      </p:sp>
      <p:sp>
        <p:nvSpPr>
          <p:cNvPr id="51" name="Espace réservé du texte 9">
            <a:extLst>
              <a:ext uri="{FF2B5EF4-FFF2-40B4-BE49-F238E27FC236}">
                <a16:creationId xmlns:a16="http://schemas.microsoft.com/office/drawing/2014/main" id="{37FC3340-F09B-2FF0-A044-F3EF5DE17F68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4206000" y="5231020"/>
            <a:ext cx="7740650" cy="468000"/>
          </a:xfrm>
          <a:solidFill>
            <a:schemeClr val="bg1"/>
          </a:solidFill>
          <a:effectLst>
            <a:innerShdw dist="6350" dir="16200000">
              <a:prstClr val="black"/>
            </a:innerShdw>
          </a:effectLst>
        </p:spPr>
        <p:txBody>
          <a:bodyPr/>
          <a:lstStyle>
            <a:lvl1pPr>
              <a:spcBef>
                <a:spcPts val="0"/>
              </a:spcBef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CA"/>
              <a:t>##</a:t>
            </a:r>
          </a:p>
        </p:txBody>
      </p:sp>
      <p:sp>
        <p:nvSpPr>
          <p:cNvPr id="53" name="Espace réservé du texte 9">
            <a:extLst>
              <a:ext uri="{FF2B5EF4-FFF2-40B4-BE49-F238E27FC236}">
                <a16:creationId xmlns:a16="http://schemas.microsoft.com/office/drawing/2014/main" id="{8BDE2008-47CA-2D22-63C9-A07E25497A89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5196600" y="5231020"/>
            <a:ext cx="6750050" cy="468000"/>
          </a:xfrm>
          <a:noFill/>
          <a:effectLst/>
        </p:spPr>
        <p:txBody>
          <a:bodyPr tIns="72000" bIns="0"/>
          <a:lstStyle>
            <a:lvl1pPr>
              <a:lnSpc>
                <a:spcPct val="85000"/>
              </a:lnSpc>
              <a:spcBef>
                <a:spcPts val="0"/>
              </a:spcBef>
              <a:defRPr sz="3000">
                <a:solidFill>
                  <a:schemeClr val="tx1"/>
                </a:solidFill>
              </a:defRPr>
            </a:lvl1pPr>
          </a:lstStyle>
          <a:p>
            <a:pPr lvl="0"/>
            <a:r>
              <a:rPr lang="en-CA"/>
              <a:t>Section title</a:t>
            </a:r>
          </a:p>
        </p:txBody>
      </p:sp>
      <p:sp>
        <p:nvSpPr>
          <p:cNvPr id="55" name="Espace réservé du texte 9">
            <a:extLst>
              <a:ext uri="{FF2B5EF4-FFF2-40B4-BE49-F238E27FC236}">
                <a16:creationId xmlns:a16="http://schemas.microsoft.com/office/drawing/2014/main" id="{9497A37B-7C97-DBE2-BE1F-3CBE870E77C2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4206000" y="5726221"/>
            <a:ext cx="7740650" cy="468000"/>
          </a:xfrm>
          <a:solidFill>
            <a:schemeClr val="bg1"/>
          </a:solidFill>
          <a:effectLst>
            <a:innerShdw dist="6350" dir="16200000">
              <a:prstClr val="black"/>
            </a:innerShdw>
          </a:effectLst>
        </p:spPr>
        <p:txBody>
          <a:bodyPr/>
          <a:lstStyle>
            <a:lvl1pPr>
              <a:spcBef>
                <a:spcPts val="0"/>
              </a:spcBef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CA"/>
              <a:t>##</a:t>
            </a:r>
          </a:p>
        </p:txBody>
      </p:sp>
      <p:sp>
        <p:nvSpPr>
          <p:cNvPr id="57" name="Espace réservé du texte 9">
            <a:extLst>
              <a:ext uri="{FF2B5EF4-FFF2-40B4-BE49-F238E27FC236}">
                <a16:creationId xmlns:a16="http://schemas.microsoft.com/office/drawing/2014/main" id="{D3608617-ABD6-1CE4-6BC4-2473E1136FF7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5196600" y="5726221"/>
            <a:ext cx="6750050" cy="468000"/>
          </a:xfrm>
          <a:noFill/>
          <a:effectLst/>
        </p:spPr>
        <p:txBody>
          <a:bodyPr tIns="72000" bIns="0"/>
          <a:lstStyle>
            <a:lvl1pPr>
              <a:lnSpc>
                <a:spcPct val="85000"/>
              </a:lnSpc>
              <a:spcBef>
                <a:spcPts val="0"/>
              </a:spcBef>
              <a:defRPr sz="3000">
                <a:solidFill>
                  <a:schemeClr val="tx1"/>
                </a:solidFill>
              </a:defRPr>
            </a:lvl1pPr>
          </a:lstStyle>
          <a:p>
            <a:pPr lvl="0"/>
            <a:r>
              <a:rPr lang="en-CA"/>
              <a:t>Section title</a:t>
            </a:r>
          </a:p>
        </p:txBody>
      </p:sp>
      <p:sp>
        <p:nvSpPr>
          <p:cNvPr id="63" name="Espace réservé du pied de page 62">
            <a:extLst>
              <a:ext uri="{FF2B5EF4-FFF2-40B4-BE49-F238E27FC236}">
                <a16:creationId xmlns:a16="http://schemas.microsoft.com/office/drawing/2014/main" id="{B11FD893-0ECD-C569-7734-4136F788E406}"/>
              </a:ext>
            </a:extLst>
          </p:cNvPr>
          <p:cNvSpPr>
            <a:spLocks noGrp="1"/>
          </p:cNvSpPr>
          <p:nvPr>
            <p:ph type="ftr" sz="quarter" idx="62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4" name="Espace réservé du numéro de diapositive 63">
            <a:extLst>
              <a:ext uri="{FF2B5EF4-FFF2-40B4-BE49-F238E27FC236}">
                <a16:creationId xmlns:a16="http://schemas.microsoft.com/office/drawing/2014/main" id="{AE510988-DE02-5DB0-82D4-38C65EFFDF7D}"/>
              </a:ext>
            </a:extLst>
          </p:cNvPr>
          <p:cNvSpPr>
            <a:spLocks noGrp="1"/>
          </p:cNvSpPr>
          <p:nvPr>
            <p:ph type="sldNum" sz="quarter" idx="63"/>
          </p:nvPr>
        </p:nvSpPr>
        <p:spPr/>
        <p:txBody>
          <a:bodyPr/>
          <a:lstStyle/>
          <a:p>
            <a:fld id="{21DAE3DD-E46F-48E2-BAED-1C2B457B4828}" type="slidenum">
              <a:rPr lang="en-CA" smtClean="0"/>
              <a:pPr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8791535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JET">
            <a:extLst>
              <a:ext uri="{FF2B5EF4-FFF2-40B4-BE49-F238E27FC236}">
                <a16:creationId xmlns:a16="http://schemas.microsoft.com/office/drawing/2014/main" id="{694E5D84-DD2B-683A-1966-F768CFF205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46063" y="233999"/>
            <a:ext cx="3104937" cy="180001"/>
          </a:xfrm>
        </p:spPr>
        <p:txBody>
          <a:bodyPr lIns="18000" tIns="14400" rIns="18000" bIns="0" anchor="t">
            <a:noAutofit/>
          </a:bodyPr>
          <a:lstStyle>
            <a:lvl1pPr marL="0" indent="0"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  <a:lvl2pPr>
              <a:defRPr sz="1200"/>
            </a:lvl2pPr>
            <a:lvl3pPr>
              <a:defRPr sz="110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en-CA"/>
              <a:t>Add “Agenda” or “Content”</a:t>
            </a:r>
          </a:p>
        </p:txBody>
      </p:sp>
      <p:sp>
        <p:nvSpPr>
          <p:cNvPr id="10" name="Espace réservé du texte 9">
            <a:extLst>
              <a:ext uri="{FF2B5EF4-FFF2-40B4-BE49-F238E27FC236}">
                <a16:creationId xmlns:a16="http://schemas.microsoft.com/office/drawing/2014/main" id="{60FC82E4-087E-0720-2B22-695E45F00D2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205288" y="279000"/>
            <a:ext cx="7740650" cy="468000"/>
          </a:xfrm>
          <a:solidFill>
            <a:schemeClr val="bg1"/>
          </a:solidFill>
          <a:effectLst>
            <a:innerShdw dist="6350" dir="16200000">
              <a:prstClr val="black"/>
            </a:innerShdw>
          </a:effectLst>
        </p:spPr>
        <p:txBody>
          <a:bodyPr/>
          <a:lstStyle>
            <a:lvl1pPr>
              <a:spcBef>
                <a:spcPts val="0"/>
              </a:spcBef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en-CA"/>
              <a:t>##</a:t>
            </a:r>
          </a:p>
        </p:txBody>
      </p:sp>
      <p:sp>
        <p:nvSpPr>
          <p:cNvPr id="11" name="Espace réservé du texte 9">
            <a:extLst>
              <a:ext uri="{FF2B5EF4-FFF2-40B4-BE49-F238E27FC236}">
                <a16:creationId xmlns:a16="http://schemas.microsoft.com/office/drawing/2014/main" id="{4E18E60D-FB25-B4A8-93AB-2E4B4A9E5ED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195887" y="279000"/>
            <a:ext cx="2745113" cy="468000"/>
          </a:xfrm>
          <a:noFill/>
          <a:effectLst/>
        </p:spPr>
        <p:txBody>
          <a:bodyPr/>
          <a:lstStyle>
            <a:lvl1pPr>
              <a:spcBef>
                <a:spcPts val="0"/>
              </a:spcBef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en-CA"/>
              <a:t>Section title</a:t>
            </a:r>
          </a:p>
        </p:txBody>
      </p:sp>
      <p:sp>
        <p:nvSpPr>
          <p:cNvPr id="13" name="Espace réservé du texte 9">
            <a:extLst>
              <a:ext uri="{FF2B5EF4-FFF2-40B4-BE49-F238E27FC236}">
                <a16:creationId xmlns:a16="http://schemas.microsoft.com/office/drawing/2014/main" id="{ED1D820B-AD44-0673-3D10-BC4E2E37F84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301000" y="279000"/>
            <a:ext cx="2654338" cy="468000"/>
          </a:xfrm>
          <a:noFill/>
          <a:effectLst/>
        </p:spPr>
        <p:txBody>
          <a:bodyPr tIns="72000" bIns="0"/>
          <a:lstStyle>
            <a:lvl1pPr>
              <a:lnSpc>
                <a:spcPct val="85000"/>
              </a:lnSpc>
              <a:spcBef>
                <a:spcPts val="0"/>
              </a:spcBef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CA"/>
              <a:t>Subsection title</a:t>
            </a:r>
          </a:p>
        </p:txBody>
      </p:sp>
      <p:sp>
        <p:nvSpPr>
          <p:cNvPr id="14" name="Espace réservé du texte 9">
            <a:extLst>
              <a:ext uri="{FF2B5EF4-FFF2-40B4-BE49-F238E27FC236}">
                <a16:creationId xmlns:a16="http://schemas.microsoft.com/office/drawing/2014/main" id="{3F2C3C36-547C-5A78-6105-DE05C300090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1090275" y="279000"/>
            <a:ext cx="855725" cy="468000"/>
          </a:xfrm>
          <a:noFill/>
          <a:effectLst/>
        </p:spPr>
        <p:txBody>
          <a:bodyPr/>
          <a:lstStyle>
            <a:lvl1pPr algn="r">
              <a:spcBef>
                <a:spcPts val="0"/>
              </a:spcBef>
              <a:defRPr sz="16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CA"/>
              <a:t>p. x</a:t>
            </a:r>
          </a:p>
        </p:txBody>
      </p:sp>
      <p:sp>
        <p:nvSpPr>
          <p:cNvPr id="15" name="Espace réservé du texte 9">
            <a:extLst>
              <a:ext uri="{FF2B5EF4-FFF2-40B4-BE49-F238E27FC236}">
                <a16:creationId xmlns:a16="http://schemas.microsoft.com/office/drawing/2014/main" id="{FF68FF0D-B78C-5367-B052-2BF92680C08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205288" y="774202"/>
            <a:ext cx="7740650" cy="468000"/>
          </a:xfrm>
          <a:solidFill>
            <a:schemeClr val="bg1"/>
          </a:solidFill>
          <a:effectLst>
            <a:innerShdw dist="6350" dir="16200000">
              <a:prstClr val="black"/>
            </a:innerShdw>
          </a:effectLst>
        </p:spPr>
        <p:txBody>
          <a:bodyPr/>
          <a:lstStyle>
            <a:lvl1pPr>
              <a:spcBef>
                <a:spcPts val="0"/>
              </a:spcBef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en-CA"/>
              <a:t>##</a:t>
            </a:r>
          </a:p>
        </p:txBody>
      </p:sp>
      <p:sp>
        <p:nvSpPr>
          <p:cNvPr id="16" name="Espace réservé du texte 9">
            <a:extLst>
              <a:ext uri="{FF2B5EF4-FFF2-40B4-BE49-F238E27FC236}">
                <a16:creationId xmlns:a16="http://schemas.microsoft.com/office/drawing/2014/main" id="{32058D2C-61D2-190E-08F9-9F49221095A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195887" y="774202"/>
            <a:ext cx="2745113" cy="468000"/>
          </a:xfrm>
          <a:noFill/>
          <a:effectLst/>
        </p:spPr>
        <p:txBody>
          <a:bodyPr/>
          <a:lstStyle>
            <a:lvl1pPr>
              <a:spcBef>
                <a:spcPts val="0"/>
              </a:spcBef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en-CA"/>
              <a:t>Section title</a:t>
            </a:r>
          </a:p>
        </p:txBody>
      </p:sp>
      <p:sp>
        <p:nvSpPr>
          <p:cNvPr id="17" name="Espace réservé du texte 9">
            <a:extLst>
              <a:ext uri="{FF2B5EF4-FFF2-40B4-BE49-F238E27FC236}">
                <a16:creationId xmlns:a16="http://schemas.microsoft.com/office/drawing/2014/main" id="{5DE132D2-0035-8F31-5B6D-200C9C5DCB8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301000" y="774202"/>
            <a:ext cx="2654338" cy="468000"/>
          </a:xfrm>
          <a:noFill/>
          <a:effectLst/>
        </p:spPr>
        <p:txBody>
          <a:bodyPr tIns="72000" bIns="0"/>
          <a:lstStyle>
            <a:lvl1pPr>
              <a:lnSpc>
                <a:spcPct val="85000"/>
              </a:lnSpc>
              <a:spcBef>
                <a:spcPts val="0"/>
              </a:spcBef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CA"/>
              <a:t>Subsection title</a:t>
            </a:r>
          </a:p>
        </p:txBody>
      </p:sp>
      <p:sp>
        <p:nvSpPr>
          <p:cNvPr id="18" name="Espace réservé du texte 9">
            <a:extLst>
              <a:ext uri="{FF2B5EF4-FFF2-40B4-BE49-F238E27FC236}">
                <a16:creationId xmlns:a16="http://schemas.microsoft.com/office/drawing/2014/main" id="{1531A067-E757-00C8-8111-8D957EAE05D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1090275" y="774202"/>
            <a:ext cx="855725" cy="468000"/>
          </a:xfrm>
          <a:noFill/>
          <a:effectLst/>
        </p:spPr>
        <p:txBody>
          <a:bodyPr/>
          <a:lstStyle>
            <a:lvl1pPr algn="r">
              <a:spcBef>
                <a:spcPts val="0"/>
              </a:spcBef>
              <a:defRPr sz="16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CA"/>
              <a:t>p. x</a:t>
            </a:r>
          </a:p>
        </p:txBody>
      </p:sp>
      <p:sp>
        <p:nvSpPr>
          <p:cNvPr id="19" name="Espace réservé du texte 9">
            <a:extLst>
              <a:ext uri="{FF2B5EF4-FFF2-40B4-BE49-F238E27FC236}">
                <a16:creationId xmlns:a16="http://schemas.microsoft.com/office/drawing/2014/main" id="{670EB758-6EA9-485C-1A62-BE39F35F120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206000" y="1269404"/>
            <a:ext cx="7740650" cy="468000"/>
          </a:xfrm>
          <a:solidFill>
            <a:schemeClr val="bg1"/>
          </a:solidFill>
          <a:effectLst>
            <a:innerShdw dist="6350" dir="16200000">
              <a:prstClr val="black"/>
            </a:innerShdw>
          </a:effectLst>
        </p:spPr>
        <p:txBody>
          <a:bodyPr/>
          <a:lstStyle>
            <a:lvl1pPr>
              <a:spcBef>
                <a:spcPts val="0"/>
              </a:spcBef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en-CA"/>
              <a:t>##</a:t>
            </a:r>
          </a:p>
        </p:txBody>
      </p:sp>
      <p:sp>
        <p:nvSpPr>
          <p:cNvPr id="20" name="Espace réservé du texte 9">
            <a:extLst>
              <a:ext uri="{FF2B5EF4-FFF2-40B4-BE49-F238E27FC236}">
                <a16:creationId xmlns:a16="http://schemas.microsoft.com/office/drawing/2014/main" id="{CFF371E2-4458-726B-7AFE-0AB650FE424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196599" y="1269404"/>
            <a:ext cx="2745113" cy="468000"/>
          </a:xfrm>
          <a:noFill/>
          <a:effectLst/>
        </p:spPr>
        <p:txBody>
          <a:bodyPr/>
          <a:lstStyle>
            <a:lvl1pPr>
              <a:spcBef>
                <a:spcPts val="0"/>
              </a:spcBef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en-CA"/>
              <a:t>Section title</a:t>
            </a:r>
          </a:p>
        </p:txBody>
      </p:sp>
      <p:sp>
        <p:nvSpPr>
          <p:cNvPr id="21" name="Espace réservé du texte 9">
            <a:extLst>
              <a:ext uri="{FF2B5EF4-FFF2-40B4-BE49-F238E27FC236}">
                <a16:creationId xmlns:a16="http://schemas.microsoft.com/office/drawing/2014/main" id="{3C8A679E-4138-FA25-4D7D-8A86FF977A8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301712" y="1269404"/>
            <a:ext cx="2654338" cy="468000"/>
          </a:xfrm>
          <a:noFill/>
          <a:effectLst/>
        </p:spPr>
        <p:txBody>
          <a:bodyPr tIns="72000" bIns="0"/>
          <a:lstStyle>
            <a:lvl1pPr>
              <a:lnSpc>
                <a:spcPct val="85000"/>
              </a:lnSpc>
              <a:spcBef>
                <a:spcPts val="0"/>
              </a:spcBef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CA"/>
              <a:t>Subsection title</a:t>
            </a:r>
          </a:p>
        </p:txBody>
      </p:sp>
      <p:sp>
        <p:nvSpPr>
          <p:cNvPr id="22" name="Espace réservé du texte 9">
            <a:extLst>
              <a:ext uri="{FF2B5EF4-FFF2-40B4-BE49-F238E27FC236}">
                <a16:creationId xmlns:a16="http://schemas.microsoft.com/office/drawing/2014/main" id="{E31D911A-F513-F1E1-A22F-3EC202AB1F3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1090987" y="1269404"/>
            <a:ext cx="855725" cy="468000"/>
          </a:xfrm>
          <a:noFill/>
          <a:effectLst/>
        </p:spPr>
        <p:txBody>
          <a:bodyPr/>
          <a:lstStyle>
            <a:lvl1pPr algn="r">
              <a:spcBef>
                <a:spcPts val="0"/>
              </a:spcBef>
              <a:defRPr sz="16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CA"/>
              <a:t>p. x</a:t>
            </a:r>
          </a:p>
        </p:txBody>
      </p:sp>
      <p:sp>
        <p:nvSpPr>
          <p:cNvPr id="23" name="Espace réservé du texte 9">
            <a:extLst>
              <a:ext uri="{FF2B5EF4-FFF2-40B4-BE49-F238E27FC236}">
                <a16:creationId xmlns:a16="http://schemas.microsoft.com/office/drawing/2014/main" id="{B3257077-FDEB-4E7A-F3B4-51F2372338E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206000" y="1764606"/>
            <a:ext cx="7740650" cy="468000"/>
          </a:xfrm>
          <a:solidFill>
            <a:schemeClr val="bg1"/>
          </a:solidFill>
          <a:effectLst>
            <a:innerShdw dist="6350" dir="16200000">
              <a:prstClr val="black"/>
            </a:innerShdw>
          </a:effectLst>
        </p:spPr>
        <p:txBody>
          <a:bodyPr/>
          <a:lstStyle>
            <a:lvl1pPr>
              <a:spcBef>
                <a:spcPts val="0"/>
              </a:spcBef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en-CA"/>
              <a:t>##</a:t>
            </a:r>
          </a:p>
        </p:txBody>
      </p:sp>
      <p:sp>
        <p:nvSpPr>
          <p:cNvPr id="24" name="Espace réservé du texte 9">
            <a:extLst>
              <a:ext uri="{FF2B5EF4-FFF2-40B4-BE49-F238E27FC236}">
                <a16:creationId xmlns:a16="http://schemas.microsoft.com/office/drawing/2014/main" id="{49BCB6BC-8150-53C9-0257-8761F096559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196599" y="1764606"/>
            <a:ext cx="2745113" cy="468000"/>
          </a:xfrm>
          <a:noFill/>
          <a:effectLst/>
        </p:spPr>
        <p:txBody>
          <a:bodyPr/>
          <a:lstStyle>
            <a:lvl1pPr>
              <a:spcBef>
                <a:spcPts val="0"/>
              </a:spcBef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en-CA"/>
              <a:t>Section title</a:t>
            </a:r>
          </a:p>
        </p:txBody>
      </p:sp>
      <p:sp>
        <p:nvSpPr>
          <p:cNvPr id="25" name="Espace réservé du texte 9">
            <a:extLst>
              <a:ext uri="{FF2B5EF4-FFF2-40B4-BE49-F238E27FC236}">
                <a16:creationId xmlns:a16="http://schemas.microsoft.com/office/drawing/2014/main" id="{4912813F-9796-67D8-245A-2B601D4A084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301712" y="1764606"/>
            <a:ext cx="2654338" cy="468000"/>
          </a:xfrm>
          <a:noFill/>
          <a:effectLst/>
        </p:spPr>
        <p:txBody>
          <a:bodyPr tIns="72000" bIns="0"/>
          <a:lstStyle>
            <a:lvl1pPr>
              <a:lnSpc>
                <a:spcPct val="85000"/>
              </a:lnSpc>
              <a:spcBef>
                <a:spcPts val="0"/>
              </a:spcBef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CA"/>
              <a:t>Subsection title</a:t>
            </a:r>
          </a:p>
        </p:txBody>
      </p:sp>
      <p:sp>
        <p:nvSpPr>
          <p:cNvPr id="26" name="Espace réservé du texte 9">
            <a:extLst>
              <a:ext uri="{FF2B5EF4-FFF2-40B4-BE49-F238E27FC236}">
                <a16:creationId xmlns:a16="http://schemas.microsoft.com/office/drawing/2014/main" id="{AC50B4C1-9C28-88A3-98B4-1EFAEB0027FA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1090987" y="1764606"/>
            <a:ext cx="855725" cy="468000"/>
          </a:xfrm>
          <a:noFill/>
          <a:effectLst/>
        </p:spPr>
        <p:txBody>
          <a:bodyPr/>
          <a:lstStyle>
            <a:lvl1pPr algn="r">
              <a:spcBef>
                <a:spcPts val="0"/>
              </a:spcBef>
              <a:defRPr sz="16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CA"/>
              <a:t>p. x</a:t>
            </a:r>
          </a:p>
        </p:txBody>
      </p:sp>
      <p:sp>
        <p:nvSpPr>
          <p:cNvPr id="27" name="Espace réservé du texte 9">
            <a:extLst>
              <a:ext uri="{FF2B5EF4-FFF2-40B4-BE49-F238E27FC236}">
                <a16:creationId xmlns:a16="http://schemas.microsoft.com/office/drawing/2014/main" id="{00674CE2-2A8B-E24E-57F3-700637C284F0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206000" y="2259808"/>
            <a:ext cx="7740650" cy="468000"/>
          </a:xfrm>
          <a:solidFill>
            <a:schemeClr val="bg1"/>
          </a:solidFill>
          <a:effectLst>
            <a:innerShdw dist="6350" dir="16200000">
              <a:prstClr val="black"/>
            </a:innerShdw>
          </a:effectLst>
        </p:spPr>
        <p:txBody>
          <a:bodyPr/>
          <a:lstStyle>
            <a:lvl1pPr>
              <a:spcBef>
                <a:spcPts val="0"/>
              </a:spcBef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en-CA"/>
              <a:t>##</a:t>
            </a:r>
          </a:p>
        </p:txBody>
      </p:sp>
      <p:sp>
        <p:nvSpPr>
          <p:cNvPr id="28" name="Espace réservé du texte 9">
            <a:extLst>
              <a:ext uri="{FF2B5EF4-FFF2-40B4-BE49-F238E27FC236}">
                <a16:creationId xmlns:a16="http://schemas.microsoft.com/office/drawing/2014/main" id="{7E3F8DD8-B54A-CBEB-FCE6-F8877C82EBC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96599" y="2259808"/>
            <a:ext cx="2745113" cy="468000"/>
          </a:xfrm>
          <a:noFill/>
          <a:effectLst/>
        </p:spPr>
        <p:txBody>
          <a:bodyPr/>
          <a:lstStyle>
            <a:lvl1pPr>
              <a:spcBef>
                <a:spcPts val="0"/>
              </a:spcBef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en-CA"/>
              <a:t>Section title</a:t>
            </a:r>
          </a:p>
        </p:txBody>
      </p:sp>
      <p:sp>
        <p:nvSpPr>
          <p:cNvPr id="29" name="Espace réservé du texte 9">
            <a:extLst>
              <a:ext uri="{FF2B5EF4-FFF2-40B4-BE49-F238E27FC236}">
                <a16:creationId xmlns:a16="http://schemas.microsoft.com/office/drawing/2014/main" id="{A6A7E683-F05C-2B10-3964-ABE6C14E81C0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301712" y="2259808"/>
            <a:ext cx="2654338" cy="468000"/>
          </a:xfrm>
          <a:noFill/>
          <a:effectLst/>
        </p:spPr>
        <p:txBody>
          <a:bodyPr tIns="72000" bIns="0"/>
          <a:lstStyle>
            <a:lvl1pPr>
              <a:lnSpc>
                <a:spcPct val="85000"/>
              </a:lnSpc>
              <a:spcBef>
                <a:spcPts val="0"/>
              </a:spcBef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CA"/>
              <a:t>Subsection title</a:t>
            </a:r>
          </a:p>
        </p:txBody>
      </p:sp>
      <p:sp>
        <p:nvSpPr>
          <p:cNvPr id="30" name="Espace réservé du texte 9">
            <a:extLst>
              <a:ext uri="{FF2B5EF4-FFF2-40B4-BE49-F238E27FC236}">
                <a16:creationId xmlns:a16="http://schemas.microsoft.com/office/drawing/2014/main" id="{076DDE98-CF9C-26A5-61E9-D6948568F27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1090987" y="2259808"/>
            <a:ext cx="855725" cy="468000"/>
          </a:xfrm>
          <a:noFill/>
          <a:effectLst/>
        </p:spPr>
        <p:txBody>
          <a:bodyPr/>
          <a:lstStyle>
            <a:lvl1pPr algn="r">
              <a:spcBef>
                <a:spcPts val="0"/>
              </a:spcBef>
              <a:defRPr sz="16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CA"/>
              <a:t>p. x</a:t>
            </a:r>
          </a:p>
        </p:txBody>
      </p:sp>
      <p:sp>
        <p:nvSpPr>
          <p:cNvPr id="31" name="Espace réservé du texte 9">
            <a:extLst>
              <a:ext uri="{FF2B5EF4-FFF2-40B4-BE49-F238E27FC236}">
                <a16:creationId xmlns:a16="http://schemas.microsoft.com/office/drawing/2014/main" id="{7519616D-848C-099C-27B0-56CA673B632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206000" y="2755010"/>
            <a:ext cx="7740650" cy="468000"/>
          </a:xfrm>
          <a:solidFill>
            <a:schemeClr val="bg1"/>
          </a:solidFill>
          <a:effectLst>
            <a:innerShdw dist="6350" dir="16200000">
              <a:prstClr val="black"/>
            </a:innerShdw>
          </a:effectLst>
        </p:spPr>
        <p:txBody>
          <a:bodyPr/>
          <a:lstStyle>
            <a:lvl1pPr>
              <a:spcBef>
                <a:spcPts val="0"/>
              </a:spcBef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en-CA"/>
              <a:t>##</a:t>
            </a:r>
          </a:p>
        </p:txBody>
      </p:sp>
      <p:sp>
        <p:nvSpPr>
          <p:cNvPr id="32" name="Espace réservé du texte 9">
            <a:extLst>
              <a:ext uri="{FF2B5EF4-FFF2-40B4-BE49-F238E27FC236}">
                <a16:creationId xmlns:a16="http://schemas.microsoft.com/office/drawing/2014/main" id="{E8AA6D06-8482-918A-9DF0-A31889A1DE97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196599" y="2755010"/>
            <a:ext cx="2745113" cy="468000"/>
          </a:xfrm>
          <a:noFill/>
          <a:effectLst/>
        </p:spPr>
        <p:txBody>
          <a:bodyPr/>
          <a:lstStyle>
            <a:lvl1pPr>
              <a:spcBef>
                <a:spcPts val="0"/>
              </a:spcBef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en-CA"/>
              <a:t>Section title</a:t>
            </a:r>
          </a:p>
        </p:txBody>
      </p:sp>
      <p:sp>
        <p:nvSpPr>
          <p:cNvPr id="33" name="Espace réservé du texte 9">
            <a:extLst>
              <a:ext uri="{FF2B5EF4-FFF2-40B4-BE49-F238E27FC236}">
                <a16:creationId xmlns:a16="http://schemas.microsoft.com/office/drawing/2014/main" id="{1E75520E-8124-CCA8-27C3-4832A25D8D6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01712" y="2755010"/>
            <a:ext cx="2654338" cy="468000"/>
          </a:xfrm>
          <a:noFill/>
          <a:effectLst/>
        </p:spPr>
        <p:txBody>
          <a:bodyPr tIns="72000" bIns="0"/>
          <a:lstStyle>
            <a:lvl1pPr>
              <a:lnSpc>
                <a:spcPct val="85000"/>
              </a:lnSpc>
              <a:spcBef>
                <a:spcPts val="0"/>
              </a:spcBef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CA"/>
              <a:t>Subsection title</a:t>
            </a:r>
          </a:p>
        </p:txBody>
      </p:sp>
      <p:sp>
        <p:nvSpPr>
          <p:cNvPr id="34" name="Espace réservé du texte 9">
            <a:extLst>
              <a:ext uri="{FF2B5EF4-FFF2-40B4-BE49-F238E27FC236}">
                <a16:creationId xmlns:a16="http://schemas.microsoft.com/office/drawing/2014/main" id="{E6BB6C9E-C092-5571-6F1B-12E5D0012094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1090987" y="2755010"/>
            <a:ext cx="855725" cy="468000"/>
          </a:xfrm>
          <a:noFill/>
          <a:effectLst/>
        </p:spPr>
        <p:txBody>
          <a:bodyPr/>
          <a:lstStyle>
            <a:lvl1pPr algn="r">
              <a:spcBef>
                <a:spcPts val="0"/>
              </a:spcBef>
              <a:defRPr sz="16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CA"/>
              <a:t>p. x</a:t>
            </a:r>
          </a:p>
        </p:txBody>
      </p:sp>
      <p:sp>
        <p:nvSpPr>
          <p:cNvPr id="35" name="Espace réservé du texte 9">
            <a:extLst>
              <a:ext uri="{FF2B5EF4-FFF2-40B4-BE49-F238E27FC236}">
                <a16:creationId xmlns:a16="http://schemas.microsoft.com/office/drawing/2014/main" id="{F66757F4-0BCB-39D3-DC21-5624BE83FB06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206000" y="3250212"/>
            <a:ext cx="7740650" cy="468000"/>
          </a:xfrm>
          <a:solidFill>
            <a:schemeClr val="bg1"/>
          </a:solidFill>
          <a:effectLst>
            <a:innerShdw dist="6350" dir="16200000">
              <a:prstClr val="black"/>
            </a:innerShdw>
          </a:effectLst>
        </p:spPr>
        <p:txBody>
          <a:bodyPr/>
          <a:lstStyle>
            <a:lvl1pPr>
              <a:spcBef>
                <a:spcPts val="0"/>
              </a:spcBef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en-CA"/>
              <a:t>##</a:t>
            </a:r>
          </a:p>
        </p:txBody>
      </p:sp>
      <p:sp>
        <p:nvSpPr>
          <p:cNvPr id="36" name="Espace réservé du texte 9">
            <a:extLst>
              <a:ext uri="{FF2B5EF4-FFF2-40B4-BE49-F238E27FC236}">
                <a16:creationId xmlns:a16="http://schemas.microsoft.com/office/drawing/2014/main" id="{B0C5AC25-F102-9D0C-05A0-845CF2C5A7D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196599" y="3250212"/>
            <a:ext cx="2745113" cy="468000"/>
          </a:xfrm>
          <a:noFill/>
          <a:effectLst/>
        </p:spPr>
        <p:txBody>
          <a:bodyPr/>
          <a:lstStyle>
            <a:lvl1pPr>
              <a:spcBef>
                <a:spcPts val="0"/>
              </a:spcBef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en-CA"/>
              <a:t>Section title</a:t>
            </a:r>
          </a:p>
        </p:txBody>
      </p:sp>
      <p:sp>
        <p:nvSpPr>
          <p:cNvPr id="37" name="Espace réservé du texte 9">
            <a:extLst>
              <a:ext uri="{FF2B5EF4-FFF2-40B4-BE49-F238E27FC236}">
                <a16:creationId xmlns:a16="http://schemas.microsoft.com/office/drawing/2014/main" id="{595DB01E-F65F-8100-B744-ABE8CC4A6439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301712" y="3250212"/>
            <a:ext cx="2654338" cy="468000"/>
          </a:xfrm>
          <a:noFill/>
          <a:effectLst/>
        </p:spPr>
        <p:txBody>
          <a:bodyPr tIns="72000" bIns="0"/>
          <a:lstStyle>
            <a:lvl1pPr>
              <a:lnSpc>
                <a:spcPct val="85000"/>
              </a:lnSpc>
              <a:spcBef>
                <a:spcPts val="0"/>
              </a:spcBef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CA"/>
              <a:t>Subsection title</a:t>
            </a:r>
          </a:p>
        </p:txBody>
      </p:sp>
      <p:sp>
        <p:nvSpPr>
          <p:cNvPr id="38" name="Espace réservé du texte 9">
            <a:extLst>
              <a:ext uri="{FF2B5EF4-FFF2-40B4-BE49-F238E27FC236}">
                <a16:creationId xmlns:a16="http://schemas.microsoft.com/office/drawing/2014/main" id="{21988F27-BB42-50D1-E4C5-8C42B8DBBF40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1090987" y="3250212"/>
            <a:ext cx="855725" cy="468000"/>
          </a:xfrm>
          <a:noFill/>
          <a:effectLst/>
        </p:spPr>
        <p:txBody>
          <a:bodyPr/>
          <a:lstStyle>
            <a:lvl1pPr algn="r">
              <a:spcBef>
                <a:spcPts val="0"/>
              </a:spcBef>
              <a:defRPr sz="16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CA"/>
              <a:t>p. x</a:t>
            </a:r>
          </a:p>
        </p:txBody>
      </p:sp>
      <p:sp>
        <p:nvSpPr>
          <p:cNvPr id="39" name="Espace réservé du texte 9">
            <a:extLst>
              <a:ext uri="{FF2B5EF4-FFF2-40B4-BE49-F238E27FC236}">
                <a16:creationId xmlns:a16="http://schemas.microsoft.com/office/drawing/2014/main" id="{DFE8EF02-9D08-B81B-3FC5-C3B70A731485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4205288" y="3745414"/>
            <a:ext cx="7740650" cy="468000"/>
          </a:xfrm>
          <a:solidFill>
            <a:schemeClr val="bg1"/>
          </a:solidFill>
          <a:effectLst>
            <a:innerShdw dist="6350" dir="16200000">
              <a:prstClr val="black"/>
            </a:innerShdw>
          </a:effectLst>
        </p:spPr>
        <p:txBody>
          <a:bodyPr/>
          <a:lstStyle>
            <a:lvl1pPr>
              <a:spcBef>
                <a:spcPts val="0"/>
              </a:spcBef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en-CA"/>
              <a:t>##</a:t>
            </a:r>
          </a:p>
        </p:txBody>
      </p:sp>
      <p:sp>
        <p:nvSpPr>
          <p:cNvPr id="40" name="Espace réservé du texte 9">
            <a:extLst>
              <a:ext uri="{FF2B5EF4-FFF2-40B4-BE49-F238E27FC236}">
                <a16:creationId xmlns:a16="http://schemas.microsoft.com/office/drawing/2014/main" id="{1B539655-B5B0-82EA-4B87-AD1E58034D7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195887" y="3745414"/>
            <a:ext cx="2745113" cy="468000"/>
          </a:xfrm>
          <a:noFill/>
          <a:effectLst/>
        </p:spPr>
        <p:txBody>
          <a:bodyPr/>
          <a:lstStyle>
            <a:lvl1pPr>
              <a:spcBef>
                <a:spcPts val="0"/>
              </a:spcBef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en-CA"/>
              <a:t>Section title</a:t>
            </a:r>
          </a:p>
        </p:txBody>
      </p:sp>
      <p:sp>
        <p:nvSpPr>
          <p:cNvPr id="41" name="Espace réservé du texte 9">
            <a:extLst>
              <a:ext uri="{FF2B5EF4-FFF2-40B4-BE49-F238E27FC236}">
                <a16:creationId xmlns:a16="http://schemas.microsoft.com/office/drawing/2014/main" id="{D43417A6-E53A-5AD4-70CA-E104BFBACE08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301000" y="3745414"/>
            <a:ext cx="2654338" cy="468000"/>
          </a:xfrm>
          <a:noFill/>
          <a:effectLst/>
        </p:spPr>
        <p:txBody>
          <a:bodyPr tIns="72000" bIns="0"/>
          <a:lstStyle>
            <a:lvl1pPr>
              <a:lnSpc>
                <a:spcPct val="85000"/>
              </a:lnSpc>
              <a:spcBef>
                <a:spcPts val="0"/>
              </a:spcBef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CA"/>
              <a:t>Subsection title</a:t>
            </a:r>
          </a:p>
        </p:txBody>
      </p:sp>
      <p:sp>
        <p:nvSpPr>
          <p:cNvPr id="42" name="Espace réservé du texte 9">
            <a:extLst>
              <a:ext uri="{FF2B5EF4-FFF2-40B4-BE49-F238E27FC236}">
                <a16:creationId xmlns:a16="http://schemas.microsoft.com/office/drawing/2014/main" id="{326B25E4-5CC2-3137-26AA-187C110C1E60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11090275" y="3745414"/>
            <a:ext cx="855725" cy="468000"/>
          </a:xfrm>
          <a:noFill/>
          <a:effectLst/>
        </p:spPr>
        <p:txBody>
          <a:bodyPr/>
          <a:lstStyle>
            <a:lvl1pPr algn="r">
              <a:spcBef>
                <a:spcPts val="0"/>
              </a:spcBef>
              <a:defRPr sz="16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CA"/>
              <a:t>p. x</a:t>
            </a:r>
          </a:p>
        </p:txBody>
      </p:sp>
      <p:sp>
        <p:nvSpPr>
          <p:cNvPr id="43" name="Espace réservé du texte 9">
            <a:extLst>
              <a:ext uri="{FF2B5EF4-FFF2-40B4-BE49-F238E27FC236}">
                <a16:creationId xmlns:a16="http://schemas.microsoft.com/office/drawing/2014/main" id="{84AD13E5-F8A7-2168-F404-D962B4E0394B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205288" y="4240616"/>
            <a:ext cx="7740650" cy="468000"/>
          </a:xfrm>
          <a:solidFill>
            <a:schemeClr val="bg1"/>
          </a:solidFill>
          <a:effectLst>
            <a:innerShdw dist="6350" dir="16200000">
              <a:prstClr val="black"/>
            </a:innerShdw>
          </a:effectLst>
        </p:spPr>
        <p:txBody>
          <a:bodyPr/>
          <a:lstStyle>
            <a:lvl1pPr>
              <a:spcBef>
                <a:spcPts val="0"/>
              </a:spcBef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en-CA"/>
              <a:t>##</a:t>
            </a:r>
          </a:p>
        </p:txBody>
      </p:sp>
      <p:sp>
        <p:nvSpPr>
          <p:cNvPr id="44" name="Espace réservé du texte 9">
            <a:extLst>
              <a:ext uri="{FF2B5EF4-FFF2-40B4-BE49-F238E27FC236}">
                <a16:creationId xmlns:a16="http://schemas.microsoft.com/office/drawing/2014/main" id="{D91550CB-1B5D-A6E6-BF25-62024E670D2D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195887" y="4240616"/>
            <a:ext cx="2745113" cy="468000"/>
          </a:xfrm>
          <a:noFill/>
          <a:effectLst/>
        </p:spPr>
        <p:txBody>
          <a:bodyPr/>
          <a:lstStyle>
            <a:lvl1pPr>
              <a:spcBef>
                <a:spcPts val="0"/>
              </a:spcBef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en-CA"/>
              <a:t>Section title</a:t>
            </a:r>
          </a:p>
        </p:txBody>
      </p:sp>
      <p:sp>
        <p:nvSpPr>
          <p:cNvPr id="45" name="Espace réservé du texte 9">
            <a:extLst>
              <a:ext uri="{FF2B5EF4-FFF2-40B4-BE49-F238E27FC236}">
                <a16:creationId xmlns:a16="http://schemas.microsoft.com/office/drawing/2014/main" id="{4F671E33-F0CC-4208-D8AA-6B8D824D78BB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8301000" y="4240616"/>
            <a:ext cx="2654338" cy="468000"/>
          </a:xfrm>
          <a:noFill/>
          <a:effectLst/>
        </p:spPr>
        <p:txBody>
          <a:bodyPr tIns="72000" bIns="0"/>
          <a:lstStyle>
            <a:lvl1pPr>
              <a:lnSpc>
                <a:spcPct val="85000"/>
              </a:lnSpc>
              <a:spcBef>
                <a:spcPts val="0"/>
              </a:spcBef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CA"/>
              <a:t>Subsection title</a:t>
            </a:r>
          </a:p>
        </p:txBody>
      </p:sp>
      <p:sp>
        <p:nvSpPr>
          <p:cNvPr id="46" name="Espace réservé du texte 9">
            <a:extLst>
              <a:ext uri="{FF2B5EF4-FFF2-40B4-BE49-F238E27FC236}">
                <a16:creationId xmlns:a16="http://schemas.microsoft.com/office/drawing/2014/main" id="{57636BBB-5B0B-8EA6-866A-D15D1E2F2964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11090275" y="4240616"/>
            <a:ext cx="855725" cy="468000"/>
          </a:xfrm>
          <a:noFill/>
          <a:effectLst/>
        </p:spPr>
        <p:txBody>
          <a:bodyPr/>
          <a:lstStyle>
            <a:lvl1pPr algn="r">
              <a:spcBef>
                <a:spcPts val="0"/>
              </a:spcBef>
              <a:defRPr sz="16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CA"/>
              <a:t>p. x</a:t>
            </a:r>
          </a:p>
        </p:txBody>
      </p:sp>
      <p:sp>
        <p:nvSpPr>
          <p:cNvPr id="47" name="Espace réservé du texte 9">
            <a:extLst>
              <a:ext uri="{FF2B5EF4-FFF2-40B4-BE49-F238E27FC236}">
                <a16:creationId xmlns:a16="http://schemas.microsoft.com/office/drawing/2014/main" id="{F59D75B1-E872-8900-E4B8-48C4FE95DE41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4206000" y="4735818"/>
            <a:ext cx="7740650" cy="468000"/>
          </a:xfrm>
          <a:solidFill>
            <a:schemeClr val="bg1"/>
          </a:solidFill>
          <a:effectLst>
            <a:innerShdw dist="6350" dir="16200000">
              <a:prstClr val="black"/>
            </a:innerShdw>
          </a:effectLst>
        </p:spPr>
        <p:txBody>
          <a:bodyPr/>
          <a:lstStyle>
            <a:lvl1pPr>
              <a:spcBef>
                <a:spcPts val="0"/>
              </a:spcBef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en-CA"/>
              <a:t>##</a:t>
            </a:r>
          </a:p>
        </p:txBody>
      </p:sp>
      <p:sp>
        <p:nvSpPr>
          <p:cNvPr id="48" name="Espace réservé du texte 9">
            <a:extLst>
              <a:ext uri="{FF2B5EF4-FFF2-40B4-BE49-F238E27FC236}">
                <a16:creationId xmlns:a16="http://schemas.microsoft.com/office/drawing/2014/main" id="{E59218F5-370C-8543-7B6C-C4AC47B65FB0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196599" y="4735818"/>
            <a:ext cx="2745113" cy="468000"/>
          </a:xfrm>
          <a:noFill/>
          <a:effectLst/>
        </p:spPr>
        <p:txBody>
          <a:bodyPr/>
          <a:lstStyle>
            <a:lvl1pPr>
              <a:spcBef>
                <a:spcPts val="0"/>
              </a:spcBef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en-CA"/>
              <a:t>Section title</a:t>
            </a:r>
          </a:p>
        </p:txBody>
      </p:sp>
      <p:sp>
        <p:nvSpPr>
          <p:cNvPr id="49" name="Espace réservé du texte 9">
            <a:extLst>
              <a:ext uri="{FF2B5EF4-FFF2-40B4-BE49-F238E27FC236}">
                <a16:creationId xmlns:a16="http://schemas.microsoft.com/office/drawing/2014/main" id="{324F711E-C2EF-32F4-EAEF-F1947A4018D4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8301712" y="4735818"/>
            <a:ext cx="2654338" cy="468000"/>
          </a:xfrm>
          <a:noFill/>
          <a:effectLst/>
        </p:spPr>
        <p:txBody>
          <a:bodyPr tIns="72000" bIns="0"/>
          <a:lstStyle>
            <a:lvl1pPr>
              <a:lnSpc>
                <a:spcPct val="85000"/>
              </a:lnSpc>
              <a:spcBef>
                <a:spcPts val="0"/>
              </a:spcBef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CA"/>
              <a:t>Subsection title</a:t>
            </a:r>
          </a:p>
        </p:txBody>
      </p:sp>
      <p:sp>
        <p:nvSpPr>
          <p:cNvPr id="50" name="Espace réservé du texte 9">
            <a:extLst>
              <a:ext uri="{FF2B5EF4-FFF2-40B4-BE49-F238E27FC236}">
                <a16:creationId xmlns:a16="http://schemas.microsoft.com/office/drawing/2014/main" id="{8994A109-75AF-F188-996E-A87E7CA8CE29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11090987" y="4735818"/>
            <a:ext cx="855725" cy="468000"/>
          </a:xfrm>
          <a:noFill/>
          <a:effectLst/>
        </p:spPr>
        <p:txBody>
          <a:bodyPr/>
          <a:lstStyle>
            <a:lvl1pPr algn="r">
              <a:spcBef>
                <a:spcPts val="0"/>
              </a:spcBef>
              <a:defRPr sz="16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CA"/>
              <a:t>p. x</a:t>
            </a:r>
          </a:p>
        </p:txBody>
      </p:sp>
      <p:sp>
        <p:nvSpPr>
          <p:cNvPr id="51" name="Espace réservé du texte 9">
            <a:extLst>
              <a:ext uri="{FF2B5EF4-FFF2-40B4-BE49-F238E27FC236}">
                <a16:creationId xmlns:a16="http://schemas.microsoft.com/office/drawing/2014/main" id="{37FC3340-F09B-2FF0-A044-F3EF5DE17F68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4206000" y="5231020"/>
            <a:ext cx="7740650" cy="468000"/>
          </a:xfrm>
          <a:solidFill>
            <a:schemeClr val="bg1"/>
          </a:solidFill>
          <a:effectLst>
            <a:innerShdw dist="6350" dir="16200000">
              <a:prstClr val="black"/>
            </a:innerShdw>
          </a:effectLst>
        </p:spPr>
        <p:txBody>
          <a:bodyPr/>
          <a:lstStyle>
            <a:lvl1pPr>
              <a:spcBef>
                <a:spcPts val="0"/>
              </a:spcBef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en-CA"/>
              <a:t>##</a:t>
            </a:r>
          </a:p>
        </p:txBody>
      </p:sp>
      <p:sp>
        <p:nvSpPr>
          <p:cNvPr id="52" name="Espace réservé du texte 9">
            <a:extLst>
              <a:ext uri="{FF2B5EF4-FFF2-40B4-BE49-F238E27FC236}">
                <a16:creationId xmlns:a16="http://schemas.microsoft.com/office/drawing/2014/main" id="{9FAB5804-44DF-7F57-AC79-1FD55AC7748F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5196599" y="5231020"/>
            <a:ext cx="2745113" cy="468000"/>
          </a:xfrm>
          <a:noFill/>
          <a:effectLst/>
        </p:spPr>
        <p:txBody>
          <a:bodyPr/>
          <a:lstStyle>
            <a:lvl1pPr>
              <a:spcBef>
                <a:spcPts val="0"/>
              </a:spcBef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en-CA"/>
              <a:t>Section title</a:t>
            </a:r>
          </a:p>
        </p:txBody>
      </p:sp>
      <p:sp>
        <p:nvSpPr>
          <p:cNvPr id="53" name="Espace réservé du texte 9">
            <a:extLst>
              <a:ext uri="{FF2B5EF4-FFF2-40B4-BE49-F238E27FC236}">
                <a16:creationId xmlns:a16="http://schemas.microsoft.com/office/drawing/2014/main" id="{8BDE2008-47CA-2D22-63C9-A07E25497A89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301712" y="5231020"/>
            <a:ext cx="2654338" cy="468000"/>
          </a:xfrm>
          <a:noFill/>
          <a:effectLst/>
        </p:spPr>
        <p:txBody>
          <a:bodyPr tIns="72000" bIns="0"/>
          <a:lstStyle>
            <a:lvl1pPr>
              <a:lnSpc>
                <a:spcPct val="85000"/>
              </a:lnSpc>
              <a:spcBef>
                <a:spcPts val="0"/>
              </a:spcBef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CA"/>
              <a:t>Subsection title</a:t>
            </a:r>
          </a:p>
        </p:txBody>
      </p:sp>
      <p:sp>
        <p:nvSpPr>
          <p:cNvPr id="54" name="Espace réservé du texte 9">
            <a:extLst>
              <a:ext uri="{FF2B5EF4-FFF2-40B4-BE49-F238E27FC236}">
                <a16:creationId xmlns:a16="http://schemas.microsoft.com/office/drawing/2014/main" id="{15C50398-FC25-3F0C-683E-2563E2FCED7B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11090987" y="5231020"/>
            <a:ext cx="855725" cy="468000"/>
          </a:xfrm>
          <a:noFill/>
          <a:effectLst/>
        </p:spPr>
        <p:txBody>
          <a:bodyPr/>
          <a:lstStyle>
            <a:lvl1pPr algn="r">
              <a:spcBef>
                <a:spcPts val="0"/>
              </a:spcBef>
              <a:defRPr sz="16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CA"/>
              <a:t>p. x</a:t>
            </a:r>
          </a:p>
        </p:txBody>
      </p:sp>
      <p:sp>
        <p:nvSpPr>
          <p:cNvPr id="55" name="Espace réservé du texte 9">
            <a:extLst>
              <a:ext uri="{FF2B5EF4-FFF2-40B4-BE49-F238E27FC236}">
                <a16:creationId xmlns:a16="http://schemas.microsoft.com/office/drawing/2014/main" id="{9497A37B-7C97-DBE2-BE1F-3CBE870E77C2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4206000" y="5726221"/>
            <a:ext cx="7740650" cy="468000"/>
          </a:xfrm>
          <a:solidFill>
            <a:schemeClr val="bg1"/>
          </a:solidFill>
          <a:effectLst>
            <a:innerShdw dist="6350" dir="16200000">
              <a:prstClr val="black"/>
            </a:innerShdw>
          </a:effectLst>
        </p:spPr>
        <p:txBody>
          <a:bodyPr/>
          <a:lstStyle>
            <a:lvl1pPr>
              <a:spcBef>
                <a:spcPts val="0"/>
              </a:spcBef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en-CA"/>
              <a:t>##</a:t>
            </a:r>
          </a:p>
        </p:txBody>
      </p:sp>
      <p:sp>
        <p:nvSpPr>
          <p:cNvPr id="56" name="Espace réservé du texte 9">
            <a:extLst>
              <a:ext uri="{FF2B5EF4-FFF2-40B4-BE49-F238E27FC236}">
                <a16:creationId xmlns:a16="http://schemas.microsoft.com/office/drawing/2014/main" id="{C90E6EDF-F4B5-AF39-46E4-23B188E47BDC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5196599" y="5726221"/>
            <a:ext cx="2745113" cy="468000"/>
          </a:xfrm>
          <a:noFill/>
          <a:effectLst/>
        </p:spPr>
        <p:txBody>
          <a:bodyPr/>
          <a:lstStyle>
            <a:lvl1pPr>
              <a:spcBef>
                <a:spcPts val="0"/>
              </a:spcBef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en-CA"/>
              <a:t>Section title</a:t>
            </a:r>
          </a:p>
        </p:txBody>
      </p:sp>
      <p:sp>
        <p:nvSpPr>
          <p:cNvPr id="57" name="Espace réservé du texte 9">
            <a:extLst>
              <a:ext uri="{FF2B5EF4-FFF2-40B4-BE49-F238E27FC236}">
                <a16:creationId xmlns:a16="http://schemas.microsoft.com/office/drawing/2014/main" id="{D3608617-ABD6-1CE4-6BC4-2473E1136FF7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8301712" y="5726221"/>
            <a:ext cx="2654338" cy="468000"/>
          </a:xfrm>
          <a:noFill/>
          <a:effectLst/>
        </p:spPr>
        <p:txBody>
          <a:bodyPr tIns="72000" bIns="0"/>
          <a:lstStyle>
            <a:lvl1pPr>
              <a:lnSpc>
                <a:spcPct val="85000"/>
              </a:lnSpc>
              <a:spcBef>
                <a:spcPts val="0"/>
              </a:spcBef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CA"/>
              <a:t>Subsection title</a:t>
            </a:r>
          </a:p>
        </p:txBody>
      </p:sp>
      <p:sp>
        <p:nvSpPr>
          <p:cNvPr id="58" name="Espace réservé du texte 9">
            <a:extLst>
              <a:ext uri="{FF2B5EF4-FFF2-40B4-BE49-F238E27FC236}">
                <a16:creationId xmlns:a16="http://schemas.microsoft.com/office/drawing/2014/main" id="{5F78A38C-D470-02BC-A186-D146E1B6EB71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11090987" y="5726221"/>
            <a:ext cx="855725" cy="468000"/>
          </a:xfrm>
          <a:noFill/>
          <a:effectLst/>
        </p:spPr>
        <p:txBody>
          <a:bodyPr/>
          <a:lstStyle>
            <a:lvl1pPr algn="r">
              <a:spcBef>
                <a:spcPts val="0"/>
              </a:spcBef>
              <a:defRPr sz="16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CA"/>
              <a:t>p. x</a:t>
            </a:r>
          </a:p>
        </p:txBody>
      </p:sp>
      <p:sp>
        <p:nvSpPr>
          <p:cNvPr id="63" name="Espace réservé du pied de page 62">
            <a:extLst>
              <a:ext uri="{FF2B5EF4-FFF2-40B4-BE49-F238E27FC236}">
                <a16:creationId xmlns:a16="http://schemas.microsoft.com/office/drawing/2014/main" id="{B11FD893-0ECD-C569-7734-4136F788E406}"/>
              </a:ext>
            </a:extLst>
          </p:cNvPr>
          <p:cNvSpPr>
            <a:spLocks noGrp="1"/>
          </p:cNvSpPr>
          <p:nvPr>
            <p:ph type="ftr" sz="quarter" idx="62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4" name="Espace réservé du numéro de diapositive 63">
            <a:extLst>
              <a:ext uri="{FF2B5EF4-FFF2-40B4-BE49-F238E27FC236}">
                <a16:creationId xmlns:a16="http://schemas.microsoft.com/office/drawing/2014/main" id="{AE510988-DE02-5DB0-82D4-38C65EFFDF7D}"/>
              </a:ext>
            </a:extLst>
          </p:cNvPr>
          <p:cNvSpPr>
            <a:spLocks noGrp="1"/>
          </p:cNvSpPr>
          <p:nvPr>
            <p:ph type="sldNum" sz="quarter" idx="63"/>
          </p:nvPr>
        </p:nvSpPr>
        <p:spPr/>
        <p:txBody>
          <a:bodyPr/>
          <a:lstStyle/>
          <a:p>
            <a:fld id="{21DAE3DD-E46F-48E2-BAED-1C2B457B4828}" type="slidenum">
              <a:rPr lang="en-CA" smtClean="0"/>
              <a:pPr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1268315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layouts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>
            <a:extLst>
              <a:ext uri="{FF2B5EF4-FFF2-40B4-BE49-F238E27FC236}">
                <a16:creationId xmlns:a16="http://schemas.microsoft.com/office/drawing/2014/main" id="{C6B413FA-A402-C68A-45FB-D5608FB6B340}"/>
              </a:ext>
            </a:extLst>
          </p:cNvPr>
          <p:cNvSpPr txBox="1"/>
          <p:nvPr userDrawn="1"/>
        </p:nvSpPr>
        <p:spPr>
          <a:xfrm>
            <a:off x="246064" y="279400"/>
            <a:ext cx="11699874" cy="629920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>
              <a:lnSpc>
                <a:spcPct val="80000"/>
              </a:lnSpc>
            </a:pPr>
            <a:r>
              <a:rPr lang="en-CA" sz="11500"/>
              <a:t>Section layouts</a:t>
            </a:r>
          </a:p>
        </p:txBody>
      </p:sp>
    </p:spTree>
    <p:extLst>
      <p:ext uri="{BB962C8B-B14F-4D97-AF65-F5344CB8AC3E}">
        <p14:creationId xmlns:p14="http://schemas.microsoft.com/office/powerpoint/2010/main" val="157991137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rey section with number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1376ECA4-84AA-D331-1310-E25375E4C1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Espace réservé du texte 8">
            <a:extLst>
              <a:ext uri="{FF2B5EF4-FFF2-40B4-BE49-F238E27FC236}">
                <a16:creationId xmlns:a16="http://schemas.microsoft.com/office/drawing/2014/main" id="{630F2D59-B0C1-34BA-1B13-2C6A33A07AD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45587" y="279400"/>
            <a:ext cx="1530413" cy="1055688"/>
          </a:xfrm>
        </p:spPr>
        <p:txBody>
          <a:bodyPr/>
          <a:lstStyle>
            <a:lvl1pPr>
              <a:lnSpc>
                <a:spcPct val="75000"/>
              </a:lnSpc>
              <a:spcBef>
                <a:spcPts val="0"/>
              </a:spcBef>
              <a:buNone/>
              <a:defRPr sz="8000" spc="-15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CA"/>
              <a:t>##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256301DE-742E-E91C-EAFF-86448EE14ED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05288" y="279400"/>
            <a:ext cx="7142162" cy="2852737"/>
          </a:xfrm>
        </p:spPr>
        <p:txBody>
          <a:bodyPr anchor="t"/>
          <a:lstStyle>
            <a:lvl1pPr>
              <a:lnSpc>
                <a:spcPct val="80000"/>
              </a:lnSpc>
              <a:defRPr sz="7600">
                <a:solidFill>
                  <a:schemeClr val="tx1"/>
                </a:solidFill>
              </a:defRPr>
            </a:lvl1pPr>
          </a:lstStyle>
          <a:p>
            <a:r>
              <a:rPr lang="en-CA"/>
              <a:t>Click to add the section title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71D6264-4BCD-6268-2122-8075183D15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D0D3574-F333-2FFB-050C-525CC8FF41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1DAE3DD-E46F-48E2-BAED-1C2B457B4828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6519CD41-7DFB-7F3E-B638-81541A4892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78823" y="6464920"/>
            <a:ext cx="2204937" cy="22320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CA" sz="800">
                <a:solidFill>
                  <a:schemeClr val="tx1"/>
                </a:solidFill>
              </a:rPr>
              <a:t>National Bank</a:t>
            </a:r>
          </a:p>
        </p:txBody>
      </p:sp>
    </p:spTree>
    <p:extLst>
      <p:ext uri="{BB962C8B-B14F-4D97-AF65-F5344CB8AC3E}">
        <p14:creationId xmlns:p14="http://schemas.microsoft.com/office/powerpoint/2010/main" val="189600808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ream section with numb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17A9C73F-0C80-4C4B-71AF-291F86F2CE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Espace réservé du texte 8">
            <a:extLst>
              <a:ext uri="{FF2B5EF4-FFF2-40B4-BE49-F238E27FC236}">
                <a16:creationId xmlns:a16="http://schemas.microsoft.com/office/drawing/2014/main" id="{630F2D59-B0C1-34BA-1B13-2C6A33A07AD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45587" y="279400"/>
            <a:ext cx="1530413" cy="1055688"/>
          </a:xfrm>
        </p:spPr>
        <p:txBody>
          <a:bodyPr/>
          <a:lstStyle>
            <a:lvl1pPr>
              <a:lnSpc>
                <a:spcPct val="75000"/>
              </a:lnSpc>
              <a:spcBef>
                <a:spcPts val="0"/>
              </a:spcBef>
              <a:buNone/>
              <a:defRPr sz="8000" spc="-15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CA"/>
              <a:t>##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256301DE-742E-E91C-EAFF-86448EE14ED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05288" y="279400"/>
            <a:ext cx="7142162" cy="2852737"/>
          </a:xfrm>
        </p:spPr>
        <p:txBody>
          <a:bodyPr anchor="t"/>
          <a:lstStyle>
            <a:lvl1pPr>
              <a:lnSpc>
                <a:spcPct val="80000"/>
              </a:lnSpc>
              <a:defRPr sz="7600">
                <a:solidFill>
                  <a:schemeClr val="tx1"/>
                </a:solidFill>
              </a:defRPr>
            </a:lvl1pPr>
          </a:lstStyle>
          <a:p>
            <a:r>
              <a:rPr lang="en-CA"/>
              <a:t>Click to add the section title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71D6264-4BCD-6268-2122-8075183D15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D0D3574-F333-2FFB-050C-525CC8FF41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1DAE3DD-E46F-48E2-BAED-1C2B457B4828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6519CD41-7DFB-7F3E-B638-81541A4892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78823" y="6464920"/>
            <a:ext cx="2204937" cy="22320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CA" sz="800">
                <a:solidFill>
                  <a:schemeClr val="tx1"/>
                </a:solidFill>
              </a:rPr>
              <a:t>National Bank</a:t>
            </a:r>
          </a:p>
        </p:txBody>
      </p:sp>
    </p:spTree>
    <p:extLst>
      <p:ext uri="{BB962C8B-B14F-4D97-AF65-F5344CB8AC3E}">
        <p14:creationId xmlns:p14="http://schemas.microsoft.com/office/powerpoint/2010/main" val="265004502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rey section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41458171-FB00-C3AD-5878-365AF99DAF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256301DE-742E-E91C-EAFF-86448EE14ED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5587" y="279400"/>
            <a:ext cx="8730138" cy="2852737"/>
          </a:xfrm>
        </p:spPr>
        <p:txBody>
          <a:bodyPr anchor="t"/>
          <a:lstStyle>
            <a:lvl1pPr>
              <a:lnSpc>
                <a:spcPct val="80000"/>
              </a:lnSpc>
              <a:defRPr sz="7600">
                <a:solidFill>
                  <a:schemeClr val="tx1"/>
                </a:solidFill>
              </a:defRPr>
            </a:lvl1pPr>
          </a:lstStyle>
          <a:p>
            <a:r>
              <a:rPr lang="en-CA"/>
              <a:t>Click to add the section title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71D6264-4BCD-6268-2122-8075183D15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D0D3574-F333-2FFB-050C-525CC8FF41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1DAE3DD-E46F-48E2-BAED-1C2B457B4828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6519CD41-7DFB-7F3E-B638-81541A4892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78823" y="6464920"/>
            <a:ext cx="2204937" cy="22320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CA" sz="800">
                <a:solidFill>
                  <a:schemeClr val="tx1"/>
                </a:solidFill>
              </a:rPr>
              <a:t>National Bank</a:t>
            </a:r>
          </a:p>
        </p:txBody>
      </p:sp>
    </p:spTree>
    <p:extLst>
      <p:ext uri="{BB962C8B-B14F-4D97-AF65-F5344CB8AC3E}">
        <p14:creationId xmlns:p14="http://schemas.microsoft.com/office/powerpoint/2010/main" val="185124916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ream sec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>
            <a:extLst>
              <a:ext uri="{FF2B5EF4-FFF2-40B4-BE49-F238E27FC236}">
                <a16:creationId xmlns:a16="http://schemas.microsoft.com/office/drawing/2014/main" id="{08754E08-AF37-8262-FA1A-101978483F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256301DE-742E-E91C-EAFF-86448EE14ED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5587" y="279400"/>
            <a:ext cx="8730138" cy="2852737"/>
          </a:xfrm>
        </p:spPr>
        <p:txBody>
          <a:bodyPr anchor="t"/>
          <a:lstStyle>
            <a:lvl1pPr>
              <a:lnSpc>
                <a:spcPct val="80000"/>
              </a:lnSpc>
              <a:defRPr sz="7600">
                <a:solidFill>
                  <a:schemeClr val="tx1"/>
                </a:solidFill>
              </a:defRPr>
            </a:lvl1pPr>
          </a:lstStyle>
          <a:p>
            <a:r>
              <a:rPr lang="en-CA"/>
              <a:t>Click to add the section title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71D6264-4BCD-6268-2122-8075183D15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D0D3574-F333-2FFB-050C-525CC8FF41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1DAE3DD-E46F-48E2-BAED-1C2B457B4828}" type="slidenum">
              <a:rPr lang="en-CA" smtClean="0"/>
              <a:pPr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2360966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y section with subt.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56301DE-742E-E91C-EAFF-86448EE14E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5587" y="279400"/>
            <a:ext cx="8730138" cy="2852737"/>
          </a:xfrm>
        </p:spPr>
        <p:txBody>
          <a:bodyPr anchor="t"/>
          <a:lstStyle>
            <a:lvl1pPr>
              <a:lnSpc>
                <a:spcPct val="80000"/>
              </a:lnSpc>
              <a:defRPr sz="7600">
                <a:solidFill>
                  <a:schemeClr val="tx1"/>
                </a:solidFill>
              </a:defRPr>
            </a:lvl1pPr>
          </a:lstStyle>
          <a:p>
            <a:r>
              <a:rPr lang="en-CA"/>
              <a:t>Click to add the section title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860F77F-69D3-97C6-C80D-F1C1DE73E2D2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45587" y="4374000"/>
            <a:ext cx="8730138" cy="1500187"/>
          </a:xfrm>
        </p:spPr>
        <p:txBody>
          <a:bodyPr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4800" spc="-1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CA"/>
              <a:t>Click to add the subsection title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71D6264-4BCD-6268-2122-8075183D15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D0D3574-F333-2FFB-050C-525CC8FF41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1DAE3DD-E46F-48E2-BAED-1C2B457B4828}" type="slidenum">
              <a:rPr lang="en-CA" smtClean="0"/>
              <a:pPr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9571676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ream section with subt.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56301DE-742E-E91C-EAFF-86448EE14E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5587" y="279400"/>
            <a:ext cx="8730138" cy="2852737"/>
          </a:xfrm>
        </p:spPr>
        <p:txBody>
          <a:bodyPr anchor="t"/>
          <a:lstStyle>
            <a:lvl1pPr>
              <a:lnSpc>
                <a:spcPct val="80000"/>
              </a:lnSpc>
              <a:defRPr sz="7600">
                <a:solidFill>
                  <a:schemeClr val="tx1"/>
                </a:solidFill>
              </a:defRPr>
            </a:lvl1pPr>
          </a:lstStyle>
          <a:p>
            <a:r>
              <a:rPr lang="en-CA"/>
              <a:t>Click to add the section title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860F77F-69D3-97C6-C80D-F1C1DE73E2D2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45587" y="4374000"/>
            <a:ext cx="8730138" cy="1500187"/>
          </a:xfrm>
        </p:spPr>
        <p:txBody>
          <a:bodyPr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4800" spc="-1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CA"/>
              <a:t>Click to add the subsection title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71D6264-4BCD-6268-2122-8075183D15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D0D3574-F333-2FFB-050C-525CC8FF41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1DAE3DD-E46F-48E2-BAED-1C2B457B4828}" type="slidenum">
              <a:rPr lang="en-CA" smtClean="0"/>
              <a:pPr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4228100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asic flexible layouts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>
            <a:extLst>
              <a:ext uri="{FF2B5EF4-FFF2-40B4-BE49-F238E27FC236}">
                <a16:creationId xmlns:a16="http://schemas.microsoft.com/office/drawing/2014/main" id="{C6B413FA-A402-C68A-45FB-D5608FB6B340}"/>
              </a:ext>
            </a:extLst>
          </p:cNvPr>
          <p:cNvSpPr txBox="1"/>
          <p:nvPr userDrawn="1"/>
        </p:nvSpPr>
        <p:spPr>
          <a:xfrm>
            <a:off x="246064" y="279400"/>
            <a:ext cx="11699874" cy="629920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>
              <a:lnSpc>
                <a:spcPct val="80000"/>
              </a:lnSpc>
            </a:pPr>
            <a:r>
              <a:rPr lang="en-CA" sz="11500"/>
              <a:t>Basic flexible layouts</a:t>
            </a:r>
          </a:p>
        </p:txBody>
      </p:sp>
    </p:spTree>
    <p:extLst>
      <p:ext uri="{BB962C8B-B14F-4D97-AF65-F5344CB8AC3E}">
        <p14:creationId xmlns:p14="http://schemas.microsoft.com/office/powerpoint/2010/main" val="72509819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UJET">
            <a:extLst>
              <a:ext uri="{FF2B5EF4-FFF2-40B4-BE49-F238E27FC236}">
                <a16:creationId xmlns:a16="http://schemas.microsoft.com/office/drawing/2014/main" id="{C011188E-AB6E-B7FF-B3A1-225DF6369AF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46063" y="233999"/>
            <a:ext cx="5714937" cy="180001"/>
          </a:xfrm>
        </p:spPr>
        <p:txBody>
          <a:bodyPr lIns="18000" tIns="0" rIns="18000" bIns="0" anchor="ctr">
            <a:noAutofit/>
          </a:bodyPr>
          <a:lstStyle>
            <a:lvl1pPr marL="0" indent="0"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  <a:lvl2pPr>
              <a:defRPr sz="1200"/>
            </a:lvl2pPr>
            <a:lvl3pPr>
              <a:defRPr sz="110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en-CA"/>
              <a:t>Click to add a subject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A8E280B6-F7AC-A796-AA2A-BF994A25AA9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6063" y="414000"/>
            <a:ext cx="11699875" cy="765514"/>
          </a:xfrm>
        </p:spPr>
        <p:txBody>
          <a:bodyPr/>
          <a:lstStyle/>
          <a:p>
            <a:r>
              <a:rPr lang="en-CA"/>
              <a:t>Click to add a headline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E7749EC-42B2-CEE5-9D95-572D91A3BC49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CA"/>
              <a:t>Click to add text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046CAA4-59E5-FA78-23DC-EF35D4F881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8E07E85-8138-0B06-9C07-559CC2D5EA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AE3DD-E46F-48E2-BAED-1C2B457B482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1216883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_Title and cont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UJET">
            <a:extLst>
              <a:ext uri="{FF2B5EF4-FFF2-40B4-BE49-F238E27FC236}">
                <a16:creationId xmlns:a16="http://schemas.microsoft.com/office/drawing/2014/main" id="{C011188E-AB6E-B7FF-B3A1-225DF6369AF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46063" y="233999"/>
            <a:ext cx="5714937" cy="180001"/>
          </a:xfrm>
        </p:spPr>
        <p:txBody>
          <a:bodyPr lIns="18000" tIns="0" rIns="18000" bIns="0" anchor="ctr">
            <a:noAutofit/>
          </a:bodyPr>
          <a:lstStyle>
            <a:lvl1pPr marL="0" indent="0"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  <a:lvl2pPr>
              <a:defRPr sz="1200"/>
            </a:lvl2pPr>
            <a:lvl3pPr>
              <a:defRPr sz="110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en-CA"/>
              <a:t>Click to add a subject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A8E280B6-F7AC-A796-AA2A-BF994A25AA9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6063" y="414000"/>
            <a:ext cx="11699875" cy="765514"/>
          </a:xfrm>
        </p:spPr>
        <p:txBody>
          <a:bodyPr/>
          <a:lstStyle/>
          <a:p>
            <a:r>
              <a:rPr lang="en-CA"/>
              <a:t>Click to add a headline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E7749EC-42B2-CEE5-9D95-572D91A3BC49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CA"/>
              <a:t>Click to add text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046CAA4-59E5-FA78-23DC-EF35D4F881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8E07E85-8138-0B06-9C07-559CC2D5EA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AE3DD-E46F-48E2-BAED-1C2B457B482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1702754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_Title and conten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UJET">
            <a:extLst>
              <a:ext uri="{FF2B5EF4-FFF2-40B4-BE49-F238E27FC236}">
                <a16:creationId xmlns:a16="http://schemas.microsoft.com/office/drawing/2014/main" id="{C011188E-AB6E-B7FF-B3A1-225DF6369AF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46063" y="233999"/>
            <a:ext cx="5714937" cy="180001"/>
          </a:xfrm>
        </p:spPr>
        <p:txBody>
          <a:bodyPr lIns="18000" tIns="0" rIns="18000" bIns="0" anchor="ctr">
            <a:noAutofit/>
          </a:bodyPr>
          <a:lstStyle>
            <a:lvl1pPr marL="0" indent="0"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  <a:lvl2pPr>
              <a:defRPr sz="1200"/>
            </a:lvl2pPr>
            <a:lvl3pPr>
              <a:defRPr sz="110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en-CA"/>
              <a:t>Click to add a subject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A8E280B6-F7AC-A796-AA2A-BF994A25AA9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6063" y="414000"/>
            <a:ext cx="11699875" cy="765514"/>
          </a:xfrm>
        </p:spPr>
        <p:txBody>
          <a:bodyPr/>
          <a:lstStyle/>
          <a:p>
            <a:r>
              <a:rPr lang="en-CA"/>
              <a:t>Click to add a headline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E7749EC-42B2-CEE5-9D95-572D91A3BC49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CA"/>
              <a:t>Click to add text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046CAA4-59E5-FA78-23DC-EF35D4F881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8E07E85-8138-0B06-9C07-559CC2D5EA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AE3DD-E46F-48E2-BAED-1C2B457B482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0982340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+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UJET">
            <a:extLst>
              <a:ext uri="{FF2B5EF4-FFF2-40B4-BE49-F238E27FC236}">
                <a16:creationId xmlns:a16="http://schemas.microsoft.com/office/drawing/2014/main" id="{C011188E-AB6E-B7FF-B3A1-225DF6369AF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46063" y="233999"/>
            <a:ext cx="5714937" cy="180001"/>
          </a:xfrm>
        </p:spPr>
        <p:txBody>
          <a:bodyPr lIns="18000" tIns="0" rIns="18000" bIns="0" anchor="ctr">
            <a:noAutofit/>
          </a:bodyPr>
          <a:lstStyle>
            <a:lvl1pPr marL="0" indent="0"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  <a:lvl2pPr>
              <a:defRPr sz="1200"/>
            </a:lvl2pPr>
            <a:lvl3pPr>
              <a:defRPr sz="110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en-CA"/>
              <a:t>Click to add a subject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A8E280B6-F7AC-A796-AA2A-BF994A25AA9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6063" y="414000"/>
            <a:ext cx="11699875" cy="765514"/>
          </a:xfrm>
        </p:spPr>
        <p:txBody>
          <a:bodyPr/>
          <a:lstStyle/>
          <a:p>
            <a:r>
              <a:rPr lang="en-CA"/>
              <a:t>Click to add a headline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E7749EC-42B2-CEE5-9D95-572D91A3BC4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46063" y="1314450"/>
            <a:ext cx="11699875" cy="4276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CA"/>
              <a:t>Click to add text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</a:p>
        </p:txBody>
      </p:sp>
      <p:sp>
        <p:nvSpPr>
          <p:cNvPr id="4" name="BOÎTE DE MESSAGE">
            <a:extLst>
              <a:ext uri="{FF2B5EF4-FFF2-40B4-BE49-F238E27FC236}">
                <a16:creationId xmlns:a16="http://schemas.microsoft.com/office/drawing/2014/main" id="{CCEA64E9-DBD3-B690-9426-378E49348B8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46062" y="5724000"/>
            <a:ext cx="11700000" cy="630000"/>
          </a:xfrm>
          <a:solidFill>
            <a:schemeClr val="bg1"/>
          </a:solidFill>
          <a:effectLst>
            <a:innerShdw dist="6350" dir="16200000">
              <a:prstClr val="black"/>
            </a:innerShdw>
          </a:effectLst>
        </p:spPr>
        <p:txBody>
          <a:bodyPr tIns="72000"/>
          <a:lstStyle>
            <a:lvl1pPr>
              <a:defRPr sz="18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CA"/>
              <a:t>Click to edit the text in the message box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046CAA4-59E5-FA78-23DC-EF35D4F881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8E07E85-8138-0B06-9C07-559CC2D5EA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AE3DD-E46F-48E2-BAED-1C2B457B482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990444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_Title and content + box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UJET">
            <a:extLst>
              <a:ext uri="{FF2B5EF4-FFF2-40B4-BE49-F238E27FC236}">
                <a16:creationId xmlns:a16="http://schemas.microsoft.com/office/drawing/2014/main" id="{C011188E-AB6E-B7FF-B3A1-225DF6369AF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46063" y="233999"/>
            <a:ext cx="5714937" cy="180001"/>
          </a:xfrm>
        </p:spPr>
        <p:txBody>
          <a:bodyPr lIns="18000" tIns="0" rIns="18000" bIns="0" anchor="ctr">
            <a:noAutofit/>
          </a:bodyPr>
          <a:lstStyle>
            <a:lvl1pPr marL="0" indent="0"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  <a:lvl2pPr>
              <a:defRPr sz="1200"/>
            </a:lvl2pPr>
            <a:lvl3pPr>
              <a:defRPr sz="110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en-CA"/>
              <a:t>Click to add a subject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A8E280B6-F7AC-A796-AA2A-BF994A25AA9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6063" y="414000"/>
            <a:ext cx="11699875" cy="765514"/>
          </a:xfrm>
        </p:spPr>
        <p:txBody>
          <a:bodyPr/>
          <a:lstStyle/>
          <a:p>
            <a:r>
              <a:rPr lang="en-CA"/>
              <a:t>Click to add a headline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E7749EC-42B2-CEE5-9D95-572D91A3BC4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46063" y="1314450"/>
            <a:ext cx="11699875" cy="4276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CA"/>
              <a:t>Click to add text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</a:p>
        </p:txBody>
      </p:sp>
      <p:sp>
        <p:nvSpPr>
          <p:cNvPr id="4" name="BOÎTE DE MESSAGE">
            <a:extLst>
              <a:ext uri="{FF2B5EF4-FFF2-40B4-BE49-F238E27FC236}">
                <a16:creationId xmlns:a16="http://schemas.microsoft.com/office/drawing/2014/main" id="{CCEA64E9-DBD3-B690-9426-378E49348B8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46062" y="5724000"/>
            <a:ext cx="11700000" cy="630000"/>
          </a:xfrm>
          <a:solidFill>
            <a:schemeClr val="tx2"/>
          </a:solidFill>
          <a:effectLst>
            <a:innerShdw dist="6350" dir="16200000">
              <a:prstClr val="black"/>
            </a:innerShdw>
          </a:effectLst>
        </p:spPr>
        <p:txBody>
          <a:bodyPr tIns="72000"/>
          <a:lstStyle>
            <a:lvl1pPr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lang="en-CA"/>
              <a:t>Click to edit the text in the message box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046CAA4-59E5-FA78-23DC-EF35D4F881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8E07E85-8138-0B06-9C07-559CC2D5EA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AE3DD-E46F-48E2-BAED-1C2B457B482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769057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JET">
            <a:extLst>
              <a:ext uri="{FF2B5EF4-FFF2-40B4-BE49-F238E27FC236}">
                <a16:creationId xmlns:a16="http://schemas.microsoft.com/office/drawing/2014/main" id="{A7F330EE-44CC-A530-1391-571A31FF164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46063" y="233999"/>
            <a:ext cx="5714937" cy="180001"/>
          </a:xfrm>
        </p:spPr>
        <p:txBody>
          <a:bodyPr lIns="18000" tIns="0" rIns="18000" bIns="0" anchor="ctr">
            <a:noAutofit/>
          </a:bodyPr>
          <a:lstStyle>
            <a:lvl1pPr marL="0" indent="0"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  <a:lvl2pPr>
              <a:defRPr sz="1200"/>
            </a:lvl2pPr>
            <a:lvl3pPr>
              <a:defRPr sz="110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en-CA"/>
              <a:t>Click to add a subject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63E97324-7307-92EF-78A6-A4334229D75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CA"/>
              <a:t>Click to add a headline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5E300814-BCC8-14A7-5560-3D678B8EDF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8FD9898-172D-8FDD-AC87-00DD7B08F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AE3DD-E46F-48E2-BAED-1C2B457B482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4818744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_Title only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JET">
            <a:extLst>
              <a:ext uri="{FF2B5EF4-FFF2-40B4-BE49-F238E27FC236}">
                <a16:creationId xmlns:a16="http://schemas.microsoft.com/office/drawing/2014/main" id="{A7F330EE-44CC-A530-1391-571A31FF164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46063" y="233999"/>
            <a:ext cx="5714937" cy="180001"/>
          </a:xfrm>
        </p:spPr>
        <p:txBody>
          <a:bodyPr lIns="18000" tIns="0" rIns="18000" bIns="0" anchor="ctr">
            <a:noAutofit/>
          </a:bodyPr>
          <a:lstStyle>
            <a:lvl1pPr marL="0" indent="0"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  <a:lvl2pPr>
              <a:defRPr sz="1200"/>
            </a:lvl2pPr>
            <a:lvl3pPr>
              <a:defRPr sz="110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en-CA"/>
              <a:t>Click to add a subject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63E97324-7307-92EF-78A6-A4334229D75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CA"/>
              <a:t>Click to add a headline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5E300814-BCC8-14A7-5560-3D678B8EDF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8FD9898-172D-8FDD-AC87-00DD7B08F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AE3DD-E46F-48E2-BAED-1C2B457B482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628778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_Title only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JET">
            <a:extLst>
              <a:ext uri="{FF2B5EF4-FFF2-40B4-BE49-F238E27FC236}">
                <a16:creationId xmlns:a16="http://schemas.microsoft.com/office/drawing/2014/main" id="{A7F330EE-44CC-A530-1391-571A31FF164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46063" y="233999"/>
            <a:ext cx="5714937" cy="180001"/>
          </a:xfrm>
        </p:spPr>
        <p:txBody>
          <a:bodyPr lIns="18000" tIns="0" rIns="18000" bIns="0" anchor="ctr">
            <a:noAutofit/>
          </a:bodyPr>
          <a:lstStyle>
            <a:lvl1pPr marL="0" indent="0"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  <a:lvl2pPr>
              <a:defRPr sz="1200"/>
            </a:lvl2pPr>
            <a:lvl3pPr>
              <a:defRPr sz="110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en-CA"/>
              <a:t>Click to add a subject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63E97324-7307-92EF-78A6-A4334229D75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CA"/>
              <a:t>Click to add a headline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5E300814-BCC8-14A7-5560-3D678B8EDF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8FD9898-172D-8FDD-AC87-00DD7B08F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AE3DD-E46F-48E2-BAED-1C2B457B482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8642205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+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JET">
            <a:extLst>
              <a:ext uri="{FF2B5EF4-FFF2-40B4-BE49-F238E27FC236}">
                <a16:creationId xmlns:a16="http://schemas.microsoft.com/office/drawing/2014/main" id="{A7F330EE-44CC-A530-1391-571A31FF164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46063" y="233999"/>
            <a:ext cx="5714937" cy="180001"/>
          </a:xfrm>
        </p:spPr>
        <p:txBody>
          <a:bodyPr lIns="18000" tIns="0" rIns="18000" bIns="0" anchor="ctr">
            <a:noAutofit/>
          </a:bodyPr>
          <a:lstStyle>
            <a:lvl1pPr marL="0" indent="0"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  <a:lvl2pPr>
              <a:defRPr sz="1200"/>
            </a:lvl2pPr>
            <a:lvl3pPr>
              <a:defRPr sz="110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en-CA"/>
              <a:t>Click to add a subject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63E97324-7307-92EF-78A6-A4334229D75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CA"/>
              <a:t>Click to add a headline</a:t>
            </a:r>
          </a:p>
        </p:txBody>
      </p:sp>
      <p:sp>
        <p:nvSpPr>
          <p:cNvPr id="3" name="BOÎTE DE MESSAGE">
            <a:extLst>
              <a:ext uri="{FF2B5EF4-FFF2-40B4-BE49-F238E27FC236}">
                <a16:creationId xmlns:a16="http://schemas.microsoft.com/office/drawing/2014/main" id="{F4B941C2-48FD-F800-795C-F0F8CA7D34B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46062" y="5724000"/>
            <a:ext cx="11700000" cy="630000"/>
          </a:xfrm>
          <a:solidFill>
            <a:schemeClr val="bg1"/>
          </a:solidFill>
          <a:effectLst>
            <a:innerShdw dist="6350" dir="16200000">
              <a:prstClr val="black"/>
            </a:innerShdw>
          </a:effectLst>
        </p:spPr>
        <p:txBody>
          <a:bodyPr tIns="72000"/>
          <a:lstStyle>
            <a:lvl1pPr>
              <a:defRPr sz="18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CA"/>
              <a:t>Click to edit the text in the message box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5E300814-BCC8-14A7-5560-3D678B8EDF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8FD9898-172D-8FDD-AC87-00DD7B08F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AE3DD-E46F-48E2-BAED-1C2B457B482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2867370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 WITH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F536E411-7E83-C60C-674E-B2461C432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E7F74A3-044B-2F0D-1034-42EC9D0BB9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AE3DD-E46F-48E2-BAED-1C2B457B482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3787350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pty WITHOUT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Connecteur droit 10">
            <a:extLst>
              <a:ext uri="{FF2B5EF4-FFF2-40B4-BE49-F238E27FC236}">
                <a16:creationId xmlns:a16="http://schemas.microsoft.com/office/drawing/2014/main" id="{8B25D9EA-C63B-4E94-3457-EEB3886EDA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 flipV="1">
            <a:off x="246000" y="-216000"/>
            <a:ext cx="0" cy="180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eur droit 11">
            <a:extLst>
              <a:ext uri="{FF2B5EF4-FFF2-40B4-BE49-F238E27FC236}">
                <a16:creationId xmlns:a16="http://schemas.microsoft.com/office/drawing/2014/main" id="{BBD32631-C81E-8B5A-F372-7027FC5E40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 flipV="1">
            <a:off x="11946000" y="-216000"/>
            <a:ext cx="0" cy="180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eur droit 12">
            <a:extLst>
              <a:ext uri="{FF2B5EF4-FFF2-40B4-BE49-F238E27FC236}">
                <a16:creationId xmlns:a16="http://schemas.microsoft.com/office/drawing/2014/main" id="{48064958-3BB7-7E1B-6CB3-60BFE30B4E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12216000" y="279000"/>
            <a:ext cx="180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eur droit 18">
            <a:extLst>
              <a:ext uri="{FF2B5EF4-FFF2-40B4-BE49-F238E27FC236}">
                <a16:creationId xmlns:a16="http://schemas.microsoft.com/office/drawing/2014/main" id="{094B3C1C-D7EC-B11B-FF45-A8D68488C0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12216000" y="1314000"/>
            <a:ext cx="180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eur droit 13">
            <a:extLst>
              <a:ext uri="{FF2B5EF4-FFF2-40B4-BE49-F238E27FC236}">
                <a16:creationId xmlns:a16="http://schemas.microsoft.com/office/drawing/2014/main" id="{6A345764-D3A4-6C4B-0878-8FBEDB241C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12216000" y="6354000"/>
            <a:ext cx="180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eur droit 14">
            <a:extLst>
              <a:ext uri="{FF2B5EF4-FFF2-40B4-BE49-F238E27FC236}">
                <a16:creationId xmlns:a16="http://schemas.microsoft.com/office/drawing/2014/main" id="{66B8E0F5-EE5A-67C1-1D56-BE8A751338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 flipV="1">
            <a:off x="11946000" y="6894000"/>
            <a:ext cx="0" cy="180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eur droit 15">
            <a:extLst>
              <a:ext uri="{FF2B5EF4-FFF2-40B4-BE49-F238E27FC236}">
                <a16:creationId xmlns:a16="http://schemas.microsoft.com/office/drawing/2014/main" id="{E94B93EC-EA02-649F-8208-A2B5BD8026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 flipV="1">
            <a:off x="246000" y="6894000"/>
            <a:ext cx="0" cy="180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eur droit 16">
            <a:extLst>
              <a:ext uri="{FF2B5EF4-FFF2-40B4-BE49-F238E27FC236}">
                <a16:creationId xmlns:a16="http://schemas.microsoft.com/office/drawing/2014/main" id="{9721DCDA-47B1-0105-8C75-DE478AAEFB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-204000" y="6354000"/>
            <a:ext cx="180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eur droit 19">
            <a:extLst>
              <a:ext uri="{FF2B5EF4-FFF2-40B4-BE49-F238E27FC236}">
                <a16:creationId xmlns:a16="http://schemas.microsoft.com/office/drawing/2014/main" id="{D4D29B60-87DC-F2F5-26AD-74B40A1EEB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-204000" y="1314000"/>
            <a:ext cx="180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eur droit 17">
            <a:extLst>
              <a:ext uri="{FF2B5EF4-FFF2-40B4-BE49-F238E27FC236}">
                <a16:creationId xmlns:a16="http://schemas.microsoft.com/office/drawing/2014/main" id="{1F9A8A0B-D074-16BF-5D38-FAA4CA5ECF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-204000" y="279000"/>
            <a:ext cx="180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0412473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Vertical blocks layouts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>
            <a:extLst>
              <a:ext uri="{FF2B5EF4-FFF2-40B4-BE49-F238E27FC236}">
                <a16:creationId xmlns:a16="http://schemas.microsoft.com/office/drawing/2014/main" id="{C6B413FA-A402-C68A-45FB-D5608FB6B340}"/>
              </a:ext>
            </a:extLst>
          </p:cNvPr>
          <p:cNvSpPr txBox="1"/>
          <p:nvPr userDrawn="1"/>
        </p:nvSpPr>
        <p:spPr>
          <a:xfrm>
            <a:off x="246064" y="279400"/>
            <a:ext cx="11699874" cy="629920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>
              <a:lnSpc>
                <a:spcPct val="80000"/>
              </a:lnSpc>
            </a:pPr>
            <a:r>
              <a:rPr lang="en-CA" sz="11500"/>
              <a:t>Vertical blocks layouts</a:t>
            </a:r>
          </a:p>
        </p:txBody>
      </p:sp>
    </p:spTree>
    <p:extLst>
      <p:ext uri="{BB962C8B-B14F-4D97-AF65-F5344CB8AC3E}">
        <p14:creationId xmlns:p14="http://schemas.microsoft.com/office/powerpoint/2010/main" val="325972999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vertical bloc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UJET">
            <a:extLst>
              <a:ext uri="{FF2B5EF4-FFF2-40B4-BE49-F238E27FC236}">
                <a16:creationId xmlns:a16="http://schemas.microsoft.com/office/drawing/2014/main" id="{381DB005-D543-1739-C4AB-F49BCF1E81C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46063" y="233999"/>
            <a:ext cx="5714937" cy="180001"/>
          </a:xfrm>
        </p:spPr>
        <p:txBody>
          <a:bodyPr lIns="18000" tIns="0" rIns="18000" bIns="0" anchor="ctr">
            <a:noAutofit/>
          </a:bodyPr>
          <a:lstStyle>
            <a:lvl1pPr marL="0" indent="0"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  <a:lvl2pPr>
              <a:defRPr sz="1200"/>
            </a:lvl2pPr>
            <a:lvl3pPr>
              <a:defRPr sz="110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en-CA"/>
              <a:t>Click to add a subject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FCDB59CF-28B4-28B5-780C-BF63A0CD044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6063" y="414000"/>
            <a:ext cx="11699875" cy="765514"/>
          </a:xfrm>
        </p:spPr>
        <p:txBody>
          <a:bodyPr/>
          <a:lstStyle>
            <a:lvl1pPr>
              <a:defRPr/>
            </a:lvl1pPr>
          </a:lstStyle>
          <a:p>
            <a:r>
              <a:rPr lang="en-CA"/>
              <a:t>Click to add a headline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D951E8C-216B-5C63-F549-5696DD050F6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246063" y="1314000"/>
            <a:ext cx="5716800" cy="50400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600"/>
            </a:lvl4pPr>
            <a:lvl5pPr>
              <a:defRPr sz="2000"/>
            </a:lvl5pPr>
          </a:lstStyle>
          <a:p>
            <a:pPr lvl="0"/>
            <a:r>
              <a:rPr lang="en-CA"/>
              <a:t>Click to add text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FFCCBB23-F536-8A45-30A2-41B81DAF8AE5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229138" y="1314000"/>
            <a:ext cx="5716800" cy="50400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600"/>
            </a:lvl4pPr>
            <a:lvl5pPr>
              <a:defRPr sz="2000"/>
            </a:lvl5pPr>
          </a:lstStyle>
          <a:p>
            <a:pPr lvl="0"/>
            <a:r>
              <a:rPr lang="en-CA"/>
              <a:t>Click to add text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C9AE67C5-ED6B-38F3-CCA5-A9464789EA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4F48AD9-BF87-AD83-8CFE-D482CA2DCD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AE3DD-E46F-48E2-BAED-1C2B457B482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2374075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_2 vertical blocks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UJET">
            <a:extLst>
              <a:ext uri="{FF2B5EF4-FFF2-40B4-BE49-F238E27FC236}">
                <a16:creationId xmlns:a16="http://schemas.microsoft.com/office/drawing/2014/main" id="{381DB005-D543-1739-C4AB-F49BCF1E81C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46063" y="233999"/>
            <a:ext cx="5714937" cy="180001"/>
          </a:xfrm>
        </p:spPr>
        <p:txBody>
          <a:bodyPr lIns="18000" tIns="0" rIns="18000" bIns="0" anchor="ctr">
            <a:noAutofit/>
          </a:bodyPr>
          <a:lstStyle>
            <a:lvl1pPr marL="0" indent="0"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  <a:lvl2pPr>
              <a:defRPr sz="1200"/>
            </a:lvl2pPr>
            <a:lvl3pPr>
              <a:defRPr sz="110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en-CA"/>
              <a:t>Click to add a subject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FCDB59CF-28B4-28B5-780C-BF63A0CD044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6063" y="414000"/>
            <a:ext cx="11699875" cy="765514"/>
          </a:xfrm>
        </p:spPr>
        <p:txBody>
          <a:bodyPr/>
          <a:lstStyle>
            <a:lvl1pPr>
              <a:defRPr/>
            </a:lvl1pPr>
          </a:lstStyle>
          <a:p>
            <a:r>
              <a:rPr lang="en-CA"/>
              <a:t>Click to add a headline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D951E8C-216B-5C63-F549-5696DD050F6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246063" y="1314000"/>
            <a:ext cx="5716800" cy="50400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600"/>
            </a:lvl4pPr>
            <a:lvl5pPr>
              <a:defRPr sz="2000"/>
            </a:lvl5pPr>
          </a:lstStyle>
          <a:p>
            <a:pPr lvl="0"/>
            <a:r>
              <a:rPr lang="en-CA"/>
              <a:t>Click to add text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FFCCBB23-F536-8A45-30A2-41B81DAF8AE5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229138" y="1314000"/>
            <a:ext cx="5716800" cy="50400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600"/>
            </a:lvl4pPr>
            <a:lvl5pPr>
              <a:defRPr sz="2000"/>
            </a:lvl5pPr>
          </a:lstStyle>
          <a:p>
            <a:pPr lvl="0"/>
            <a:r>
              <a:rPr lang="en-CA"/>
              <a:t>Click to add text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C9AE67C5-ED6B-38F3-CCA5-A9464789EA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4F48AD9-BF87-AD83-8CFE-D482CA2DCD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AE3DD-E46F-48E2-BAED-1C2B457B482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4816960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vertical blocks +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UJET">
            <a:extLst>
              <a:ext uri="{FF2B5EF4-FFF2-40B4-BE49-F238E27FC236}">
                <a16:creationId xmlns:a16="http://schemas.microsoft.com/office/drawing/2014/main" id="{381DB005-D543-1739-C4AB-F49BCF1E81C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46063" y="233999"/>
            <a:ext cx="5714937" cy="180001"/>
          </a:xfrm>
        </p:spPr>
        <p:txBody>
          <a:bodyPr lIns="18000" tIns="0" rIns="18000" bIns="0" anchor="ctr">
            <a:noAutofit/>
          </a:bodyPr>
          <a:lstStyle>
            <a:lvl1pPr marL="0" indent="0"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  <a:lvl2pPr>
              <a:defRPr sz="1200"/>
            </a:lvl2pPr>
            <a:lvl3pPr>
              <a:defRPr sz="110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en-CA"/>
              <a:t>Click to add a subject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FCDB59CF-28B4-28B5-780C-BF63A0CD044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6063" y="414000"/>
            <a:ext cx="11699875" cy="765514"/>
          </a:xfrm>
        </p:spPr>
        <p:txBody>
          <a:bodyPr/>
          <a:lstStyle>
            <a:lvl1pPr>
              <a:defRPr/>
            </a:lvl1pPr>
          </a:lstStyle>
          <a:p>
            <a:r>
              <a:rPr lang="en-CA"/>
              <a:t>Click to add a headline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D951E8C-216B-5C63-F549-5696DD050F6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246063" y="1314000"/>
            <a:ext cx="5716800" cy="42768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600"/>
            </a:lvl4pPr>
            <a:lvl5pPr>
              <a:defRPr sz="2000"/>
            </a:lvl5pPr>
          </a:lstStyle>
          <a:p>
            <a:pPr lvl="0"/>
            <a:r>
              <a:rPr lang="en-CA"/>
              <a:t>Click to add text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FFCCBB23-F536-8A45-30A2-41B81DAF8AE5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229138" y="1314000"/>
            <a:ext cx="5716800" cy="42768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600"/>
            </a:lvl4pPr>
            <a:lvl5pPr>
              <a:defRPr sz="2000"/>
            </a:lvl5pPr>
          </a:lstStyle>
          <a:p>
            <a:pPr lvl="0"/>
            <a:r>
              <a:rPr lang="en-CA"/>
              <a:t>Click to add text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</a:p>
        </p:txBody>
      </p:sp>
      <p:sp>
        <p:nvSpPr>
          <p:cNvPr id="5" name="BOÎTE DE MESSAGE">
            <a:extLst>
              <a:ext uri="{FF2B5EF4-FFF2-40B4-BE49-F238E27FC236}">
                <a16:creationId xmlns:a16="http://schemas.microsoft.com/office/drawing/2014/main" id="{DDAA5B82-E5D3-0FE4-5E65-265F0FD1005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46062" y="5724000"/>
            <a:ext cx="11700000" cy="630000"/>
          </a:xfrm>
          <a:solidFill>
            <a:schemeClr val="bg1"/>
          </a:solidFill>
          <a:effectLst>
            <a:innerShdw dist="6350" dir="16200000">
              <a:prstClr val="black"/>
            </a:innerShdw>
          </a:effectLst>
        </p:spPr>
        <p:txBody>
          <a:bodyPr tIns="72000"/>
          <a:lstStyle>
            <a:lvl1pPr>
              <a:defRPr sz="18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CA"/>
              <a:t>Click to edit the text in the message box</a:t>
            </a:r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C9AE67C5-ED6B-38F3-CCA5-A9464789EA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4F48AD9-BF87-AD83-8CFE-D482CA2DCD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AE3DD-E46F-48E2-BAED-1C2B457B482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7070919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_2 vertical blocks + box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UJET">
            <a:extLst>
              <a:ext uri="{FF2B5EF4-FFF2-40B4-BE49-F238E27FC236}">
                <a16:creationId xmlns:a16="http://schemas.microsoft.com/office/drawing/2014/main" id="{381DB005-D543-1739-C4AB-F49BCF1E81C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46063" y="233999"/>
            <a:ext cx="5714937" cy="180001"/>
          </a:xfrm>
        </p:spPr>
        <p:txBody>
          <a:bodyPr lIns="18000" tIns="0" rIns="18000" bIns="0" anchor="ctr">
            <a:noAutofit/>
          </a:bodyPr>
          <a:lstStyle>
            <a:lvl1pPr marL="0" indent="0"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  <a:lvl2pPr>
              <a:defRPr sz="1200"/>
            </a:lvl2pPr>
            <a:lvl3pPr>
              <a:defRPr sz="110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en-CA"/>
              <a:t>Click to add a subject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FCDB59CF-28B4-28B5-780C-BF63A0CD044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6063" y="414000"/>
            <a:ext cx="11699875" cy="765514"/>
          </a:xfrm>
        </p:spPr>
        <p:txBody>
          <a:bodyPr/>
          <a:lstStyle>
            <a:lvl1pPr>
              <a:defRPr/>
            </a:lvl1pPr>
          </a:lstStyle>
          <a:p>
            <a:r>
              <a:rPr lang="en-CA"/>
              <a:t>Click to add a headline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D951E8C-216B-5C63-F549-5696DD050F6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246063" y="1314000"/>
            <a:ext cx="5716800" cy="42768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600"/>
            </a:lvl4pPr>
            <a:lvl5pPr>
              <a:defRPr sz="2000"/>
            </a:lvl5pPr>
          </a:lstStyle>
          <a:p>
            <a:pPr lvl="0"/>
            <a:r>
              <a:rPr lang="en-CA"/>
              <a:t>Click to add text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FFCCBB23-F536-8A45-30A2-41B81DAF8AE5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229138" y="1314000"/>
            <a:ext cx="5716800" cy="42768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600"/>
            </a:lvl4pPr>
            <a:lvl5pPr>
              <a:defRPr sz="2000"/>
            </a:lvl5pPr>
          </a:lstStyle>
          <a:p>
            <a:pPr lvl="0"/>
            <a:r>
              <a:rPr lang="en-CA"/>
              <a:t>Click to add text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</a:p>
        </p:txBody>
      </p:sp>
      <p:sp>
        <p:nvSpPr>
          <p:cNvPr id="5" name="BOÎTE DE MESSAGE">
            <a:extLst>
              <a:ext uri="{FF2B5EF4-FFF2-40B4-BE49-F238E27FC236}">
                <a16:creationId xmlns:a16="http://schemas.microsoft.com/office/drawing/2014/main" id="{DDAA5B82-E5D3-0FE4-5E65-265F0FD1005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46062" y="5724000"/>
            <a:ext cx="11700000" cy="630000"/>
          </a:xfrm>
          <a:solidFill>
            <a:schemeClr val="tx2"/>
          </a:solidFill>
          <a:effectLst>
            <a:innerShdw dist="6350" dir="16200000">
              <a:prstClr val="black"/>
            </a:innerShdw>
          </a:effectLst>
        </p:spPr>
        <p:txBody>
          <a:bodyPr tIns="72000"/>
          <a:lstStyle>
            <a:lvl1pPr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lang="en-CA"/>
              <a:t>Click to edit the text in the message box</a:t>
            </a:r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C9AE67C5-ED6B-38F3-CCA5-A9464789EA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4F48AD9-BF87-AD83-8CFE-D482CA2DCD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AE3DD-E46F-48E2-BAED-1C2B457B482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54751289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vertical blocks with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UJET">
            <a:extLst>
              <a:ext uri="{FF2B5EF4-FFF2-40B4-BE49-F238E27FC236}">
                <a16:creationId xmlns:a16="http://schemas.microsoft.com/office/drawing/2014/main" id="{1EB4CD61-4E34-17E6-55AC-EBFFB91C77F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46063" y="233999"/>
            <a:ext cx="5714937" cy="180001"/>
          </a:xfrm>
        </p:spPr>
        <p:txBody>
          <a:bodyPr lIns="18000" tIns="0" rIns="18000" bIns="0" anchor="ctr">
            <a:noAutofit/>
          </a:bodyPr>
          <a:lstStyle>
            <a:lvl1pPr marL="0" indent="0"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  <a:lvl2pPr>
              <a:defRPr sz="1200"/>
            </a:lvl2pPr>
            <a:lvl3pPr>
              <a:defRPr sz="110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en-CA"/>
              <a:t>Click to add a subject</a:t>
            </a:r>
          </a:p>
        </p:txBody>
      </p:sp>
      <p:sp>
        <p:nvSpPr>
          <p:cNvPr id="10" name="Titre 9">
            <a:extLst>
              <a:ext uri="{FF2B5EF4-FFF2-40B4-BE49-F238E27FC236}">
                <a16:creationId xmlns:a16="http://schemas.microsoft.com/office/drawing/2014/main" id="{CF669966-B637-42E1-99CB-17298981C1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6063" y="414000"/>
            <a:ext cx="11699875" cy="765514"/>
          </a:xfrm>
        </p:spPr>
        <p:txBody>
          <a:bodyPr/>
          <a:lstStyle/>
          <a:p>
            <a:r>
              <a:rPr lang="en-CA"/>
              <a:t>Click to add a headline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886BD1F-0A1D-D9F7-2AF2-C63A92897F7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46063" y="1404000"/>
            <a:ext cx="5716800" cy="720000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spcBef>
                <a:spcPts val="1800"/>
              </a:spcBef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Click to add a useful message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537B4DAF-B67C-D7BA-6BFB-26613C146AB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246063" y="2214563"/>
            <a:ext cx="5716800" cy="41394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600"/>
            </a:lvl4pPr>
            <a:lvl5pPr>
              <a:defRPr sz="2000"/>
            </a:lvl5pPr>
          </a:lstStyle>
          <a:p>
            <a:pPr lvl="0"/>
            <a:r>
              <a:rPr lang="en-CA"/>
              <a:t>Click to add text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6EB027BF-65B8-826D-E0F9-96429F775072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229138" y="1404000"/>
            <a:ext cx="5716800" cy="720000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spcBef>
                <a:spcPts val="1800"/>
              </a:spcBef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Click to add a useful message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66F8DBA5-8B75-4F1B-88ED-459D83C98A53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229138" y="2214563"/>
            <a:ext cx="5716800" cy="41394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600"/>
            </a:lvl4pPr>
            <a:lvl5pPr>
              <a:defRPr sz="2000"/>
            </a:lvl5pPr>
          </a:lstStyle>
          <a:p>
            <a:pPr lvl="0"/>
            <a:r>
              <a:rPr lang="en-CA"/>
              <a:t>Click to add text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9BC59D39-C5EC-68B5-A618-27094EED21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FB94AD47-1E94-8F3E-D0FD-3E67829A41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AE3DD-E46F-48E2-BAED-1C2B457B482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7527153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_2 vertical blocks with titl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UJET">
            <a:extLst>
              <a:ext uri="{FF2B5EF4-FFF2-40B4-BE49-F238E27FC236}">
                <a16:creationId xmlns:a16="http://schemas.microsoft.com/office/drawing/2014/main" id="{1EB4CD61-4E34-17E6-55AC-EBFFB91C77F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46063" y="233999"/>
            <a:ext cx="5714937" cy="180001"/>
          </a:xfrm>
        </p:spPr>
        <p:txBody>
          <a:bodyPr lIns="18000" tIns="0" rIns="18000" bIns="0" anchor="ctr">
            <a:noAutofit/>
          </a:bodyPr>
          <a:lstStyle>
            <a:lvl1pPr marL="0" indent="0"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  <a:lvl2pPr>
              <a:defRPr sz="1200"/>
            </a:lvl2pPr>
            <a:lvl3pPr>
              <a:defRPr sz="110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en-CA"/>
              <a:t>Click to add a subject</a:t>
            </a:r>
          </a:p>
        </p:txBody>
      </p:sp>
      <p:sp>
        <p:nvSpPr>
          <p:cNvPr id="10" name="Titre 9">
            <a:extLst>
              <a:ext uri="{FF2B5EF4-FFF2-40B4-BE49-F238E27FC236}">
                <a16:creationId xmlns:a16="http://schemas.microsoft.com/office/drawing/2014/main" id="{CF669966-B637-42E1-99CB-17298981C1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6063" y="414000"/>
            <a:ext cx="11699875" cy="765514"/>
          </a:xfrm>
        </p:spPr>
        <p:txBody>
          <a:bodyPr/>
          <a:lstStyle/>
          <a:p>
            <a:r>
              <a:rPr lang="en-CA"/>
              <a:t>Click to add a headline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886BD1F-0A1D-D9F7-2AF2-C63A92897F7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46063" y="1404000"/>
            <a:ext cx="5716800" cy="720000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spcBef>
                <a:spcPts val="1800"/>
              </a:spcBef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Click to add a useful message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537B4DAF-B67C-D7BA-6BFB-26613C146AB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246063" y="2214563"/>
            <a:ext cx="5716800" cy="41394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600"/>
            </a:lvl4pPr>
            <a:lvl5pPr>
              <a:defRPr sz="2000"/>
            </a:lvl5pPr>
          </a:lstStyle>
          <a:p>
            <a:pPr lvl="0"/>
            <a:r>
              <a:rPr lang="en-CA"/>
              <a:t>Click to add text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6EB027BF-65B8-826D-E0F9-96429F775072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229138" y="1404000"/>
            <a:ext cx="5716800" cy="720000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spcBef>
                <a:spcPts val="1800"/>
              </a:spcBef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Click to add a useful message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66F8DBA5-8B75-4F1B-88ED-459D83C98A53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229138" y="2214563"/>
            <a:ext cx="5716800" cy="41394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600"/>
            </a:lvl4pPr>
            <a:lvl5pPr>
              <a:defRPr sz="2000"/>
            </a:lvl5pPr>
          </a:lstStyle>
          <a:p>
            <a:pPr lvl="0"/>
            <a:r>
              <a:rPr lang="en-CA"/>
              <a:t>Click to add text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9BC59D39-C5EC-68B5-A618-27094EED21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FB94AD47-1E94-8F3E-D0FD-3E67829A41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AE3DD-E46F-48E2-BAED-1C2B457B482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5512756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vertical blocks with title +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UJET">
            <a:extLst>
              <a:ext uri="{FF2B5EF4-FFF2-40B4-BE49-F238E27FC236}">
                <a16:creationId xmlns:a16="http://schemas.microsoft.com/office/drawing/2014/main" id="{1EB4CD61-4E34-17E6-55AC-EBFFB91C77F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46063" y="233999"/>
            <a:ext cx="5714937" cy="180001"/>
          </a:xfrm>
        </p:spPr>
        <p:txBody>
          <a:bodyPr lIns="18000" tIns="0" rIns="18000" bIns="0" anchor="ctr">
            <a:noAutofit/>
          </a:bodyPr>
          <a:lstStyle>
            <a:lvl1pPr marL="0" indent="0"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  <a:lvl2pPr>
              <a:defRPr sz="1200"/>
            </a:lvl2pPr>
            <a:lvl3pPr>
              <a:defRPr sz="110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en-CA"/>
              <a:t>Click to add a subject</a:t>
            </a:r>
          </a:p>
        </p:txBody>
      </p:sp>
      <p:sp>
        <p:nvSpPr>
          <p:cNvPr id="10" name="Titre 9">
            <a:extLst>
              <a:ext uri="{FF2B5EF4-FFF2-40B4-BE49-F238E27FC236}">
                <a16:creationId xmlns:a16="http://schemas.microsoft.com/office/drawing/2014/main" id="{CF669966-B637-42E1-99CB-17298981C1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6063" y="414000"/>
            <a:ext cx="11699875" cy="765514"/>
          </a:xfrm>
        </p:spPr>
        <p:txBody>
          <a:bodyPr/>
          <a:lstStyle/>
          <a:p>
            <a:r>
              <a:rPr lang="en-CA"/>
              <a:t>Click to add a headline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886BD1F-0A1D-D9F7-2AF2-C63A92897F7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46063" y="1404000"/>
            <a:ext cx="5716800" cy="720000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spcBef>
                <a:spcPts val="1800"/>
              </a:spcBef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Click to add a useful message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537B4DAF-B67C-D7BA-6BFB-26613C146AB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246063" y="2214562"/>
            <a:ext cx="5716800" cy="3374438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600"/>
            </a:lvl4pPr>
            <a:lvl5pPr>
              <a:defRPr sz="2000"/>
            </a:lvl5pPr>
          </a:lstStyle>
          <a:p>
            <a:pPr lvl="0"/>
            <a:r>
              <a:rPr lang="en-CA"/>
              <a:t>Click to add text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6EB027BF-65B8-826D-E0F9-96429F775072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229138" y="1404000"/>
            <a:ext cx="5716800" cy="720000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spcBef>
                <a:spcPts val="1800"/>
              </a:spcBef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Click to add a useful message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66F8DBA5-8B75-4F1B-88ED-459D83C98A53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229138" y="2214562"/>
            <a:ext cx="5716800" cy="3374438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600"/>
            </a:lvl4pPr>
            <a:lvl5pPr>
              <a:defRPr sz="2000"/>
            </a:lvl5pPr>
          </a:lstStyle>
          <a:p>
            <a:pPr lvl="0"/>
            <a:r>
              <a:rPr lang="en-CA"/>
              <a:t>Click to add text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</a:p>
        </p:txBody>
      </p:sp>
      <p:sp>
        <p:nvSpPr>
          <p:cNvPr id="7" name="BOÎTE DE MESSAGE">
            <a:extLst>
              <a:ext uri="{FF2B5EF4-FFF2-40B4-BE49-F238E27FC236}">
                <a16:creationId xmlns:a16="http://schemas.microsoft.com/office/drawing/2014/main" id="{41401A25-9EB0-D463-14D1-F90B864FBD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46062" y="5724000"/>
            <a:ext cx="11700000" cy="630000"/>
          </a:xfrm>
          <a:solidFill>
            <a:schemeClr val="bg1"/>
          </a:solidFill>
          <a:effectLst>
            <a:innerShdw dist="6350" dir="16200000">
              <a:prstClr val="black"/>
            </a:innerShdw>
          </a:effectLst>
        </p:spPr>
        <p:txBody>
          <a:bodyPr tIns="72000"/>
          <a:lstStyle>
            <a:lvl1pPr>
              <a:defRPr sz="18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CA"/>
              <a:t>Click to edit the text in the message box</a:t>
            </a:r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9BC59D39-C5EC-68B5-A618-27094EED21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FB94AD47-1E94-8F3E-D0FD-3E67829A41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AE3DD-E46F-48E2-BAED-1C2B457B482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61639325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vertical blocks with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UJET">
            <a:extLst>
              <a:ext uri="{FF2B5EF4-FFF2-40B4-BE49-F238E27FC236}">
                <a16:creationId xmlns:a16="http://schemas.microsoft.com/office/drawing/2014/main" id="{1EB4CD61-4E34-17E6-55AC-EBFFB91C77F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46063" y="233999"/>
            <a:ext cx="5714937" cy="180001"/>
          </a:xfrm>
        </p:spPr>
        <p:txBody>
          <a:bodyPr lIns="18000" tIns="0" rIns="18000" bIns="0" anchor="ctr">
            <a:noAutofit/>
          </a:bodyPr>
          <a:lstStyle>
            <a:lvl1pPr marL="0" indent="0"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  <a:lvl2pPr>
              <a:defRPr sz="1200"/>
            </a:lvl2pPr>
            <a:lvl3pPr>
              <a:defRPr sz="110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en-CA"/>
              <a:t>Click to add a subject</a:t>
            </a:r>
          </a:p>
        </p:txBody>
      </p:sp>
      <p:sp>
        <p:nvSpPr>
          <p:cNvPr id="10" name="Titre 9">
            <a:extLst>
              <a:ext uri="{FF2B5EF4-FFF2-40B4-BE49-F238E27FC236}">
                <a16:creationId xmlns:a16="http://schemas.microsoft.com/office/drawing/2014/main" id="{CF669966-B637-42E1-99CB-17298981C1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6063" y="414000"/>
            <a:ext cx="11699875" cy="765514"/>
          </a:xfrm>
        </p:spPr>
        <p:txBody>
          <a:bodyPr/>
          <a:lstStyle/>
          <a:p>
            <a:r>
              <a:rPr lang="en-CA"/>
              <a:t>Click to add a headline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886BD1F-0A1D-D9F7-2AF2-C63A92897F7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46063" y="1404000"/>
            <a:ext cx="3780000" cy="720000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spcBef>
                <a:spcPts val="1800"/>
              </a:spcBef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Click to add a useful message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537B4DAF-B67C-D7BA-6BFB-26613C146AB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246063" y="2214563"/>
            <a:ext cx="3780000" cy="41394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600"/>
            </a:lvl4pPr>
            <a:lvl5pPr>
              <a:defRPr sz="2000"/>
            </a:lvl5pPr>
          </a:lstStyle>
          <a:p>
            <a:pPr lvl="0"/>
            <a:r>
              <a:rPr lang="en-CA"/>
              <a:t>Click to add text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6EB027BF-65B8-826D-E0F9-96429F775072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206001" y="1404000"/>
            <a:ext cx="3780000" cy="720000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spcBef>
                <a:spcPts val="1800"/>
              </a:spcBef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Click to add a useful message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66F8DBA5-8B75-4F1B-88ED-459D83C98A53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4206001" y="2214563"/>
            <a:ext cx="3780000" cy="41394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600"/>
            </a:lvl4pPr>
            <a:lvl5pPr>
              <a:defRPr sz="2000"/>
            </a:lvl5pPr>
          </a:lstStyle>
          <a:p>
            <a:pPr lvl="0"/>
            <a:r>
              <a:rPr lang="en-CA"/>
              <a:t>Click to add text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</a:p>
        </p:txBody>
      </p:sp>
      <p:sp>
        <p:nvSpPr>
          <p:cNvPr id="2" name="Espace réservé du texte 4">
            <a:extLst>
              <a:ext uri="{FF2B5EF4-FFF2-40B4-BE49-F238E27FC236}">
                <a16:creationId xmlns:a16="http://schemas.microsoft.com/office/drawing/2014/main" id="{E8464112-5601-8967-F388-FDB5D75341B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165939" y="1404000"/>
            <a:ext cx="3780000" cy="720000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spcBef>
                <a:spcPts val="1800"/>
              </a:spcBef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Click to add a useful message</a:t>
            </a:r>
          </a:p>
        </p:txBody>
      </p:sp>
      <p:sp>
        <p:nvSpPr>
          <p:cNvPr id="7" name="Espace réservé du contenu 5">
            <a:extLst>
              <a:ext uri="{FF2B5EF4-FFF2-40B4-BE49-F238E27FC236}">
                <a16:creationId xmlns:a16="http://schemas.microsoft.com/office/drawing/2014/main" id="{E438CE1D-ACA5-EC5D-AA36-F5829D9CD6A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8165939" y="2214563"/>
            <a:ext cx="3780000" cy="41394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600"/>
            </a:lvl4pPr>
            <a:lvl5pPr>
              <a:defRPr sz="2000"/>
            </a:lvl5pPr>
          </a:lstStyle>
          <a:p>
            <a:pPr lvl="0"/>
            <a:r>
              <a:rPr lang="en-CA"/>
              <a:t>Click to add text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9BC59D39-C5EC-68B5-A618-27094EED21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FB94AD47-1E94-8F3E-D0FD-3E67829A41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AE3DD-E46F-48E2-BAED-1C2B457B482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10779507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_3 vertical blocks with tit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UJET">
            <a:extLst>
              <a:ext uri="{FF2B5EF4-FFF2-40B4-BE49-F238E27FC236}">
                <a16:creationId xmlns:a16="http://schemas.microsoft.com/office/drawing/2014/main" id="{1EB4CD61-4E34-17E6-55AC-EBFFB91C77F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46063" y="233999"/>
            <a:ext cx="5714937" cy="180001"/>
          </a:xfrm>
        </p:spPr>
        <p:txBody>
          <a:bodyPr lIns="18000" tIns="0" rIns="18000" bIns="0" anchor="ctr">
            <a:noAutofit/>
          </a:bodyPr>
          <a:lstStyle>
            <a:lvl1pPr marL="0" indent="0"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  <a:lvl2pPr>
              <a:defRPr sz="1200"/>
            </a:lvl2pPr>
            <a:lvl3pPr>
              <a:defRPr sz="110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en-CA"/>
              <a:t>Click to add a subject</a:t>
            </a:r>
          </a:p>
        </p:txBody>
      </p:sp>
      <p:sp>
        <p:nvSpPr>
          <p:cNvPr id="10" name="Titre 9">
            <a:extLst>
              <a:ext uri="{FF2B5EF4-FFF2-40B4-BE49-F238E27FC236}">
                <a16:creationId xmlns:a16="http://schemas.microsoft.com/office/drawing/2014/main" id="{CF669966-B637-42E1-99CB-17298981C1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6063" y="414000"/>
            <a:ext cx="11699875" cy="765514"/>
          </a:xfrm>
        </p:spPr>
        <p:txBody>
          <a:bodyPr/>
          <a:lstStyle/>
          <a:p>
            <a:r>
              <a:rPr lang="en-CA"/>
              <a:t>Click to add a headline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886BD1F-0A1D-D9F7-2AF2-C63A92897F7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46063" y="1404000"/>
            <a:ext cx="3780000" cy="720000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spcBef>
                <a:spcPts val="1800"/>
              </a:spcBef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Click to add a useful message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537B4DAF-B67C-D7BA-6BFB-26613C146AB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246063" y="2214563"/>
            <a:ext cx="3780000" cy="41394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600"/>
            </a:lvl4pPr>
            <a:lvl5pPr>
              <a:defRPr sz="2000"/>
            </a:lvl5pPr>
          </a:lstStyle>
          <a:p>
            <a:pPr lvl="0"/>
            <a:r>
              <a:rPr lang="en-CA"/>
              <a:t>Click to add text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6EB027BF-65B8-826D-E0F9-96429F775072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206001" y="1404000"/>
            <a:ext cx="3780000" cy="720000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spcBef>
                <a:spcPts val="1800"/>
              </a:spcBef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Click to add a useful message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66F8DBA5-8B75-4F1B-88ED-459D83C98A53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4206001" y="2214563"/>
            <a:ext cx="3780000" cy="41394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600"/>
            </a:lvl4pPr>
            <a:lvl5pPr>
              <a:defRPr sz="2000"/>
            </a:lvl5pPr>
          </a:lstStyle>
          <a:p>
            <a:pPr lvl="0"/>
            <a:r>
              <a:rPr lang="en-CA"/>
              <a:t>Click to add text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</a:p>
        </p:txBody>
      </p:sp>
      <p:sp>
        <p:nvSpPr>
          <p:cNvPr id="2" name="Espace réservé du texte 4">
            <a:extLst>
              <a:ext uri="{FF2B5EF4-FFF2-40B4-BE49-F238E27FC236}">
                <a16:creationId xmlns:a16="http://schemas.microsoft.com/office/drawing/2014/main" id="{E8464112-5601-8967-F388-FDB5D75341B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165939" y="1404000"/>
            <a:ext cx="3780000" cy="720000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spcBef>
                <a:spcPts val="1800"/>
              </a:spcBef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Click to add a useful message</a:t>
            </a:r>
          </a:p>
        </p:txBody>
      </p:sp>
      <p:sp>
        <p:nvSpPr>
          <p:cNvPr id="7" name="Espace réservé du contenu 5">
            <a:extLst>
              <a:ext uri="{FF2B5EF4-FFF2-40B4-BE49-F238E27FC236}">
                <a16:creationId xmlns:a16="http://schemas.microsoft.com/office/drawing/2014/main" id="{E438CE1D-ACA5-EC5D-AA36-F5829D9CD6A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8165939" y="2214563"/>
            <a:ext cx="3780000" cy="41394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600"/>
            </a:lvl4pPr>
            <a:lvl5pPr>
              <a:defRPr sz="2000"/>
            </a:lvl5pPr>
          </a:lstStyle>
          <a:p>
            <a:pPr lvl="0"/>
            <a:r>
              <a:rPr lang="en-CA"/>
              <a:t>Click to add text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9BC59D39-C5EC-68B5-A618-27094EED21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FB94AD47-1E94-8F3E-D0FD-3E67829A41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AE3DD-E46F-48E2-BAED-1C2B457B482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52019848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vertical blocks with title +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UJET">
            <a:extLst>
              <a:ext uri="{FF2B5EF4-FFF2-40B4-BE49-F238E27FC236}">
                <a16:creationId xmlns:a16="http://schemas.microsoft.com/office/drawing/2014/main" id="{1EB4CD61-4E34-17E6-55AC-EBFFB91C77F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46063" y="233999"/>
            <a:ext cx="5714937" cy="180001"/>
          </a:xfrm>
        </p:spPr>
        <p:txBody>
          <a:bodyPr lIns="18000" tIns="0" rIns="18000" bIns="0" anchor="ctr">
            <a:noAutofit/>
          </a:bodyPr>
          <a:lstStyle>
            <a:lvl1pPr marL="0" indent="0"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  <a:lvl2pPr>
              <a:defRPr sz="1200"/>
            </a:lvl2pPr>
            <a:lvl3pPr>
              <a:defRPr sz="110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en-CA"/>
              <a:t>Click to add a subject</a:t>
            </a:r>
          </a:p>
        </p:txBody>
      </p:sp>
      <p:sp>
        <p:nvSpPr>
          <p:cNvPr id="10" name="Titre 9">
            <a:extLst>
              <a:ext uri="{FF2B5EF4-FFF2-40B4-BE49-F238E27FC236}">
                <a16:creationId xmlns:a16="http://schemas.microsoft.com/office/drawing/2014/main" id="{CF669966-B637-42E1-99CB-17298981C1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6063" y="414000"/>
            <a:ext cx="11699875" cy="765514"/>
          </a:xfrm>
        </p:spPr>
        <p:txBody>
          <a:bodyPr/>
          <a:lstStyle/>
          <a:p>
            <a:r>
              <a:rPr lang="en-CA"/>
              <a:t>Click to add a headline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886BD1F-0A1D-D9F7-2AF2-C63A92897F7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46063" y="1404000"/>
            <a:ext cx="3780000" cy="720000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spcBef>
                <a:spcPts val="1800"/>
              </a:spcBef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Click to add a useful message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537B4DAF-B67C-D7BA-6BFB-26613C146AB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246063" y="2214563"/>
            <a:ext cx="3780000" cy="33744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600"/>
            </a:lvl4pPr>
            <a:lvl5pPr>
              <a:defRPr sz="2000"/>
            </a:lvl5pPr>
          </a:lstStyle>
          <a:p>
            <a:pPr lvl="0"/>
            <a:r>
              <a:rPr lang="en-CA"/>
              <a:t>Click to add text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6EB027BF-65B8-826D-E0F9-96429F775072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206001" y="1404000"/>
            <a:ext cx="3780000" cy="720000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spcBef>
                <a:spcPts val="1800"/>
              </a:spcBef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Click to add a useful message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66F8DBA5-8B75-4F1B-88ED-459D83C98A53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4206001" y="2214563"/>
            <a:ext cx="3780000" cy="33744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600"/>
            </a:lvl4pPr>
            <a:lvl5pPr>
              <a:defRPr sz="2000"/>
            </a:lvl5pPr>
          </a:lstStyle>
          <a:p>
            <a:pPr lvl="0"/>
            <a:r>
              <a:rPr lang="en-CA"/>
              <a:t>Click to add text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</a:p>
        </p:txBody>
      </p:sp>
      <p:sp>
        <p:nvSpPr>
          <p:cNvPr id="2" name="Espace réservé du texte 4">
            <a:extLst>
              <a:ext uri="{FF2B5EF4-FFF2-40B4-BE49-F238E27FC236}">
                <a16:creationId xmlns:a16="http://schemas.microsoft.com/office/drawing/2014/main" id="{E8464112-5601-8967-F388-FDB5D75341B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165939" y="1404000"/>
            <a:ext cx="3780000" cy="720000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spcBef>
                <a:spcPts val="1800"/>
              </a:spcBef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Click to add a useful message</a:t>
            </a:r>
          </a:p>
        </p:txBody>
      </p:sp>
      <p:sp>
        <p:nvSpPr>
          <p:cNvPr id="7" name="Espace réservé du contenu 5">
            <a:extLst>
              <a:ext uri="{FF2B5EF4-FFF2-40B4-BE49-F238E27FC236}">
                <a16:creationId xmlns:a16="http://schemas.microsoft.com/office/drawing/2014/main" id="{E438CE1D-ACA5-EC5D-AA36-F5829D9CD6A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8165939" y="2214563"/>
            <a:ext cx="3780000" cy="33744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600"/>
            </a:lvl4pPr>
            <a:lvl5pPr>
              <a:defRPr sz="2000"/>
            </a:lvl5pPr>
          </a:lstStyle>
          <a:p>
            <a:pPr lvl="0"/>
            <a:r>
              <a:rPr lang="en-CA"/>
              <a:t>Click to add text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</a:p>
        </p:txBody>
      </p:sp>
      <p:sp>
        <p:nvSpPr>
          <p:cNvPr id="11" name="BOÎTE DE MESSAGE">
            <a:extLst>
              <a:ext uri="{FF2B5EF4-FFF2-40B4-BE49-F238E27FC236}">
                <a16:creationId xmlns:a16="http://schemas.microsoft.com/office/drawing/2014/main" id="{8BBA0141-68A0-6791-99F0-CFEF1F0AEB3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46062" y="5724000"/>
            <a:ext cx="11700000" cy="630000"/>
          </a:xfrm>
          <a:solidFill>
            <a:schemeClr val="bg1"/>
          </a:solidFill>
          <a:effectLst>
            <a:innerShdw dist="6350" dir="16200000">
              <a:prstClr val="black"/>
            </a:innerShdw>
          </a:effectLst>
        </p:spPr>
        <p:txBody>
          <a:bodyPr tIns="72000"/>
          <a:lstStyle>
            <a:lvl1pPr>
              <a:defRPr sz="18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CA"/>
              <a:t>Click to edit the text in the message box</a:t>
            </a:r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9BC59D39-C5EC-68B5-A618-27094EED21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FB94AD47-1E94-8F3E-D0FD-3E67829A41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AE3DD-E46F-48E2-BAED-1C2B457B482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44791504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blocks with butt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UJET">
            <a:extLst>
              <a:ext uri="{FF2B5EF4-FFF2-40B4-BE49-F238E27FC236}">
                <a16:creationId xmlns:a16="http://schemas.microsoft.com/office/drawing/2014/main" id="{1EB4CD61-4E34-17E6-55AC-EBFFB91C77F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46063" y="233999"/>
            <a:ext cx="5714937" cy="180001"/>
          </a:xfrm>
        </p:spPr>
        <p:txBody>
          <a:bodyPr lIns="18000" tIns="0" rIns="18000" bIns="0" anchor="ctr">
            <a:noAutofit/>
          </a:bodyPr>
          <a:lstStyle>
            <a:lvl1pPr marL="0" indent="0"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  <a:lvl2pPr>
              <a:defRPr sz="1200"/>
            </a:lvl2pPr>
            <a:lvl3pPr>
              <a:defRPr sz="110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en-CA"/>
              <a:t>Click to add a subject</a:t>
            </a:r>
          </a:p>
        </p:txBody>
      </p:sp>
      <p:sp>
        <p:nvSpPr>
          <p:cNvPr id="10" name="Titre 9">
            <a:extLst>
              <a:ext uri="{FF2B5EF4-FFF2-40B4-BE49-F238E27FC236}">
                <a16:creationId xmlns:a16="http://schemas.microsoft.com/office/drawing/2014/main" id="{CF669966-B637-42E1-99CB-17298981C1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6063" y="414000"/>
            <a:ext cx="11699875" cy="765514"/>
          </a:xfrm>
        </p:spPr>
        <p:txBody>
          <a:bodyPr/>
          <a:lstStyle/>
          <a:p>
            <a:r>
              <a:rPr lang="en-CA"/>
              <a:t>Click to add a headline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886BD1F-0A1D-D9F7-2AF2-C63A92897F7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46062" y="1386000"/>
            <a:ext cx="1584000" cy="288000"/>
          </a:xfrm>
          <a:prstGeom prst="roundRect">
            <a:avLst>
              <a:gd name="adj" fmla="val 50000"/>
            </a:avLst>
          </a:prstGeom>
          <a:solidFill>
            <a:schemeClr val="tx2"/>
          </a:solidFill>
        </p:spPr>
        <p:txBody>
          <a:bodyPr lIns="108000" tIns="0" rIns="10800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Text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537B4DAF-B67C-D7BA-6BFB-26613C146AB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246062" y="2214563"/>
            <a:ext cx="3780000" cy="4139437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200"/>
            </a:lvl4pPr>
            <a:lvl5pPr>
              <a:defRPr sz="1600"/>
            </a:lvl5pPr>
          </a:lstStyle>
          <a:p>
            <a:pPr lvl="0"/>
            <a:r>
              <a:rPr lang="en-CA"/>
              <a:t>Click to add text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6EB027BF-65B8-826D-E0F9-96429F775072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206000" y="1386000"/>
            <a:ext cx="1584000" cy="288000"/>
          </a:xfrm>
          <a:prstGeom prst="roundRect">
            <a:avLst>
              <a:gd name="adj" fmla="val 50000"/>
            </a:avLst>
          </a:prstGeom>
          <a:solidFill>
            <a:schemeClr val="tx2"/>
          </a:solidFill>
        </p:spPr>
        <p:txBody>
          <a:bodyPr lIns="108000" tIns="0" rIns="10800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Text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66F8DBA5-8B75-4F1B-88ED-459D83C98A53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4206000" y="2214563"/>
            <a:ext cx="3780000" cy="4139437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200"/>
            </a:lvl4pPr>
            <a:lvl5pPr>
              <a:defRPr sz="1600"/>
            </a:lvl5pPr>
          </a:lstStyle>
          <a:p>
            <a:pPr lvl="0"/>
            <a:r>
              <a:rPr lang="en-CA"/>
              <a:t>Click to add text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</a:p>
        </p:txBody>
      </p:sp>
      <p:sp>
        <p:nvSpPr>
          <p:cNvPr id="2" name="Espace réservé du texte 4">
            <a:extLst>
              <a:ext uri="{FF2B5EF4-FFF2-40B4-BE49-F238E27FC236}">
                <a16:creationId xmlns:a16="http://schemas.microsoft.com/office/drawing/2014/main" id="{E8464112-5601-8967-F388-FDB5D75341B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165938" y="1386000"/>
            <a:ext cx="1584000" cy="288000"/>
          </a:xfrm>
          <a:prstGeom prst="roundRect">
            <a:avLst>
              <a:gd name="adj" fmla="val 50000"/>
            </a:avLst>
          </a:prstGeom>
          <a:solidFill>
            <a:schemeClr val="tx2"/>
          </a:solidFill>
        </p:spPr>
        <p:txBody>
          <a:bodyPr lIns="108000" tIns="0" rIns="10800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Text</a:t>
            </a:r>
          </a:p>
        </p:txBody>
      </p:sp>
      <p:sp>
        <p:nvSpPr>
          <p:cNvPr id="7" name="Espace réservé du contenu 5">
            <a:extLst>
              <a:ext uri="{FF2B5EF4-FFF2-40B4-BE49-F238E27FC236}">
                <a16:creationId xmlns:a16="http://schemas.microsoft.com/office/drawing/2014/main" id="{E438CE1D-ACA5-EC5D-AA36-F5829D9CD6A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8165938" y="2214563"/>
            <a:ext cx="3780000" cy="4139437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200"/>
            </a:lvl4pPr>
            <a:lvl5pPr>
              <a:defRPr sz="1600"/>
            </a:lvl5pPr>
          </a:lstStyle>
          <a:p>
            <a:pPr lvl="0"/>
            <a:r>
              <a:rPr lang="en-CA"/>
              <a:t>Click to add text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9BC59D39-C5EC-68B5-A618-27094EED21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FB94AD47-1E94-8F3E-D0FD-3E67829A41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AE3DD-E46F-48E2-BAED-1C2B457B482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83221738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_3 blocks with button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UJET">
            <a:extLst>
              <a:ext uri="{FF2B5EF4-FFF2-40B4-BE49-F238E27FC236}">
                <a16:creationId xmlns:a16="http://schemas.microsoft.com/office/drawing/2014/main" id="{1EB4CD61-4E34-17E6-55AC-EBFFB91C77F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46063" y="233999"/>
            <a:ext cx="5714937" cy="180001"/>
          </a:xfrm>
        </p:spPr>
        <p:txBody>
          <a:bodyPr lIns="18000" tIns="0" rIns="18000" bIns="0" anchor="ctr">
            <a:noAutofit/>
          </a:bodyPr>
          <a:lstStyle>
            <a:lvl1pPr marL="0" indent="0"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  <a:lvl2pPr>
              <a:defRPr sz="1200"/>
            </a:lvl2pPr>
            <a:lvl3pPr>
              <a:defRPr sz="110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en-CA"/>
              <a:t>Click to add a subject</a:t>
            </a:r>
          </a:p>
        </p:txBody>
      </p:sp>
      <p:sp>
        <p:nvSpPr>
          <p:cNvPr id="10" name="Titre 9">
            <a:extLst>
              <a:ext uri="{FF2B5EF4-FFF2-40B4-BE49-F238E27FC236}">
                <a16:creationId xmlns:a16="http://schemas.microsoft.com/office/drawing/2014/main" id="{CF669966-B637-42E1-99CB-17298981C1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6063" y="414000"/>
            <a:ext cx="11699875" cy="765514"/>
          </a:xfrm>
        </p:spPr>
        <p:txBody>
          <a:bodyPr/>
          <a:lstStyle/>
          <a:p>
            <a:r>
              <a:rPr lang="en-CA"/>
              <a:t>Click to add a headline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886BD1F-0A1D-D9F7-2AF2-C63A92897F7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46062" y="1386000"/>
            <a:ext cx="1584000" cy="288000"/>
          </a:xfrm>
          <a:prstGeom prst="roundRect">
            <a:avLst>
              <a:gd name="adj" fmla="val 50000"/>
            </a:avLst>
          </a:prstGeom>
          <a:solidFill>
            <a:schemeClr val="bg2"/>
          </a:solidFill>
        </p:spPr>
        <p:txBody>
          <a:bodyPr lIns="108000" tIns="0" rIns="10800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Text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537B4DAF-B67C-D7BA-6BFB-26613C146AB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246062" y="2214563"/>
            <a:ext cx="3780000" cy="4139437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200"/>
            </a:lvl4pPr>
            <a:lvl5pPr>
              <a:defRPr sz="1600"/>
            </a:lvl5pPr>
          </a:lstStyle>
          <a:p>
            <a:pPr lvl="0"/>
            <a:r>
              <a:rPr lang="en-CA"/>
              <a:t>Click to add text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6EB027BF-65B8-826D-E0F9-96429F775072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206000" y="1386000"/>
            <a:ext cx="1584000" cy="288000"/>
          </a:xfrm>
          <a:prstGeom prst="roundRect">
            <a:avLst>
              <a:gd name="adj" fmla="val 50000"/>
            </a:avLst>
          </a:prstGeom>
          <a:solidFill>
            <a:schemeClr val="bg2"/>
          </a:solidFill>
        </p:spPr>
        <p:txBody>
          <a:bodyPr lIns="108000" tIns="0" rIns="10800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Text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66F8DBA5-8B75-4F1B-88ED-459D83C98A53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4206000" y="2214563"/>
            <a:ext cx="3780000" cy="4139437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200"/>
            </a:lvl4pPr>
            <a:lvl5pPr>
              <a:defRPr sz="1600"/>
            </a:lvl5pPr>
          </a:lstStyle>
          <a:p>
            <a:pPr lvl="0"/>
            <a:r>
              <a:rPr lang="en-CA"/>
              <a:t>Click to add text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</a:p>
        </p:txBody>
      </p:sp>
      <p:sp>
        <p:nvSpPr>
          <p:cNvPr id="2" name="Espace réservé du texte 4">
            <a:extLst>
              <a:ext uri="{FF2B5EF4-FFF2-40B4-BE49-F238E27FC236}">
                <a16:creationId xmlns:a16="http://schemas.microsoft.com/office/drawing/2014/main" id="{E8464112-5601-8967-F388-FDB5D75341B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165938" y="1386000"/>
            <a:ext cx="1584000" cy="288000"/>
          </a:xfrm>
          <a:prstGeom prst="roundRect">
            <a:avLst>
              <a:gd name="adj" fmla="val 50000"/>
            </a:avLst>
          </a:prstGeom>
          <a:solidFill>
            <a:schemeClr val="bg2"/>
          </a:solidFill>
        </p:spPr>
        <p:txBody>
          <a:bodyPr lIns="108000" tIns="0" rIns="10800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Text</a:t>
            </a:r>
          </a:p>
        </p:txBody>
      </p:sp>
      <p:sp>
        <p:nvSpPr>
          <p:cNvPr id="7" name="Espace réservé du contenu 5">
            <a:extLst>
              <a:ext uri="{FF2B5EF4-FFF2-40B4-BE49-F238E27FC236}">
                <a16:creationId xmlns:a16="http://schemas.microsoft.com/office/drawing/2014/main" id="{E438CE1D-ACA5-EC5D-AA36-F5829D9CD6A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8165938" y="2214563"/>
            <a:ext cx="3780000" cy="4139437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200"/>
            </a:lvl4pPr>
            <a:lvl5pPr>
              <a:defRPr sz="1600"/>
            </a:lvl5pPr>
          </a:lstStyle>
          <a:p>
            <a:pPr lvl="0"/>
            <a:r>
              <a:rPr lang="en-CA"/>
              <a:t>Click to add text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9BC59D39-C5EC-68B5-A618-27094EED21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FB94AD47-1E94-8F3E-D0FD-3E67829A41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AE3DD-E46F-48E2-BAED-1C2B457B482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3055499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hite and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B085920-8031-C923-D746-5CF161DB05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500"/>
              </a:spcBef>
            </a:pPr>
            <a:endParaRPr lang="en-CA"/>
          </a:p>
        </p:txBody>
      </p:sp>
      <p:sp>
        <p:nvSpPr>
          <p:cNvPr id="13" name="SUJET">
            <a:extLst>
              <a:ext uri="{FF2B5EF4-FFF2-40B4-BE49-F238E27FC236}">
                <a16:creationId xmlns:a16="http://schemas.microsoft.com/office/drawing/2014/main" id="{1EB4CD61-4E34-17E6-55AC-EBFFB91C77F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46063" y="233999"/>
            <a:ext cx="5714937" cy="180001"/>
          </a:xfrm>
        </p:spPr>
        <p:txBody>
          <a:bodyPr lIns="18000" tIns="0" rIns="18000" bIns="0" anchor="ctr">
            <a:noAutofit/>
          </a:bodyPr>
          <a:lstStyle>
            <a:lvl1pPr marL="0" indent="0"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  <a:lvl2pPr>
              <a:defRPr sz="1200"/>
            </a:lvl2pPr>
            <a:lvl3pPr>
              <a:defRPr sz="110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en-CA"/>
              <a:t>Click to add a subject</a:t>
            </a:r>
          </a:p>
        </p:txBody>
      </p:sp>
      <p:sp>
        <p:nvSpPr>
          <p:cNvPr id="10" name="Titre 9">
            <a:extLst>
              <a:ext uri="{FF2B5EF4-FFF2-40B4-BE49-F238E27FC236}">
                <a16:creationId xmlns:a16="http://schemas.microsoft.com/office/drawing/2014/main" id="{CF669966-B637-42E1-99CB-17298981C1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6062" y="414000"/>
            <a:ext cx="5716800" cy="765514"/>
          </a:xfrm>
        </p:spPr>
        <p:txBody>
          <a:bodyPr/>
          <a:lstStyle/>
          <a:p>
            <a:r>
              <a:rPr lang="en-CA"/>
              <a:t>Click to add a headline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886BD1F-0A1D-D9F7-2AF2-C63A92897F7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46063" y="1404000"/>
            <a:ext cx="5716800" cy="720000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spcBef>
                <a:spcPts val="1800"/>
              </a:spcBef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Click to add a useful message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537B4DAF-B67C-D7BA-6BFB-26613C146AB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246062" y="2214563"/>
            <a:ext cx="5716800" cy="41394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600"/>
            </a:lvl4pPr>
            <a:lvl5pPr>
              <a:defRPr sz="2000"/>
            </a:lvl5pPr>
          </a:lstStyle>
          <a:p>
            <a:pPr lvl="0"/>
            <a:r>
              <a:rPr lang="en-CA"/>
              <a:t>Click to add text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6EB027BF-65B8-826D-E0F9-96429F775072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229138" y="1404000"/>
            <a:ext cx="5716800" cy="720000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spcBef>
                <a:spcPts val="1800"/>
              </a:spcBef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Click to add a useful message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66F8DBA5-8B75-4F1B-88ED-459D83C98A53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229138" y="2214563"/>
            <a:ext cx="5716800" cy="4139437"/>
          </a:xfrm>
        </p:spPr>
        <p:txBody>
          <a:bodyPr/>
          <a:lstStyle>
            <a:lvl1pPr>
              <a:defRPr sz="18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2000">
                <a:solidFill>
                  <a:schemeClr val="tx1"/>
                </a:solidFill>
              </a:defRPr>
            </a:lvl5pPr>
          </a:lstStyle>
          <a:p>
            <a:pPr lvl="0"/>
            <a:r>
              <a:rPr lang="en-CA"/>
              <a:t>Click to add text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9BC59D39-C5EC-68B5-A618-27094EED21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CA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FB94AD47-1E94-8F3E-D0FD-3E67829A41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86000" y="6464920"/>
            <a:ext cx="359938" cy="2232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1DAE3DD-E46F-48E2-BAED-1C2B457B4828}" type="slidenum">
              <a:rPr lang="en-CA" smtClean="0"/>
              <a:pPr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97947126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hite and cr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DBD3EC1-F386-F2FC-9899-3CB1FDA063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500"/>
              </a:spcBef>
            </a:pPr>
            <a:endParaRPr lang="en-CA"/>
          </a:p>
        </p:txBody>
      </p:sp>
      <p:sp>
        <p:nvSpPr>
          <p:cNvPr id="13" name="SUJET">
            <a:extLst>
              <a:ext uri="{FF2B5EF4-FFF2-40B4-BE49-F238E27FC236}">
                <a16:creationId xmlns:a16="http://schemas.microsoft.com/office/drawing/2014/main" id="{1EB4CD61-4E34-17E6-55AC-EBFFB91C77F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46063" y="233999"/>
            <a:ext cx="5714937" cy="180001"/>
          </a:xfrm>
        </p:spPr>
        <p:txBody>
          <a:bodyPr lIns="18000" tIns="0" rIns="18000" bIns="0" anchor="ctr">
            <a:noAutofit/>
          </a:bodyPr>
          <a:lstStyle>
            <a:lvl1pPr marL="0" indent="0"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  <a:lvl2pPr>
              <a:defRPr sz="1200"/>
            </a:lvl2pPr>
            <a:lvl3pPr>
              <a:defRPr sz="110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en-CA"/>
              <a:t>Click to add a subject</a:t>
            </a:r>
          </a:p>
        </p:txBody>
      </p:sp>
      <p:sp>
        <p:nvSpPr>
          <p:cNvPr id="10" name="Titre 9">
            <a:extLst>
              <a:ext uri="{FF2B5EF4-FFF2-40B4-BE49-F238E27FC236}">
                <a16:creationId xmlns:a16="http://schemas.microsoft.com/office/drawing/2014/main" id="{CF669966-B637-42E1-99CB-17298981C1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6063" y="414000"/>
            <a:ext cx="5714937" cy="765514"/>
          </a:xfrm>
        </p:spPr>
        <p:txBody>
          <a:bodyPr/>
          <a:lstStyle/>
          <a:p>
            <a:r>
              <a:rPr lang="en-CA"/>
              <a:t>Click to add a headline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886BD1F-0A1D-D9F7-2AF2-C63A92897F7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46063" y="1404000"/>
            <a:ext cx="5716800" cy="720000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spcBef>
                <a:spcPts val="1800"/>
              </a:spcBef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Click to add a useful message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537B4DAF-B67C-D7BA-6BFB-26613C146AB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246063" y="2214563"/>
            <a:ext cx="5716800" cy="41394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600"/>
            </a:lvl4pPr>
            <a:lvl5pPr>
              <a:defRPr sz="2000"/>
            </a:lvl5pPr>
          </a:lstStyle>
          <a:p>
            <a:pPr lvl="0"/>
            <a:r>
              <a:rPr lang="en-CA"/>
              <a:t>Click to add text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6EB027BF-65B8-826D-E0F9-96429F775072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229138" y="1404000"/>
            <a:ext cx="5716800" cy="720000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spcBef>
                <a:spcPts val="1800"/>
              </a:spcBef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Click to add a useful message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66F8DBA5-8B75-4F1B-88ED-459D83C98A53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229138" y="2214563"/>
            <a:ext cx="5716800" cy="41394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600"/>
            </a:lvl4pPr>
            <a:lvl5pPr>
              <a:defRPr sz="2000"/>
            </a:lvl5pPr>
          </a:lstStyle>
          <a:p>
            <a:pPr lvl="0"/>
            <a:r>
              <a:rPr lang="en-CA"/>
              <a:t>Click to add text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9BC59D39-C5EC-68B5-A618-27094EED21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FB94AD47-1E94-8F3E-D0FD-3E67829A41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AE3DD-E46F-48E2-BAED-1C2B457B482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0896353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Horizontal blocks layouts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>
            <a:extLst>
              <a:ext uri="{FF2B5EF4-FFF2-40B4-BE49-F238E27FC236}">
                <a16:creationId xmlns:a16="http://schemas.microsoft.com/office/drawing/2014/main" id="{C6B413FA-A402-C68A-45FB-D5608FB6B340}"/>
              </a:ext>
            </a:extLst>
          </p:cNvPr>
          <p:cNvSpPr txBox="1"/>
          <p:nvPr userDrawn="1"/>
        </p:nvSpPr>
        <p:spPr>
          <a:xfrm>
            <a:off x="246064" y="279400"/>
            <a:ext cx="11699874" cy="629920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>
              <a:lnSpc>
                <a:spcPct val="80000"/>
              </a:lnSpc>
            </a:pPr>
            <a:r>
              <a:rPr lang="en-CA" sz="11500"/>
              <a:t>Horizontal blocks layouts</a:t>
            </a:r>
          </a:p>
        </p:txBody>
      </p:sp>
    </p:spTree>
    <p:extLst>
      <p:ext uri="{BB962C8B-B14F-4D97-AF65-F5344CB8AC3E}">
        <p14:creationId xmlns:p14="http://schemas.microsoft.com/office/powerpoint/2010/main" val="96880216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horizontal bloc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UJET">
            <a:extLst>
              <a:ext uri="{FF2B5EF4-FFF2-40B4-BE49-F238E27FC236}">
                <a16:creationId xmlns:a16="http://schemas.microsoft.com/office/drawing/2014/main" id="{381DB005-D543-1739-C4AB-F49BCF1E81C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46063" y="233999"/>
            <a:ext cx="5714937" cy="180001"/>
          </a:xfrm>
        </p:spPr>
        <p:txBody>
          <a:bodyPr lIns="18000" tIns="0" rIns="18000" bIns="0" anchor="ctr">
            <a:noAutofit/>
          </a:bodyPr>
          <a:lstStyle>
            <a:lvl1pPr marL="0" indent="0"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  <a:lvl2pPr>
              <a:defRPr sz="1200"/>
            </a:lvl2pPr>
            <a:lvl3pPr>
              <a:defRPr sz="110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en-CA"/>
              <a:t>Click to add a subject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FCDB59CF-28B4-28B5-780C-BF63A0CD044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6063" y="414000"/>
            <a:ext cx="11699875" cy="765514"/>
          </a:xfrm>
        </p:spPr>
        <p:txBody>
          <a:bodyPr/>
          <a:lstStyle>
            <a:lvl1pPr>
              <a:defRPr/>
            </a:lvl1pPr>
          </a:lstStyle>
          <a:p>
            <a:r>
              <a:rPr lang="en-CA"/>
              <a:t>Click to add a headline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D951E8C-216B-5C63-F549-5696DD050F6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246063" y="1314000"/>
            <a:ext cx="11699874" cy="24300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600"/>
            </a:lvl4pPr>
            <a:lvl5pPr>
              <a:defRPr sz="2000"/>
            </a:lvl5pPr>
          </a:lstStyle>
          <a:p>
            <a:pPr lvl="0"/>
            <a:r>
              <a:rPr lang="en-CA"/>
              <a:t>Click to add text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FFCCBB23-F536-8A45-30A2-41B81DAF8AE5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246063" y="3924000"/>
            <a:ext cx="11699874" cy="24300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600"/>
            </a:lvl4pPr>
            <a:lvl5pPr>
              <a:defRPr sz="2000"/>
            </a:lvl5pPr>
          </a:lstStyle>
          <a:p>
            <a:pPr lvl="0"/>
            <a:r>
              <a:rPr lang="en-CA"/>
              <a:t>Click to add text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C9AE67C5-ED6B-38F3-CCA5-A9464789EA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4F48AD9-BF87-AD83-8CFE-D482CA2DCD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AE3DD-E46F-48E2-BAED-1C2B457B482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55978946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horizontal blocks +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UJET">
            <a:extLst>
              <a:ext uri="{FF2B5EF4-FFF2-40B4-BE49-F238E27FC236}">
                <a16:creationId xmlns:a16="http://schemas.microsoft.com/office/drawing/2014/main" id="{381DB005-D543-1739-C4AB-F49BCF1E81C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46063" y="233999"/>
            <a:ext cx="5714937" cy="180001"/>
          </a:xfrm>
        </p:spPr>
        <p:txBody>
          <a:bodyPr lIns="18000" tIns="0" rIns="18000" bIns="0" anchor="ctr">
            <a:noAutofit/>
          </a:bodyPr>
          <a:lstStyle>
            <a:lvl1pPr marL="0" indent="0"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  <a:lvl2pPr>
              <a:defRPr sz="1200"/>
            </a:lvl2pPr>
            <a:lvl3pPr>
              <a:defRPr sz="110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en-CA"/>
              <a:t>Click to add a subject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FCDB59CF-28B4-28B5-780C-BF63A0CD044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6063" y="414000"/>
            <a:ext cx="11699875" cy="765514"/>
          </a:xfrm>
        </p:spPr>
        <p:txBody>
          <a:bodyPr/>
          <a:lstStyle>
            <a:lvl1pPr>
              <a:defRPr/>
            </a:lvl1pPr>
          </a:lstStyle>
          <a:p>
            <a:r>
              <a:rPr lang="en-CA"/>
              <a:t>Click to add a headline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D951E8C-216B-5C63-F549-5696DD050F6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246063" y="1314000"/>
            <a:ext cx="11699874" cy="20700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600"/>
            </a:lvl4pPr>
            <a:lvl5pPr>
              <a:defRPr sz="2000"/>
            </a:lvl5pPr>
          </a:lstStyle>
          <a:p>
            <a:pPr lvl="0"/>
            <a:r>
              <a:rPr lang="en-CA"/>
              <a:t>Click to add text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FFCCBB23-F536-8A45-30A2-41B81DAF8AE5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246063" y="3519000"/>
            <a:ext cx="11699874" cy="20700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600"/>
            </a:lvl4pPr>
            <a:lvl5pPr>
              <a:defRPr sz="2000"/>
            </a:lvl5pPr>
          </a:lstStyle>
          <a:p>
            <a:pPr lvl="0"/>
            <a:r>
              <a:rPr lang="en-CA"/>
              <a:t>Click to add text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</a:p>
        </p:txBody>
      </p:sp>
      <p:sp>
        <p:nvSpPr>
          <p:cNvPr id="5" name="BOÎTE DE MESSAGE">
            <a:extLst>
              <a:ext uri="{FF2B5EF4-FFF2-40B4-BE49-F238E27FC236}">
                <a16:creationId xmlns:a16="http://schemas.microsoft.com/office/drawing/2014/main" id="{8AC64BC8-33EB-903A-FC0D-05F1AEC692F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46062" y="5724000"/>
            <a:ext cx="11700000" cy="630000"/>
          </a:xfrm>
          <a:solidFill>
            <a:schemeClr val="bg1"/>
          </a:solidFill>
          <a:effectLst>
            <a:innerShdw dist="6350" dir="16200000">
              <a:prstClr val="black"/>
            </a:innerShdw>
          </a:effectLst>
        </p:spPr>
        <p:txBody>
          <a:bodyPr tIns="72000"/>
          <a:lstStyle>
            <a:lvl1pPr>
              <a:defRPr sz="18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CA"/>
              <a:t>Click to edit the text in the message box</a:t>
            </a:r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C9AE67C5-ED6B-38F3-CCA5-A9464789EA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4F48AD9-BF87-AD83-8CFE-D482CA2DCD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AE3DD-E46F-48E2-BAED-1C2B457B482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64461719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_2 horizontal blocks + box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UJET">
            <a:extLst>
              <a:ext uri="{FF2B5EF4-FFF2-40B4-BE49-F238E27FC236}">
                <a16:creationId xmlns:a16="http://schemas.microsoft.com/office/drawing/2014/main" id="{381DB005-D543-1739-C4AB-F49BCF1E81C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46063" y="233999"/>
            <a:ext cx="5714937" cy="180001"/>
          </a:xfrm>
        </p:spPr>
        <p:txBody>
          <a:bodyPr lIns="18000" tIns="0" rIns="18000" bIns="0" anchor="ctr">
            <a:noAutofit/>
          </a:bodyPr>
          <a:lstStyle>
            <a:lvl1pPr marL="0" indent="0"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  <a:lvl2pPr>
              <a:defRPr sz="1200"/>
            </a:lvl2pPr>
            <a:lvl3pPr>
              <a:defRPr sz="110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en-CA"/>
              <a:t>Click to add a subject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FCDB59CF-28B4-28B5-780C-BF63A0CD044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6063" y="414000"/>
            <a:ext cx="11699875" cy="765514"/>
          </a:xfrm>
        </p:spPr>
        <p:txBody>
          <a:bodyPr/>
          <a:lstStyle>
            <a:lvl1pPr>
              <a:defRPr/>
            </a:lvl1pPr>
          </a:lstStyle>
          <a:p>
            <a:r>
              <a:rPr lang="en-CA"/>
              <a:t>Click to add a headline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D951E8C-216B-5C63-F549-5696DD050F6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246063" y="1314000"/>
            <a:ext cx="11699874" cy="20700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600"/>
            </a:lvl4pPr>
            <a:lvl5pPr>
              <a:defRPr sz="2000"/>
            </a:lvl5pPr>
          </a:lstStyle>
          <a:p>
            <a:pPr lvl="0"/>
            <a:r>
              <a:rPr lang="en-CA"/>
              <a:t>Click to add text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FFCCBB23-F536-8A45-30A2-41B81DAF8AE5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246063" y="3519000"/>
            <a:ext cx="11699874" cy="20700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600"/>
            </a:lvl4pPr>
            <a:lvl5pPr>
              <a:defRPr sz="2000"/>
            </a:lvl5pPr>
          </a:lstStyle>
          <a:p>
            <a:pPr lvl="0"/>
            <a:r>
              <a:rPr lang="en-CA"/>
              <a:t>Click to add text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</a:p>
        </p:txBody>
      </p:sp>
      <p:sp>
        <p:nvSpPr>
          <p:cNvPr id="5" name="BOÎTE DE MESSAGE">
            <a:extLst>
              <a:ext uri="{FF2B5EF4-FFF2-40B4-BE49-F238E27FC236}">
                <a16:creationId xmlns:a16="http://schemas.microsoft.com/office/drawing/2014/main" id="{8AC64BC8-33EB-903A-FC0D-05F1AEC692F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46062" y="5724000"/>
            <a:ext cx="11700000" cy="630000"/>
          </a:xfrm>
          <a:solidFill>
            <a:schemeClr val="bg2"/>
          </a:solidFill>
          <a:effectLst>
            <a:innerShdw dist="6350" dir="16200000">
              <a:prstClr val="black"/>
            </a:innerShdw>
          </a:effectLst>
        </p:spPr>
        <p:txBody>
          <a:bodyPr tIns="72000"/>
          <a:lstStyle>
            <a:lvl1pPr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lang="en-CA"/>
              <a:t>Click to edit the text in the message box</a:t>
            </a:r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C9AE67C5-ED6B-38F3-CCA5-A9464789EA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4F48AD9-BF87-AD83-8CFE-D482CA2DCD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AE3DD-E46F-48E2-BAED-1C2B457B482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2172259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horizontal blocks with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UJET">
            <a:extLst>
              <a:ext uri="{FF2B5EF4-FFF2-40B4-BE49-F238E27FC236}">
                <a16:creationId xmlns:a16="http://schemas.microsoft.com/office/drawing/2014/main" id="{1EB4CD61-4E34-17E6-55AC-EBFFB91C77F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46063" y="233999"/>
            <a:ext cx="5714937" cy="180001"/>
          </a:xfrm>
        </p:spPr>
        <p:txBody>
          <a:bodyPr lIns="18000" tIns="0" rIns="18000" bIns="0" anchor="ctr">
            <a:noAutofit/>
          </a:bodyPr>
          <a:lstStyle>
            <a:lvl1pPr marL="0" indent="0"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  <a:lvl2pPr>
              <a:defRPr sz="1200"/>
            </a:lvl2pPr>
            <a:lvl3pPr>
              <a:defRPr sz="110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en-CA"/>
              <a:t>Click to add a subject</a:t>
            </a:r>
          </a:p>
        </p:txBody>
      </p:sp>
      <p:sp>
        <p:nvSpPr>
          <p:cNvPr id="10" name="Titre 9">
            <a:extLst>
              <a:ext uri="{FF2B5EF4-FFF2-40B4-BE49-F238E27FC236}">
                <a16:creationId xmlns:a16="http://schemas.microsoft.com/office/drawing/2014/main" id="{CF669966-B637-42E1-99CB-17298981C1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6063" y="414000"/>
            <a:ext cx="11699875" cy="765514"/>
          </a:xfrm>
        </p:spPr>
        <p:txBody>
          <a:bodyPr/>
          <a:lstStyle/>
          <a:p>
            <a:r>
              <a:rPr lang="en-CA"/>
              <a:t>Click to add a headline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886BD1F-0A1D-D9F7-2AF2-C63A92897F7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46063" y="1404000"/>
            <a:ext cx="11699875" cy="2385000"/>
          </a:xfrm>
          <a:solidFill>
            <a:schemeClr val="bg1"/>
          </a:solidFill>
          <a:effectLst>
            <a:innerShdw dist="6350" dir="16200000">
              <a:prstClr val="black"/>
            </a:innerShdw>
          </a:effectLst>
        </p:spPr>
        <p:txBody>
          <a:bodyPr tIns="72000" rIns="9432000" bIns="72000" anchor="t">
            <a:noAutofit/>
          </a:bodyPr>
          <a:lstStyle>
            <a:lvl1pPr marL="0" indent="0">
              <a:lnSpc>
                <a:spcPct val="90000"/>
              </a:lnSpc>
              <a:spcBef>
                <a:spcPts val="1800"/>
              </a:spcBef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Click to add a useful message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537B4DAF-B67C-D7BA-6BFB-26613C146AB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2631000" y="1404000"/>
            <a:ext cx="9314938" cy="2385000"/>
          </a:xfrm>
          <a:noFill/>
          <a:effectLst/>
        </p:spPr>
        <p:txBody>
          <a:bodyPr tIns="72000" bIns="72000"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600"/>
            </a:lvl4pPr>
            <a:lvl5pPr>
              <a:defRPr sz="2000"/>
            </a:lvl5pPr>
          </a:lstStyle>
          <a:p>
            <a:pPr lvl="0"/>
            <a:r>
              <a:rPr lang="en-CA"/>
              <a:t>Click to add text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6EB027BF-65B8-826D-E0F9-96429F775072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246063" y="3969000"/>
            <a:ext cx="11699875" cy="2385000"/>
          </a:xfrm>
          <a:solidFill>
            <a:schemeClr val="bg1"/>
          </a:solidFill>
          <a:effectLst>
            <a:innerShdw dist="6350" dir="16200000">
              <a:prstClr val="black"/>
            </a:innerShdw>
          </a:effectLst>
        </p:spPr>
        <p:txBody>
          <a:bodyPr tIns="72000" rIns="9432000" bIns="72000" anchor="t">
            <a:noAutofit/>
          </a:bodyPr>
          <a:lstStyle>
            <a:lvl1pPr marL="0" indent="0">
              <a:lnSpc>
                <a:spcPct val="90000"/>
              </a:lnSpc>
              <a:spcBef>
                <a:spcPts val="1800"/>
              </a:spcBef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Click to add a useful message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66F8DBA5-8B75-4F1B-88ED-459D83C98A53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2631000" y="3969000"/>
            <a:ext cx="9314938" cy="2385000"/>
          </a:xfrm>
          <a:noFill/>
          <a:effectLst/>
        </p:spPr>
        <p:txBody>
          <a:bodyPr tIns="72000" bIns="72000"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600"/>
            </a:lvl4pPr>
            <a:lvl5pPr>
              <a:defRPr sz="2000"/>
            </a:lvl5pPr>
          </a:lstStyle>
          <a:p>
            <a:pPr lvl="0"/>
            <a:r>
              <a:rPr lang="en-CA"/>
              <a:t>Click to add text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9BC59D39-C5EC-68B5-A618-27094EED21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FB94AD47-1E94-8F3E-D0FD-3E67829A41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AE3DD-E46F-48E2-BAED-1C2B457B482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80025404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_2 horizontal blocks with tit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UJET">
            <a:extLst>
              <a:ext uri="{FF2B5EF4-FFF2-40B4-BE49-F238E27FC236}">
                <a16:creationId xmlns:a16="http://schemas.microsoft.com/office/drawing/2014/main" id="{1EB4CD61-4E34-17E6-55AC-EBFFB91C77F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46063" y="233999"/>
            <a:ext cx="5714937" cy="180001"/>
          </a:xfrm>
        </p:spPr>
        <p:txBody>
          <a:bodyPr lIns="18000" tIns="0" rIns="18000" bIns="0" anchor="ctr">
            <a:noAutofit/>
          </a:bodyPr>
          <a:lstStyle>
            <a:lvl1pPr marL="0" indent="0"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  <a:lvl2pPr>
              <a:defRPr sz="1200"/>
            </a:lvl2pPr>
            <a:lvl3pPr>
              <a:defRPr sz="110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en-CA"/>
              <a:t>Click to add a subject</a:t>
            </a:r>
          </a:p>
        </p:txBody>
      </p:sp>
      <p:sp>
        <p:nvSpPr>
          <p:cNvPr id="10" name="Titre 9">
            <a:extLst>
              <a:ext uri="{FF2B5EF4-FFF2-40B4-BE49-F238E27FC236}">
                <a16:creationId xmlns:a16="http://schemas.microsoft.com/office/drawing/2014/main" id="{CF669966-B637-42E1-99CB-17298981C1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6063" y="414000"/>
            <a:ext cx="11699875" cy="765514"/>
          </a:xfrm>
        </p:spPr>
        <p:txBody>
          <a:bodyPr/>
          <a:lstStyle/>
          <a:p>
            <a:r>
              <a:rPr lang="en-CA"/>
              <a:t>Click to add a headline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886BD1F-0A1D-D9F7-2AF2-C63A92897F7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46063" y="1404000"/>
            <a:ext cx="11699875" cy="2385000"/>
          </a:xfrm>
          <a:solidFill>
            <a:schemeClr val="tx2"/>
          </a:solidFill>
          <a:effectLst>
            <a:innerShdw dist="6350" dir="16200000">
              <a:prstClr val="black"/>
            </a:innerShdw>
          </a:effectLst>
        </p:spPr>
        <p:txBody>
          <a:bodyPr tIns="72000" rIns="9432000" bIns="72000" anchor="t">
            <a:noAutofit/>
          </a:bodyPr>
          <a:lstStyle>
            <a:lvl1pPr marL="0" indent="0">
              <a:lnSpc>
                <a:spcPct val="90000"/>
              </a:lnSpc>
              <a:spcBef>
                <a:spcPts val="1800"/>
              </a:spcBef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Click to add a useful message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537B4DAF-B67C-D7BA-6BFB-26613C146AB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2631000" y="1404000"/>
            <a:ext cx="9314938" cy="2385000"/>
          </a:xfrm>
          <a:noFill/>
          <a:effectLst/>
        </p:spPr>
        <p:txBody>
          <a:bodyPr tIns="72000" bIns="72000"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600"/>
            </a:lvl4pPr>
            <a:lvl5pPr>
              <a:defRPr sz="2000"/>
            </a:lvl5pPr>
          </a:lstStyle>
          <a:p>
            <a:pPr lvl="0"/>
            <a:r>
              <a:rPr lang="en-CA"/>
              <a:t>Click to add text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6EB027BF-65B8-826D-E0F9-96429F775072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246063" y="3969000"/>
            <a:ext cx="11699875" cy="2385000"/>
          </a:xfrm>
          <a:solidFill>
            <a:schemeClr val="tx2"/>
          </a:solidFill>
          <a:effectLst>
            <a:innerShdw dist="6350" dir="16200000">
              <a:prstClr val="black"/>
            </a:innerShdw>
          </a:effectLst>
        </p:spPr>
        <p:txBody>
          <a:bodyPr tIns="72000" rIns="9432000" bIns="72000" anchor="t">
            <a:noAutofit/>
          </a:bodyPr>
          <a:lstStyle>
            <a:lvl1pPr marL="0" indent="0">
              <a:lnSpc>
                <a:spcPct val="90000"/>
              </a:lnSpc>
              <a:spcBef>
                <a:spcPts val="1800"/>
              </a:spcBef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Click to add a useful message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66F8DBA5-8B75-4F1B-88ED-459D83C98A53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2631000" y="3969000"/>
            <a:ext cx="9314938" cy="2385000"/>
          </a:xfrm>
          <a:noFill/>
          <a:effectLst/>
        </p:spPr>
        <p:txBody>
          <a:bodyPr tIns="72000" bIns="72000"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600"/>
            </a:lvl4pPr>
            <a:lvl5pPr>
              <a:defRPr sz="2000"/>
            </a:lvl5pPr>
          </a:lstStyle>
          <a:p>
            <a:pPr lvl="0"/>
            <a:r>
              <a:rPr lang="en-CA"/>
              <a:t>Click to add text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9BC59D39-C5EC-68B5-A618-27094EED21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FB94AD47-1E94-8F3E-D0FD-3E67829A41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AE3DD-E46F-48E2-BAED-1C2B457B482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89481311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horizontal blocks with title +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UJET">
            <a:extLst>
              <a:ext uri="{FF2B5EF4-FFF2-40B4-BE49-F238E27FC236}">
                <a16:creationId xmlns:a16="http://schemas.microsoft.com/office/drawing/2014/main" id="{1EB4CD61-4E34-17E6-55AC-EBFFB91C77F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46063" y="233999"/>
            <a:ext cx="5714937" cy="180001"/>
          </a:xfrm>
        </p:spPr>
        <p:txBody>
          <a:bodyPr lIns="18000" tIns="0" rIns="18000" bIns="0" anchor="ctr">
            <a:noAutofit/>
          </a:bodyPr>
          <a:lstStyle>
            <a:lvl1pPr marL="0" indent="0"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  <a:lvl2pPr>
              <a:defRPr sz="1200"/>
            </a:lvl2pPr>
            <a:lvl3pPr>
              <a:defRPr sz="110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en-CA"/>
              <a:t>Click to add a subject</a:t>
            </a:r>
          </a:p>
        </p:txBody>
      </p:sp>
      <p:sp>
        <p:nvSpPr>
          <p:cNvPr id="10" name="Titre 9">
            <a:extLst>
              <a:ext uri="{FF2B5EF4-FFF2-40B4-BE49-F238E27FC236}">
                <a16:creationId xmlns:a16="http://schemas.microsoft.com/office/drawing/2014/main" id="{CF669966-B637-42E1-99CB-17298981C1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6063" y="414000"/>
            <a:ext cx="11699875" cy="765514"/>
          </a:xfrm>
        </p:spPr>
        <p:txBody>
          <a:bodyPr/>
          <a:lstStyle/>
          <a:p>
            <a:r>
              <a:rPr lang="en-CA"/>
              <a:t>Click to add a headline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886BD1F-0A1D-D9F7-2AF2-C63A92897F7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46063" y="1404000"/>
            <a:ext cx="11699875" cy="2026800"/>
          </a:xfrm>
          <a:solidFill>
            <a:schemeClr val="bg1"/>
          </a:solidFill>
          <a:effectLst>
            <a:innerShdw dist="6350" dir="16200000">
              <a:prstClr val="black"/>
            </a:innerShdw>
          </a:effectLst>
        </p:spPr>
        <p:txBody>
          <a:bodyPr tIns="72000" rIns="9432000" bIns="72000" anchor="t">
            <a:noAutofit/>
          </a:bodyPr>
          <a:lstStyle>
            <a:lvl1pPr marL="0" indent="0">
              <a:lnSpc>
                <a:spcPct val="90000"/>
              </a:lnSpc>
              <a:spcBef>
                <a:spcPts val="1800"/>
              </a:spcBef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Click to add a useful message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537B4DAF-B67C-D7BA-6BFB-26613C146AB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2631000" y="1404000"/>
            <a:ext cx="9314938" cy="2026800"/>
          </a:xfrm>
          <a:noFill/>
          <a:effectLst/>
        </p:spPr>
        <p:txBody>
          <a:bodyPr tIns="72000" bIns="72000"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600"/>
            </a:lvl4pPr>
            <a:lvl5pPr>
              <a:defRPr sz="2000"/>
            </a:lvl5pPr>
          </a:lstStyle>
          <a:p>
            <a:pPr lvl="0"/>
            <a:r>
              <a:rPr lang="en-CA"/>
              <a:t>Click to add text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6EB027BF-65B8-826D-E0F9-96429F775072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246063" y="3564000"/>
            <a:ext cx="11699875" cy="2026800"/>
          </a:xfrm>
          <a:solidFill>
            <a:schemeClr val="bg1"/>
          </a:solidFill>
          <a:effectLst>
            <a:innerShdw dist="6350" dir="16200000">
              <a:prstClr val="black"/>
            </a:innerShdw>
          </a:effectLst>
        </p:spPr>
        <p:txBody>
          <a:bodyPr tIns="72000" rIns="9432000" bIns="72000" anchor="t">
            <a:noAutofit/>
          </a:bodyPr>
          <a:lstStyle>
            <a:lvl1pPr marL="0" indent="0">
              <a:lnSpc>
                <a:spcPct val="90000"/>
              </a:lnSpc>
              <a:spcBef>
                <a:spcPts val="1800"/>
              </a:spcBef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Click to add a useful message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66F8DBA5-8B75-4F1B-88ED-459D83C98A53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2631000" y="3564000"/>
            <a:ext cx="9314938" cy="2026800"/>
          </a:xfrm>
          <a:noFill/>
          <a:effectLst/>
        </p:spPr>
        <p:txBody>
          <a:bodyPr tIns="72000" bIns="72000"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600"/>
            </a:lvl4pPr>
            <a:lvl5pPr>
              <a:defRPr sz="2000"/>
            </a:lvl5pPr>
          </a:lstStyle>
          <a:p>
            <a:pPr lvl="0"/>
            <a:r>
              <a:rPr lang="en-CA"/>
              <a:t>Click to add text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</a:p>
        </p:txBody>
      </p:sp>
      <p:sp>
        <p:nvSpPr>
          <p:cNvPr id="2" name="BOÎTE DE MESSAGE">
            <a:extLst>
              <a:ext uri="{FF2B5EF4-FFF2-40B4-BE49-F238E27FC236}">
                <a16:creationId xmlns:a16="http://schemas.microsoft.com/office/drawing/2014/main" id="{6FED4917-F41E-0EED-C5A9-DE153C03D83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46062" y="5724000"/>
            <a:ext cx="11700000" cy="630000"/>
          </a:xfrm>
          <a:solidFill>
            <a:schemeClr val="bg1"/>
          </a:solidFill>
          <a:effectLst>
            <a:innerShdw dist="6350" dir="16200000">
              <a:prstClr val="black"/>
            </a:innerShdw>
          </a:effectLst>
        </p:spPr>
        <p:txBody>
          <a:bodyPr tIns="72000"/>
          <a:lstStyle>
            <a:lvl1pPr>
              <a:defRPr sz="18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CA"/>
              <a:t>Click to edit the text in the message box</a:t>
            </a:r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9BC59D39-C5EC-68B5-A618-27094EED21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FB94AD47-1E94-8F3E-D0FD-3E67829A41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AE3DD-E46F-48E2-BAED-1C2B457B482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26181495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horizontal blocks with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UJET">
            <a:extLst>
              <a:ext uri="{FF2B5EF4-FFF2-40B4-BE49-F238E27FC236}">
                <a16:creationId xmlns:a16="http://schemas.microsoft.com/office/drawing/2014/main" id="{1EB4CD61-4E34-17E6-55AC-EBFFB91C77F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46063" y="233999"/>
            <a:ext cx="5714937" cy="180001"/>
          </a:xfrm>
        </p:spPr>
        <p:txBody>
          <a:bodyPr lIns="18000" tIns="0" rIns="18000" bIns="0" anchor="ctr">
            <a:noAutofit/>
          </a:bodyPr>
          <a:lstStyle>
            <a:lvl1pPr marL="0" indent="0"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  <a:lvl2pPr>
              <a:defRPr sz="1200"/>
            </a:lvl2pPr>
            <a:lvl3pPr>
              <a:defRPr sz="110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en-CA"/>
              <a:t>Click to add a subject</a:t>
            </a:r>
          </a:p>
        </p:txBody>
      </p:sp>
      <p:sp>
        <p:nvSpPr>
          <p:cNvPr id="10" name="Titre 9">
            <a:extLst>
              <a:ext uri="{FF2B5EF4-FFF2-40B4-BE49-F238E27FC236}">
                <a16:creationId xmlns:a16="http://schemas.microsoft.com/office/drawing/2014/main" id="{CF669966-B637-42E1-99CB-17298981C1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6063" y="414000"/>
            <a:ext cx="11699875" cy="765514"/>
          </a:xfrm>
        </p:spPr>
        <p:txBody>
          <a:bodyPr/>
          <a:lstStyle/>
          <a:p>
            <a:r>
              <a:rPr lang="en-CA"/>
              <a:t>Click to add a headline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886BD1F-0A1D-D9F7-2AF2-C63A92897F7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46063" y="1404000"/>
            <a:ext cx="11699875" cy="1548000"/>
          </a:xfrm>
          <a:solidFill>
            <a:schemeClr val="bg1"/>
          </a:solidFill>
          <a:effectLst>
            <a:innerShdw dist="6350" dir="16200000">
              <a:prstClr val="black"/>
            </a:innerShdw>
          </a:effectLst>
        </p:spPr>
        <p:txBody>
          <a:bodyPr tIns="72000" rIns="9432000" bIns="72000" anchor="t">
            <a:noAutofit/>
          </a:bodyPr>
          <a:lstStyle>
            <a:lvl1pPr marL="0" indent="0">
              <a:lnSpc>
                <a:spcPct val="90000"/>
              </a:lnSpc>
              <a:spcBef>
                <a:spcPts val="1800"/>
              </a:spcBef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Click to add a useful message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537B4DAF-B67C-D7BA-6BFB-26613C146AB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2631000" y="1404000"/>
            <a:ext cx="9314938" cy="1548000"/>
          </a:xfrm>
          <a:noFill/>
          <a:effectLst/>
        </p:spPr>
        <p:txBody>
          <a:bodyPr tIns="72000" bIns="72000"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600"/>
            </a:lvl4pPr>
            <a:lvl5pPr>
              <a:defRPr sz="2000"/>
            </a:lvl5pPr>
          </a:lstStyle>
          <a:p>
            <a:pPr lvl="0"/>
            <a:r>
              <a:rPr lang="en-CA"/>
              <a:t>Click to add text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6EB027BF-65B8-826D-E0F9-96429F775072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246063" y="3105000"/>
            <a:ext cx="11699875" cy="1548000"/>
          </a:xfrm>
          <a:solidFill>
            <a:schemeClr val="bg1"/>
          </a:solidFill>
          <a:effectLst>
            <a:innerShdw dist="6350" dir="16200000">
              <a:prstClr val="black"/>
            </a:innerShdw>
          </a:effectLst>
        </p:spPr>
        <p:txBody>
          <a:bodyPr tIns="72000" rIns="9432000" bIns="72000" anchor="t">
            <a:noAutofit/>
          </a:bodyPr>
          <a:lstStyle>
            <a:lvl1pPr marL="0" indent="0">
              <a:lnSpc>
                <a:spcPct val="90000"/>
              </a:lnSpc>
              <a:spcBef>
                <a:spcPts val="1800"/>
              </a:spcBef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Click to add a useful message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66F8DBA5-8B75-4F1B-88ED-459D83C98A53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2631000" y="3105000"/>
            <a:ext cx="9314938" cy="1548000"/>
          </a:xfrm>
          <a:noFill/>
          <a:effectLst/>
        </p:spPr>
        <p:txBody>
          <a:bodyPr tIns="72000" bIns="72000"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600"/>
            </a:lvl4pPr>
            <a:lvl5pPr>
              <a:defRPr sz="2000"/>
            </a:lvl5pPr>
          </a:lstStyle>
          <a:p>
            <a:pPr lvl="0"/>
            <a:r>
              <a:rPr lang="en-CA"/>
              <a:t>Click to add text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</a:p>
        </p:txBody>
      </p:sp>
      <p:sp>
        <p:nvSpPr>
          <p:cNvPr id="2" name="Espace réservé du texte 4">
            <a:extLst>
              <a:ext uri="{FF2B5EF4-FFF2-40B4-BE49-F238E27FC236}">
                <a16:creationId xmlns:a16="http://schemas.microsoft.com/office/drawing/2014/main" id="{05F7AB1E-3CA5-365F-0296-654432684F9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46063" y="4806000"/>
            <a:ext cx="11699875" cy="1548000"/>
          </a:xfrm>
          <a:solidFill>
            <a:schemeClr val="bg1"/>
          </a:solidFill>
          <a:effectLst>
            <a:innerShdw dist="6350" dir="16200000">
              <a:prstClr val="black"/>
            </a:innerShdw>
          </a:effectLst>
        </p:spPr>
        <p:txBody>
          <a:bodyPr tIns="72000" rIns="9432000" bIns="72000" anchor="t">
            <a:noAutofit/>
          </a:bodyPr>
          <a:lstStyle>
            <a:lvl1pPr marL="0" indent="0">
              <a:lnSpc>
                <a:spcPct val="90000"/>
              </a:lnSpc>
              <a:spcBef>
                <a:spcPts val="1800"/>
              </a:spcBef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Click to add a useful message</a:t>
            </a:r>
          </a:p>
        </p:txBody>
      </p:sp>
      <p:sp>
        <p:nvSpPr>
          <p:cNvPr id="7" name="Espace réservé du contenu 5">
            <a:extLst>
              <a:ext uri="{FF2B5EF4-FFF2-40B4-BE49-F238E27FC236}">
                <a16:creationId xmlns:a16="http://schemas.microsoft.com/office/drawing/2014/main" id="{EBCB0351-8452-55FF-0582-CC54E448FED3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2631000" y="4806000"/>
            <a:ext cx="9314938" cy="1548000"/>
          </a:xfrm>
          <a:noFill/>
          <a:effectLst/>
        </p:spPr>
        <p:txBody>
          <a:bodyPr tIns="72000" bIns="72000"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600"/>
            </a:lvl4pPr>
            <a:lvl5pPr>
              <a:defRPr sz="2000"/>
            </a:lvl5pPr>
          </a:lstStyle>
          <a:p>
            <a:pPr lvl="0"/>
            <a:r>
              <a:rPr lang="en-CA"/>
              <a:t>Click to add text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9BC59D39-C5EC-68B5-A618-27094EED21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FB94AD47-1E94-8F3E-D0FD-3E67829A41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AE3DD-E46F-48E2-BAED-1C2B457B482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42292314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_3 horizontal blocks with titl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UJET">
            <a:extLst>
              <a:ext uri="{FF2B5EF4-FFF2-40B4-BE49-F238E27FC236}">
                <a16:creationId xmlns:a16="http://schemas.microsoft.com/office/drawing/2014/main" id="{1EB4CD61-4E34-17E6-55AC-EBFFB91C77F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46063" y="233999"/>
            <a:ext cx="5714937" cy="180001"/>
          </a:xfrm>
        </p:spPr>
        <p:txBody>
          <a:bodyPr lIns="18000" tIns="0" rIns="18000" bIns="0" anchor="ctr">
            <a:noAutofit/>
          </a:bodyPr>
          <a:lstStyle>
            <a:lvl1pPr marL="0" indent="0"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  <a:lvl2pPr>
              <a:defRPr sz="1200"/>
            </a:lvl2pPr>
            <a:lvl3pPr>
              <a:defRPr sz="110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en-CA"/>
              <a:t>Click to add a subject</a:t>
            </a:r>
          </a:p>
        </p:txBody>
      </p:sp>
      <p:sp>
        <p:nvSpPr>
          <p:cNvPr id="10" name="Titre 9">
            <a:extLst>
              <a:ext uri="{FF2B5EF4-FFF2-40B4-BE49-F238E27FC236}">
                <a16:creationId xmlns:a16="http://schemas.microsoft.com/office/drawing/2014/main" id="{CF669966-B637-42E1-99CB-17298981C1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6063" y="414000"/>
            <a:ext cx="11699875" cy="765514"/>
          </a:xfrm>
        </p:spPr>
        <p:txBody>
          <a:bodyPr/>
          <a:lstStyle/>
          <a:p>
            <a:r>
              <a:rPr lang="en-CA"/>
              <a:t>Click to add a headline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886BD1F-0A1D-D9F7-2AF2-C63A92897F7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46063" y="1404000"/>
            <a:ext cx="11699875" cy="1548000"/>
          </a:xfrm>
          <a:solidFill>
            <a:schemeClr val="bg2"/>
          </a:solidFill>
          <a:effectLst>
            <a:innerShdw dist="6350" dir="16200000">
              <a:prstClr val="black"/>
            </a:innerShdw>
          </a:effectLst>
        </p:spPr>
        <p:txBody>
          <a:bodyPr tIns="72000" rIns="9432000" bIns="72000" anchor="t">
            <a:noAutofit/>
          </a:bodyPr>
          <a:lstStyle>
            <a:lvl1pPr marL="0" indent="0">
              <a:lnSpc>
                <a:spcPct val="90000"/>
              </a:lnSpc>
              <a:spcBef>
                <a:spcPts val="1800"/>
              </a:spcBef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Click to add a useful message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537B4DAF-B67C-D7BA-6BFB-26613C146AB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2631000" y="1404000"/>
            <a:ext cx="9314938" cy="1548000"/>
          </a:xfrm>
          <a:noFill/>
          <a:effectLst/>
        </p:spPr>
        <p:txBody>
          <a:bodyPr tIns="72000" bIns="72000"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600"/>
            </a:lvl4pPr>
            <a:lvl5pPr>
              <a:defRPr sz="2000"/>
            </a:lvl5pPr>
          </a:lstStyle>
          <a:p>
            <a:pPr lvl="0"/>
            <a:r>
              <a:rPr lang="en-CA"/>
              <a:t>Click to add text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6EB027BF-65B8-826D-E0F9-96429F775072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246063" y="3105000"/>
            <a:ext cx="11699875" cy="1548000"/>
          </a:xfrm>
          <a:solidFill>
            <a:schemeClr val="bg2"/>
          </a:solidFill>
          <a:effectLst>
            <a:innerShdw dist="6350" dir="16200000">
              <a:prstClr val="black"/>
            </a:innerShdw>
          </a:effectLst>
        </p:spPr>
        <p:txBody>
          <a:bodyPr tIns="72000" rIns="9432000" bIns="72000" anchor="t">
            <a:noAutofit/>
          </a:bodyPr>
          <a:lstStyle>
            <a:lvl1pPr marL="0" indent="0">
              <a:lnSpc>
                <a:spcPct val="90000"/>
              </a:lnSpc>
              <a:spcBef>
                <a:spcPts val="1800"/>
              </a:spcBef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Click to add a useful message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66F8DBA5-8B75-4F1B-88ED-459D83C98A53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2631000" y="3105000"/>
            <a:ext cx="9314938" cy="1548000"/>
          </a:xfrm>
          <a:noFill/>
          <a:effectLst/>
        </p:spPr>
        <p:txBody>
          <a:bodyPr tIns="72000" bIns="72000"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600"/>
            </a:lvl4pPr>
            <a:lvl5pPr>
              <a:defRPr sz="2000"/>
            </a:lvl5pPr>
          </a:lstStyle>
          <a:p>
            <a:pPr lvl="0"/>
            <a:r>
              <a:rPr lang="en-CA"/>
              <a:t>Click to add text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</a:p>
        </p:txBody>
      </p:sp>
      <p:sp>
        <p:nvSpPr>
          <p:cNvPr id="2" name="Espace réservé du texte 4">
            <a:extLst>
              <a:ext uri="{FF2B5EF4-FFF2-40B4-BE49-F238E27FC236}">
                <a16:creationId xmlns:a16="http://schemas.microsoft.com/office/drawing/2014/main" id="{05F7AB1E-3CA5-365F-0296-654432684F9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46063" y="4806000"/>
            <a:ext cx="11699875" cy="1548000"/>
          </a:xfrm>
          <a:solidFill>
            <a:schemeClr val="bg2"/>
          </a:solidFill>
          <a:effectLst>
            <a:innerShdw dist="6350" dir="16200000">
              <a:prstClr val="black"/>
            </a:innerShdw>
          </a:effectLst>
        </p:spPr>
        <p:txBody>
          <a:bodyPr tIns="72000" rIns="9432000" bIns="72000" anchor="t">
            <a:noAutofit/>
          </a:bodyPr>
          <a:lstStyle>
            <a:lvl1pPr marL="0" indent="0">
              <a:lnSpc>
                <a:spcPct val="90000"/>
              </a:lnSpc>
              <a:spcBef>
                <a:spcPts val="1800"/>
              </a:spcBef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Click to add a useful message</a:t>
            </a:r>
          </a:p>
        </p:txBody>
      </p:sp>
      <p:sp>
        <p:nvSpPr>
          <p:cNvPr id="7" name="Espace réservé du contenu 5">
            <a:extLst>
              <a:ext uri="{FF2B5EF4-FFF2-40B4-BE49-F238E27FC236}">
                <a16:creationId xmlns:a16="http://schemas.microsoft.com/office/drawing/2014/main" id="{EBCB0351-8452-55FF-0582-CC54E448FED3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2631000" y="4806000"/>
            <a:ext cx="9314938" cy="1548000"/>
          </a:xfrm>
          <a:noFill/>
          <a:effectLst/>
        </p:spPr>
        <p:txBody>
          <a:bodyPr tIns="72000" bIns="72000"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600"/>
            </a:lvl4pPr>
            <a:lvl5pPr>
              <a:defRPr sz="2000"/>
            </a:lvl5pPr>
          </a:lstStyle>
          <a:p>
            <a:pPr lvl="0"/>
            <a:r>
              <a:rPr lang="en-CA"/>
              <a:t>Click to add text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9BC59D39-C5EC-68B5-A618-27094EED21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FB94AD47-1E94-8F3E-D0FD-3E67829A41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AE3DD-E46F-48E2-BAED-1C2B457B482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981110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horizontal blocks with title +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UJET">
            <a:extLst>
              <a:ext uri="{FF2B5EF4-FFF2-40B4-BE49-F238E27FC236}">
                <a16:creationId xmlns:a16="http://schemas.microsoft.com/office/drawing/2014/main" id="{1EB4CD61-4E34-17E6-55AC-EBFFB91C77F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46063" y="233999"/>
            <a:ext cx="5714937" cy="180001"/>
          </a:xfrm>
        </p:spPr>
        <p:txBody>
          <a:bodyPr lIns="18000" tIns="0" rIns="18000" bIns="0" anchor="ctr">
            <a:noAutofit/>
          </a:bodyPr>
          <a:lstStyle>
            <a:lvl1pPr marL="0" indent="0"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  <a:lvl2pPr>
              <a:defRPr sz="1200"/>
            </a:lvl2pPr>
            <a:lvl3pPr>
              <a:defRPr sz="110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en-CA"/>
              <a:t>Click to add a subject</a:t>
            </a:r>
          </a:p>
        </p:txBody>
      </p:sp>
      <p:sp>
        <p:nvSpPr>
          <p:cNvPr id="10" name="Titre 9">
            <a:extLst>
              <a:ext uri="{FF2B5EF4-FFF2-40B4-BE49-F238E27FC236}">
                <a16:creationId xmlns:a16="http://schemas.microsoft.com/office/drawing/2014/main" id="{CF669966-B637-42E1-99CB-17298981C1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6063" y="414000"/>
            <a:ext cx="11699875" cy="765514"/>
          </a:xfrm>
        </p:spPr>
        <p:txBody>
          <a:bodyPr/>
          <a:lstStyle/>
          <a:p>
            <a:r>
              <a:rPr lang="en-CA"/>
              <a:t>Click to add a headline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886BD1F-0A1D-D9F7-2AF2-C63A92897F7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46063" y="1404000"/>
            <a:ext cx="11699875" cy="1306800"/>
          </a:xfrm>
          <a:solidFill>
            <a:schemeClr val="bg1"/>
          </a:solidFill>
          <a:effectLst>
            <a:innerShdw dist="6350" dir="16200000">
              <a:prstClr val="black"/>
            </a:innerShdw>
          </a:effectLst>
        </p:spPr>
        <p:txBody>
          <a:bodyPr tIns="72000" rIns="9432000" bIns="72000" anchor="t">
            <a:noAutofit/>
          </a:bodyPr>
          <a:lstStyle>
            <a:lvl1pPr marL="0" indent="0">
              <a:lnSpc>
                <a:spcPct val="90000"/>
              </a:lnSpc>
              <a:spcBef>
                <a:spcPts val="1800"/>
              </a:spcBef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Click to add a useful message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537B4DAF-B67C-D7BA-6BFB-26613C146AB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2631000" y="1404000"/>
            <a:ext cx="9314938" cy="1306800"/>
          </a:xfrm>
          <a:noFill/>
          <a:effectLst/>
        </p:spPr>
        <p:txBody>
          <a:bodyPr tIns="72000" bIns="72000"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600"/>
            </a:lvl4pPr>
            <a:lvl5pPr>
              <a:defRPr sz="2000"/>
            </a:lvl5pPr>
          </a:lstStyle>
          <a:p>
            <a:pPr lvl="0"/>
            <a:r>
              <a:rPr lang="en-CA"/>
              <a:t>Click to add text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6EB027BF-65B8-826D-E0F9-96429F775072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246063" y="2844000"/>
            <a:ext cx="11699875" cy="1306800"/>
          </a:xfrm>
          <a:solidFill>
            <a:schemeClr val="bg1"/>
          </a:solidFill>
          <a:effectLst>
            <a:innerShdw dist="6350" dir="16200000">
              <a:prstClr val="black"/>
            </a:innerShdw>
          </a:effectLst>
        </p:spPr>
        <p:txBody>
          <a:bodyPr tIns="72000" rIns="9432000" bIns="72000" anchor="t">
            <a:noAutofit/>
          </a:bodyPr>
          <a:lstStyle>
            <a:lvl1pPr marL="0" indent="0">
              <a:lnSpc>
                <a:spcPct val="90000"/>
              </a:lnSpc>
              <a:spcBef>
                <a:spcPts val="1800"/>
              </a:spcBef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Click to add a useful message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66F8DBA5-8B75-4F1B-88ED-459D83C98A53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2631000" y="2844000"/>
            <a:ext cx="9314938" cy="1306800"/>
          </a:xfrm>
          <a:noFill/>
          <a:effectLst/>
        </p:spPr>
        <p:txBody>
          <a:bodyPr tIns="72000" bIns="72000"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600"/>
            </a:lvl4pPr>
            <a:lvl5pPr>
              <a:defRPr sz="2000"/>
            </a:lvl5pPr>
          </a:lstStyle>
          <a:p>
            <a:pPr lvl="0"/>
            <a:r>
              <a:rPr lang="en-CA"/>
              <a:t>Click to add text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</a:p>
        </p:txBody>
      </p:sp>
      <p:sp>
        <p:nvSpPr>
          <p:cNvPr id="2" name="Espace réservé du texte 4">
            <a:extLst>
              <a:ext uri="{FF2B5EF4-FFF2-40B4-BE49-F238E27FC236}">
                <a16:creationId xmlns:a16="http://schemas.microsoft.com/office/drawing/2014/main" id="{05F7AB1E-3CA5-365F-0296-654432684F9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46063" y="4284000"/>
            <a:ext cx="11699875" cy="1306800"/>
          </a:xfrm>
          <a:solidFill>
            <a:schemeClr val="bg1"/>
          </a:solidFill>
          <a:effectLst>
            <a:innerShdw dist="6350" dir="16200000">
              <a:prstClr val="black"/>
            </a:innerShdw>
          </a:effectLst>
        </p:spPr>
        <p:txBody>
          <a:bodyPr tIns="72000" rIns="9432000" bIns="72000" anchor="t">
            <a:noAutofit/>
          </a:bodyPr>
          <a:lstStyle>
            <a:lvl1pPr marL="0" indent="0">
              <a:lnSpc>
                <a:spcPct val="90000"/>
              </a:lnSpc>
              <a:spcBef>
                <a:spcPts val="1800"/>
              </a:spcBef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Click to add a useful message</a:t>
            </a:r>
          </a:p>
        </p:txBody>
      </p:sp>
      <p:sp>
        <p:nvSpPr>
          <p:cNvPr id="7" name="Espace réservé du contenu 5">
            <a:extLst>
              <a:ext uri="{FF2B5EF4-FFF2-40B4-BE49-F238E27FC236}">
                <a16:creationId xmlns:a16="http://schemas.microsoft.com/office/drawing/2014/main" id="{EBCB0351-8452-55FF-0582-CC54E448FED3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2631000" y="4284000"/>
            <a:ext cx="9314938" cy="1306800"/>
          </a:xfrm>
          <a:noFill/>
          <a:effectLst/>
        </p:spPr>
        <p:txBody>
          <a:bodyPr tIns="72000" bIns="72000"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600"/>
            </a:lvl4pPr>
            <a:lvl5pPr>
              <a:defRPr sz="2000"/>
            </a:lvl5pPr>
          </a:lstStyle>
          <a:p>
            <a:pPr lvl="0"/>
            <a:r>
              <a:rPr lang="en-CA"/>
              <a:t>Click to add text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</a:p>
        </p:txBody>
      </p:sp>
      <p:sp>
        <p:nvSpPr>
          <p:cNvPr id="11" name="BOÎTE DE MESSAGE">
            <a:extLst>
              <a:ext uri="{FF2B5EF4-FFF2-40B4-BE49-F238E27FC236}">
                <a16:creationId xmlns:a16="http://schemas.microsoft.com/office/drawing/2014/main" id="{0E75370D-00DD-38C6-9545-EBC12C15712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46062" y="5724000"/>
            <a:ext cx="11700000" cy="630000"/>
          </a:xfrm>
          <a:solidFill>
            <a:schemeClr val="bg1"/>
          </a:solidFill>
          <a:effectLst>
            <a:innerShdw dist="6350" dir="16200000">
              <a:prstClr val="black"/>
            </a:innerShdw>
          </a:effectLst>
        </p:spPr>
        <p:txBody>
          <a:bodyPr tIns="72000"/>
          <a:lstStyle>
            <a:lvl1pPr>
              <a:defRPr sz="18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CA"/>
              <a:t>Click to edit the text in the message box</a:t>
            </a:r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9BC59D39-C5EC-68B5-A618-27094EED21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FB94AD47-1E94-8F3E-D0FD-3E67829A41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AE3DD-E46F-48E2-BAED-1C2B457B482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9869333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_3 horizontal blocks with title + box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UJET">
            <a:extLst>
              <a:ext uri="{FF2B5EF4-FFF2-40B4-BE49-F238E27FC236}">
                <a16:creationId xmlns:a16="http://schemas.microsoft.com/office/drawing/2014/main" id="{1EB4CD61-4E34-17E6-55AC-EBFFB91C77F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46063" y="233999"/>
            <a:ext cx="5714937" cy="180001"/>
          </a:xfrm>
        </p:spPr>
        <p:txBody>
          <a:bodyPr lIns="18000" tIns="0" rIns="18000" bIns="0" anchor="ctr">
            <a:noAutofit/>
          </a:bodyPr>
          <a:lstStyle>
            <a:lvl1pPr marL="0" indent="0"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  <a:lvl2pPr>
              <a:defRPr sz="1200"/>
            </a:lvl2pPr>
            <a:lvl3pPr>
              <a:defRPr sz="110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en-CA"/>
              <a:t>Click to add a subject</a:t>
            </a:r>
          </a:p>
        </p:txBody>
      </p:sp>
      <p:sp>
        <p:nvSpPr>
          <p:cNvPr id="10" name="Titre 9">
            <a:extLst>
              <a:ext uri="{FF2B5EF4-FFF2-40B4-BE49-F238E27FC236}">
                <a16:creationId xmlns:a16="http://schemas.microsoft.com/office/drawing/2014/main" id="{CF669966-B637-42E1-99CB-17298981C1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6063" y="414000"/>
            <a:ext cx="11699875" cy="765514"/>
          </a:xfrm>
        </p:spPr>
        <p:txBody>
          <a:bodyPr/>
          <a:lstStyle/>
          <a:p>
            <a:r>
              <a:rPr lang="en-CA"/>
              <a:t>Click to add a headline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886BD1F-0A1D-D9F7-2AF2-C63A92897F7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46063" y="1404000"/>
            <a:ext cx="11699875" cy="1306800"/>
          </a:xfrm>
          <a:solidFill>
            <a:schemeClr val="tx2"/>
          </a:solidFill>
          <a:effectLst>
            <a:innerShdw dist="6350" dir="16200000">
              <a:prstClr val="black"/>
            </a:innerShdw>
          </a:effectLst>
        </p:spPr>
        <p:txBody>
          <a:bodyPr tIns="72000" rIns="9432000" bIns="72000" anchor="t">
            <a:noAutofit/>
          </a:bodyPr>
          <a:lstStyle>
            <a:lvl1pPr marL="0" indent="0">
              <a:lnSpc>
                <a:spcPct val="90000"/>
              </a:lnSpc>
              <a:spcBef>
                <a:spcPts val="1800"/>
              </a:spcBef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Click to add a useful message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537B4DAF-B67C-D7BA-6BFB-26613C146AB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2631000" y="1404000"/>
            <a:ext cx="9314938" cy="1306800"/>
          </a:xfrm>
          <a:noFill/>
          <a:effectLst/>
        </p:spPr>
        <p:txBody>
          <a:bodyPr tIns="72000" bIns="72000"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600"/>
            </a:lvl4pPr>
            <a:lvl5pPr>
              <a:defRPr sz="2000"/>
            </a:lvl5pPr>
          </a:lstStyle>
          <a:p>
            <a:pPr lvl="0"/>
            <a:r>
              <a:rPr lang="en-CA"/>
              <a:t>Click to add text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6EB027BF-65B8-826D-E0F9-96429F775072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246063" y="2844000"/>
            <a:ext cx="11699875" cy="1306800"/>
          </a:xfrm>
          <a:solidFill>
            <a:schemeClr val="tx2"/>
          </a:solidFill>
          <a:effectLst>
            <a:innerShdw dist="6350" dir="16200000">
              <a:prstClr val="black"/>
            </a:innerShdw>
          </a:effectLst>
        </p:spPr>
        <p:txBody>
          <a:bodyPr tIns="72000" rIns="9432000" bIns="72000" anchor="t">
            <a:noAutofit/>
          </a:bodyPr>
          <a:lstStyle>
            <a:lvl1pPr marL="0" indent="0">
              <a:lnSpc>
                <a:spcPct val="90000"/>
              </a:lnSpc>
              <a:spcBef>
                <a:spcPts val="1800"/>
              </a:spcBef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Click to add a useful message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66F8DBA5-8B75-4F1B-88ED-459D83C98A53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2631000" y="2844000"/>
            <a:ext cx="9314938" cy="1306800"/>
          </a:xfrm>
          <a:noFill/>
          <a:effectLst/>
        </p:spPr>
        <p:txBody>
          <a:bodyPr tIns="72000" bIns="72000"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600"/>
            </a:lvl4pPr>
            <a:lvl5pPr>
              <a:defRPr sz="2000"/>
            </a:lvl5pPr>
          </a:lstStyle>
          <a:p>
            <a:pPr lvl="0"/>
            <a:r>
              <a:rPr lang="en-CA"/>
              <a:t>Click to add text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</a:p>
        </p:txBody>
      </p:sp>
      <p:sp>
        <p:nvSpPr>
          <p:cNvPr id="2" name="Espace réservé du texte 4">
            <a:extLst>
              <a:ext uri="{FF2B5EF4-FFF2-40B4-BE49-F238E27FC236}">
                <a16:creationId xmlns:a16="http://schemas.microsoft.com/office/drawing/2014/main" id="{05F7AB1E-3CA5-365F-0296-654432684F9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46063" y="4284000"/>
            <a:ext cx="11699875" cy="1306800"/>
          </a:xfrm>
          <a:solidFill>
            <a:schemeClr val="tx2"/>
          </a:solidFill>
          <a:effectLst>
            <a:innerShdw dist="6350" dir="16200000">
              <a:prstClr val="black"/>
            </a:innerShdw>
          </a:effectLst>
        </p:spPr>
        <p:txBody>
          <a:bodyPr tIns="72000" rIns="9432000" bIns="72000" anchor="t">
            <a:noAutofit/>
          </a:bodyPr>
          <a:lstStyle>
            <a:lvl1pPr marL="0" indent="0">
              <a:lnSpc>
                <a:spcPct val="90000"/>
              </a:lnSpc>
              <a:spcBef>
                <a:spcPts val="1800"/>
              </a:spcBef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Click to add a useful message</a:t>
            </a:r>
          </a:p>
        </p:txBody>
      </p:sp>
      <p:sp>
        <p:nvSpPr>
          <p:cNvPr id="7" name="Espace réservé du contenu 5">
            <a:extLst>
              <a:ext uri="{FF2B5EF4-FFF2-40B4-BE49-F238E27FC236}">
                <a16:creationId xmlns:a16="http://schemas.microsoft.com/office/drawing/2014/main" id="{EBCB0351-8452-55FF-0582-CC54E448FED3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2631000" y="4284000"/>
            <a:ext cx="9314938" cy="1306800"/>
          </a:xfrm>
          <a:noFill/>
          <a:effectLst/>
        </p:spPr>
        <p:txBody>
          <a:bodyPr tIns="72000" bIns="72000"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600"/>
            </a:lvl4pPr>
            <a:lvl5pPr>
              <a:defRPr sz="2000"/>
            </a:lvl5pPr>
          </a:lstStyle>
          <a:p>
            <a:pPr lvl="0"/>
            <a:r>
              <a:rPr lang="en-CA"/>
              <a:t>Click to add text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</a:p>
        </p:txBody>
      </p:sp>
      <p:sp>
        <p:nvSpPr>
          <p:cNvPr id="11" name="BOÎTE DE MESSAGE">
            <a:extLst>
              <a:ext uri="{FF2B5EF4-FFF2-40B4-BE49-F238E27FC236}">
                <a16:creationId xmlns:a16="http://schemas.microsoft.com/office/drawing/2014/main" id="{0E75370D-00DD-38C6-9545-EBC12C15712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46062" y="5724000"/>
            <a:ext cx="11700000" cy="630000"/>
          </a:xfrm>
          <a:solidFill>
            <a:schemeClr val="tx2"/>
          </a:solidFill>
          <a:effectLst>
            <a:innerShdw dist="6350" dir="16200000">
              <a:prstClr val="black"/>
            </a:innerShdw>
          </a:effectLst>
        </p:spPr>
        <p:txBody>
          <a:bodyPr tIns="72000"/>
          <a:lstStyle>
            <a:lvl1pPr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lang="en-CA"/>
              <a:t>Click to edit the text in the message box</a:t>
            </a:r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9BC59D39-C5EC-68B5-A618-27094EED21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FB94AD47-1E94-8F3E-D0FD-3E67829A41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AE3DD-E46F-48E2-BAED-1C2B457B482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07288033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ayouts for images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>
            <a:extLst>
              <a:ext uri="{FF2B5EF4-FFF2-40B4-BE49-F238E27FC236}">
                <a16:creationId xmlns:a16="http://schemas.microsoft.com/office/drawing/2014/main" id="{C6B413FA-A402-C68A-45FB-D5608FB6B340}"/>
              </a:ext>
            </a:extLst>
          </p:cNvPr>
          <p:cNvSpPr txBox="1"/>
          <p:nvPr userDrawn="1"/>
        </p:nvSpPr>
        <p:spPr>
          <a:xfrm>
            <a:off x="246064" y="279400"/>
            <a:ext cx="11699874" cy="629920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>
              <a:lnSpc>
                <a:spcPct val="80000"/>
              </a:lnSpc>
            </a:pPr>
            <a:r>
              <a:rPr lang="en-CA" sz="11500"/>
              <a:t>Layouts</a:t>
            </a:r>
            <a:br>
              <a:rPr lang="en-CA" sz="11500"/>
            </a:br>
            <a:r>
              <a:rPr lang="en-CA" sz="11500"/>
              <a:t>for images</a:t>
            </a:r>
          </a:p>
        </p:txBody>
      </p:sp>
    </p:spTree>
    <p:extLst>
      <p:ext uri="{BB962C8B-B14F-4D97-AF65-F5344CB8AC3E}">
        <p14:creationId xmlns:p14="http://schemas.microsoft.com/office/powerpoint/2010/main" val="64605721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imag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pour une image  7">
            <a:extLst>
              <a:ext uri="{FF2B5EF4-FFF2-40B4-BE49-F238E27FC236}">
                <a16:creationId xmlns:a16="http://schemas.microsoft.com/office/drawing/2014/main" id="{F3BFA985-B49C-64D7-42F0-FCFB6D87DC6B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246063" y="279400"/>
            <a:ext cx="11699875" cy="6075363"/>
          </a:xfrm>
        </p:spPr>
        <p:txBody>
          <a:bodyPr bIns="972000" anchor="ctr"/>
          <a:lstStyle>
            <a:lvl1pPr algn="ctr">
              <a:defRPr/>
            </a:lvl1pPr>
          </a:lstStyle>
          <a:p>
            <a:r>
              <a:rPr lang="en-CA"/>
              <a:t>Click the icon to add an image</a:t>
            </a:r>
          </a:p>
        </p:txBody>
      </p:sp>
      <p:sp>
        <p:nvSpPr>
          <p:cNvPr id="7" name="Espace réservé du pied de page 6">
            <a:extLst>
              <a:ext uri="{FF2B5EF4-FFF2-40B4-BE49-F238E27FC236}">
                <a16:creationId xmlns:a16="http://schemas.microsoft.com/office/drawing/2014/main" id="{9CBBFADD-9045-FCB0-D513-8EC2B73D6B8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258AEA95-3675-91D5-7DD5-F8AEA32A24C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21DAE3DD-E46F-48E2-BAED-1C2B457B4828}" type="slidenum">
              <a:rPr lang="en-CA" smtClean="0"/>
              <a:pPr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3509394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 images full pag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Espace réservé pour une image  7">
            <a:extLst>
              <a:ext uri="{FF2B5EF4-FFF2-40B4-BE49-F238E27FC236}">
                <a16:creationId xmlns:a16="http://schemas.microsoft.com/office/drawing/2014/main" id="{5C4DAA14-C055-0769-42C0-EB2F80E728DF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6096000" cy="6858000"/>
          </a:xfrm>
        </p:spPr>
        <p:txBody>
          <a:bodyPr bIns="972000" anchor="ctr"/>
          <a:lstStyle>
            <a:lvl1pPr algn="ctr">
              <a:defRPr/>
            </a:lvl1pPr>
          </a:lstStyle>
          <a:p>
            <a:r>
              <a:rPr lang="en-CA"/>
              <a:t>Click the icon to add an image</a:t>
            </a:r>
          </a:p>
        </p:txBody>
      </p:sp>
      <p:sp>
        <p:nvSpPr>
          <p:cNvPr id="93" name="Espace réservé pour une image  7">
            <a:extLst>
              <a:ext uri="{FF2B5EF4-FFF2-40B4-BE49-F238E27FC236}">
                <a16:creationId xmlns:a16="http://schemas.microsoft.com/office/drawing/2014/main" id="{8123F8F8-90A0-2CE5-62DB-F3A7D86DD850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096000" y="0"/>
            <a:ext cx="6096000" cy="6858000"/>
          </a:xfrm>
        </p:spPr>
        <p:txBody>
          <a:bodyPr bIns="972000" anchor="ctr"/>
          <a:lstStyle>
            <a:lvl1pPr algn="ctr">
              <a:defRPr/>
            </a:lvl1pPr>
          </a:lstStyle>
          <a:p>
            <a:r>
              <a:rPr lang="en-CA"/>
              <a:t>Click the icon to add an image</a:t>
            </a:r>
          </a:p>
        </p:txBody>
      </p:sp>
    </p:spTree>
    <p:extLst>
      <p:ext uri="{BB962C8B-B14F-4D97-AF65-F5344CB8AC3E}">
        <p14:creationId xmlns:p14="http://schemas.microsoft.com/office/powerpoint/2010/main" val="156927452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_Content with image 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UJET">
            <a:extLst>
              <a:ext uri="{FF2B5EF4-FFF2-40B4-BE49-F238E27FC236}">
                <a16:creationId xmlns:a16="http://schemas.microsoft.com/office/drawing/2014/main" id="{C011188E-AB6E-B7FF-B3A1-225DF6369AF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46063" y="233999"/>
            <a:ext cx="5714937" cy="180001"/>
          </a:xfrm>
        </p:spPr>
        <p:txBody>
          <a:bodyPr lIns="18000" tIns="0" rIns="18000" bIns="0" anchor="ctr">
            <a:noAutofit/>
          </a:bodyPr>
          <a:lstStyle>
            <a:lvl1pPr marL="0" indent="0"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  <a:lvl2pPr>
              <a:defRPr sz="1200"/>
            </a:lvl2pPr>
            <a:lvl3pPr>
              <a:defRPr sz="110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en-CA"/>
              <a:t>Click to add a subject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A8E280B6-F7AC-A796-AA2A-BF994A25AA9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6063" y="414000"/>
            <a:ext cx="5714937" cy="765514"/>
          </a:xfrm>
        </p:spPr>
        <p:txBody>
          <a:bodyPr/>
          <a:lstStyle/>
          <a:p>
            <a:r>
              <a:rPr lang="en-CA"/>
              <a:t>Click to add a headline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E7749EC-42B2-CEE5-9D95-572D91A3BC4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46063" y="1314450"/>
            <a:ext cx="5714937" cy="5040313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CA"/>
              <a:t>Click to add text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</a:p>
        </p:txBody>
      </p:sp>
      <p:sp>
        <p:nvSpPr>
          <p:cNvPr id="4" name="Espace réservé pour une image  7">
            <a:extLst>
              <a:ext uri="{FF2B5EF4-FFF2-40B4-BE49-F238E27FC236}">
                <a16:creationId xmlns:a16="http://schemas.microsoft.com/office/drawing/2014/main" id="{F3BFA985-B49C-64D7-42F0-FCFB6D87DC6B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140450" y="0"/>
            <a:ext cx="6051550" cy="6858000"/>
          </a:xfrm>
        </p:spPr>
        <p:txBody>
          <a:bodyPr bIns="972000" anchor="ctr"/>
          <a:lstStyle>
            <a:lvl1pPr algn="ctr">
              <a:defRPr/>
            </a:lvl1pPr>
          </a:lstStyle>
          <a:p>
            <a:r>
              <a:rPr lang="en-CA"/>
              <a:t>Click the icon to add an image</a:t>
            </a:r>
          </a:p>
        </p:txBody>
      </p:sp>
    </p:spTree>
    <p:extLst>
      <p:ext uri="{BB962C8B-B14F-4D97-AF65-F5344CB8AC3E}">
        <p14:creationId xmlns:p14="http://schemas.microsoft.com/office/powerpoint/2010/main" val="95864727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_Content with image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UJET">
            <a:extLst>
              <a:ext uri="{FF2B5EF4-FFF2-40B4-BE49-F238E27FC236}">
                <a16:creationId xmlns:a16="http://schemas.microsoft.com/office/drawing/2014/main" id="{C011188E-AB6E-B7FF-B3A1-225DF6369AF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46063" y="233999"/>
            <a:ext cx="5714937" cy="180001"/>
          </a:xfrm>
        </p:spPr>
        <p:txBody>
          <a:bodyPr lIns="18000" tIns="0" rIns="18000" bIns="0" anchor="ctr">
            <a:noAutofit/>
          </a:bodyPr>
          <a:lstStyle>
            <a:lvl1pPr marL="0" indent="0"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  <a:lvl2pPr>
              <a:defRPr sz="1200"/>
            </a:lvl2pPr>
            <a:lvl3pPr>
              <a:defRPr sz="110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en-CA"/>
              <a:t>Click to add a subject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A8E280B6-F7AC-A796-AA2A-BF994A25AA9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6063" y="414000"/>
            <a:ext cx="5714937" cy="765514"/>
          </a:xfrm>
        </p:spPr>
        <p:txBody>
          <a:bodyPr/>
          <a:lstStyle/>
          <a:p>
            <a:r>
              <a:rPr lang="en-CA"/>
              <a:t>Click to add a headline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E7749EC-42B2-CEE5-9D95-572D91A3BC4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46063" y="1314450"/>
            <a:ext cx="5714937" cy="5040313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CA"/>
              <a:t>Click to add text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</a:p>
        </p:txBody>
      </p:sp>
      <p:sp>
        <p:nvSpPr>
          <p:cNvPr id="4" name="Espace réservé pour une image  7">
            <a:extLst>
              <a:ext uri="{FF2B5EF4-FFF2-40B4-BE49-F238E27FC236}">
                <a16:creationId xmlns:a16="http://schemas.microsoft.com/office/drawing/2014/main" id="{F3BFA985-B49C-64D7-42F0-FCFB6D87DC6B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140450" y="0"/>
            <a:ext cx="6051550" cy="6858000"/>
          </a:xfrm>
        </p:spPr>
        <p:txBody>
          <a:bodyPr bIns="972000" anchor="ctr"/>
          <a:lstStyle>
            <a:lvl1pPr algn="ctr">
              <a:defRPr/>
            </a:lvl1pPr>
          </a:lstStyle>
          <a:p>
            <a:r>
              <a:rPr lang="en-CA"/>
              <a:t>Click the icon to add an image</a:t>
            </a:r>
          </a:p>
        </p:txBody>
      </p:sp>
    </p:spTree>
    <p:extLst>
      <p:ext uri="{BB962C8B-B14F-4D97-AF65-F5344CB8AC3E}">
        <p14:creationId xmlns:p14="http://schemas.microsoft.com/office/powerpoint/2010/main" val="119840442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_Content with image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UJET">
            <a:extLst>
              <a:ext uri="{FF2B5EF4-FFF2-40B4-BE49-F238E27FC236}">
                <a16:creationId xmlns:a16="http://schemas.microsoft.com/office/drawing/2014/main" id="{C011188E-AB6E-B7FF-B3A1-225DF6369AF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46064" y="233999"/>
            <a:ext cx="4364936" cy="180001"/>
          </a:xfrm>
        </p:spPr>
        <p:txBody>
          <a:bodyPr lIns="18000" tIns="0" rIns="18000" bIns="0" anchor="ctr">
            <a:noAutofit/>
          </a:bodyPr>
          <a:lstStyle>
            <a:lvl1pPr marL="0" indent="0"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  <a:lvl2pPr>
              <a:defRPr sz="1200"/>
            </a:lvl2pPr>
            <a:lvl3pPr>
              <a:defRPr sz="110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en-CA"/>
              <a:t>Click to add a subject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A8E280B6-F7AC-A796-AA2A-BF994A25AA9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6064" y="414000"/>
            <a:ext cx="4364936" cy="765514"/>
          </a:xfrm>
        </p:spPr>
        <p:txBody>
          <a:bodyPr/>
          <a:lstStyle/>
          <a:p>
            <a:r>
              <a:rPr lang="en-CA"/>
              <a:t>Click to add a headline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E7749EC-42B2-CEE5-9D95-572D91A3BC4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46063" y="2214564"/>
            <a:ext cx="5489937" cy="41402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CA"/>
              <a:t>Click to add text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</a:p>
        </p:txBody>
      </p:sp>
      <p:sp>
        <p:nvSpPr>
          <p:cNvPr id="9" name="Espace réservé pour une image  8">
            <a:extLst>
              <a:ext uri="{FF2B5EF4-FFF2-40B4-BE49-F238E27FC236}">
                <a16:creationId xmlns:a16="http://schemas.microsoft.com/office/drawing/2014/main" id="{63BF6582-9339-6F53-3C33-1C2922774424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521000" y="1"/>
            <a:ext cx="7671000" cy="5550483"/>
          </a:xfrm>
          <a:custGeom>
            <a:avLst/>
            <a:gdLst>
              <a:gd name="connsiteX0" fmla="*/ 0 w 7671000"/>
              <a:gd name="connsiteY0" fmla="*/ 0 h 5550483"/>
              <a:gd name="connsiteX1" fmla="*/ 7671000 w 7671000"/>
              <a:gd name="connsiteY1" fmla="*/ 0 h 5550483"/>
              <a:gd name="connsiteX2" fmla="*/ 7671000 w 7671000"/>
              <a:gd name="connsiteY2" fmla="*/ 4852969 h 5550483"/>
              <a:gd name="connsiteX3" fmla="*/ 5640263 w 7671000"/>
              <a:gd name="connsiteY3" fmla="*/ 5395720 h 5550483"/>
              <a:gd name="connsiteX4" fmla="*/ 4204796 w 7671000"/>
              <a:gd name="connsiteY4" fmla="*/ 5467442 h 5550483"/>
              <a:gd name="connsiteX5" fmla="*/ 3386344 w 7671000"/>
              <a:gd name="connsiteY5" fmla="*/ 4653697 h 55504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671000" h="5550483">
                <a:moveTo>
                  <a:pt x="0" y="0"/>
                </a:moveTo>
                <a:lnTo>
                  <a:pt x="7671000" y="0"/>
                </a:lnTo>
                <a:lnTo>
                  <a:pt x="7671000" y="4852969"/>
                </a:lnTo>
                <a:lnTo>
                  <a:pt x="5640263" y="5395720"/>
                </a:lnTo>
                <a:cubicBezTo>
                  <a:pt x="5053892" y="5533696"/>
                  <a:pt x="4629916" y="5625257"/>
                  <a:pt x="4204796" y="5467442"/>
                </a:cubicBezTo>
                <a:cubicBezTo>
                  <a:pt x="3881407" y="5329338"/>
                  <a:pt x="3616136" y="4980645"/>
                  <a:pt x="3386344" y="4653697"/>
                </a:cubicBezTo>
                <a:close/>
              </a:path>
            </a:pathLst>
          </a:custGeom>
        </p:spPr>
        <p:txBody>
          <a:bodyPr wrap="square" bIns="972000" anchor="ctr">
            <a:noAutofit/>
          </a:bodyPr>
          <a:lstStyle>
            <a:lvl1pPr algn="ctr">
              <a:defRPr/>
            </a:lvl1pPr>
          </a:lstStyle>
          <a:p>
            <a:r>
              <a:rPr lang="en-CA"/>
              <a:t>Click the icon to add an image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046CAA4-59E5-FA78-23DC-EF35D4F881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8E07E85-8138-0B06-9C07-559CC2D5EA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AE3DD-E46F-48E2-BAED-1C2B457B482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3862032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_Content with image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UJET">
            <a:extLst>
              <a:ext uri="{FF2B5EF4-FFF2-40B4-BE49-F238E27FC236}">
                <a16:creationId xmlns:a16="http://schemas.microsoft.com/office/drawing/2014/main" id="{C011188E-AB6E-B7FF-B3A1-225DF6369AF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46064" y="233999"/>
            <a:ext cx="4364936" cy="180001"/>
          </a:xfrm>
        </p:spPr>
        <p:txBody>
          <a:bodyPr lIns="18000" tIns="0" rIns="18000" bIns="0" anchor="ctr">
            <a:noAutofit/>
          </a:bodyPr>
          <a:lstStyle>
            <a:lvl1pPr marL="0" indent="0"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  <a:lvl2pPr>
              <a:defRPr sz="1200"/>
            </a:lvl2pPr>
            <a:lvl3pPr>
              <a:defRPr sz="110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en-CA"/>
              <a:t>Click to add a subject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A8E280B6-F7AC-A796-AA2A-BF994A25AA9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6064" y="414000"/>
            <a:ext cx="4364936" cy="765514"/>
          </a:xfrm>
        </p:spPr>
        <p:txBody>
          <a:bodyPr/>
          <a:lstStyle/>
          <a:p>
            <a:r>
              <a:rPr lang="en-CA"/>
              <a:t>Click to add a headline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E7749EC-42B2-CEE5-9D95-572D91A3BC4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46063" y="2214564"/>
            <a:ext cx="5489937" cy="41402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CA"/>
              <a:t>Click to add text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</a:p>
        </p:txBody>
      </p:sp>
      <p:sp>
        <p:nvSpPr>
          <p:cNvPr id="9" name="Espace réservé pour une image  8">
            <a:extLst>
              <a:ext uri="{FF2B5EF4-FFF2-40B4-BE49-F238E27FC236}">
                <a16:creationId xmlns:a16="http://schemas.microsoft.com/office/drawing/2014/main" id="{63BF6582-9339-6F53-3C33-1C2922774424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521000" y="1"/>
            <a:ext cx="7671000" cy="5550483"/>
          </a:xfrm>
          <a:custGeom>
            <a:avLst/>
            <a:gdLst>
              <a:gd name="connsiteX0" fmla="*/ 0 w 7671000"/>
              <a:gd name="connsiteY0" fmla="*/ 0 h 5550483"/>
              <a:gd name="connsiteX1" fmla="*/ 7671000 w 7671000"/>
              <a:gd name="connsiteY1" fmla="*/ 0 h 5550483"/>
              <a:gd name="connsiteX2" fmla="*/ 7671000 w 7671000"/>
              <a:gd name="connsiteY2" fmla="*/ 4852969 h 5550483"/>
              <a:gd name="connsiteX3" fmla="*/ 5640263 w 7671000"/>
              <a:gd name="connsiteY3" fmla="*/ 5395720 h 5550483"/>
              <a:gd name="connsiteX4" fmla="*/ 4204796 w 7671000"/>
              <a:gd name="connsiteY4" fmla="*/ 5467442 h 5550483"/>
              <a:gd name="connsiteX5" fmla="*/ 3386344 w 7671000"/>
              <a:gd name="connsiteY5" fmla="*/ 4653697 h 55504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671000" h="5550483">
                <a:moveTo>
                  <a:pt x="0" y="0"/>
                </a:moveTo>
                <a:lnTo>
                  <a:pt x="7671000" y="0"/>
                </a:lnTo>
                <a:lnTo>
                  <a:pt x="7671000" y="4852969"/>
                </a:lnTo>
                <a:lnTo>
                  <a:pt x="5640263" y="5395720"/>
                </a:lnTo>
                <a:cubicBezTo>
                  <a:pt x="5053892" y="5533696"/>
                  <a:pt x="4629916" y="5625257"/>
                  <a:pt x="4204796" y="5467442"/>
                </a:cubicBezTo>
                <a:cubicBezTo>
                  <a:pt x="3881407" y="5329338"/>
                  <a:pt x="3616136" y="4980645"/>
                  <a:pt x="3386344" y="4653697"/>
                </a:cubicBezTo>
                <a:close/>
              </a:path>
            </a:pathLst>
          </a:custGeom>
        </p:spPr>
        <p:txBody>
          <a:bodyPr wrap="square" bIns="972000" anchor="ctr">
            <a:noAutofit/>
          </a:bodyPr>
          <a:lstStyle>
            <a:lvl1pPr algn="ctr">
              <a:defRPr/>
            </a:lvl1pPr>
          </a:lstStyle>
          <a:p>
            <a:r>
              <a:rPr lang="en-CA"/>
              <a:t>Click the icon to add an image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046CAA4-59E5-FA78-23DC-EF35D4F881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8E07E85-8138-0B06-9C07-559CC2D5EA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AE3DD-E46F-48E2-BAED-1C2B457B482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6291346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images SP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JET">
            <a:extLst>
              <a:ext uri="{FF2B5EF4-FFF2-40B4-BE49-F238E27FC236}">
                <a16:creationId xmlns:a16="http://schemas.microsoft.com/office/drawing/2014/main" id="{A0AEBB7F-1559-380D-700C-6DC74CBD8A6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46064" y="233999"/>
            <a:ext cx="4364936" cy="180001"/>
          </a:xfrm>
        </p:spPr>
        <p:txBody>
          <a:bodyPr lIns="18000" tIns="0" rIns="18000" bIns="0" anchor="ctr">
            <a:noAutofit/>
          </a:bodyPr>
          <a:lstStyle>
            <a:lvl1pPr marL="0" indent="0"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  <a:lvl2pPr>
              <a:defRPr sz="1200"/>
            </a:lvl2pPr>
            <a:lvl3pPr>
              <a:defRPr sz="110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en-CA"/>
              <a:t>Click to add a subject</a:t>
            </a:r>
          </a:p>
        </p:txBody>
      </p:sp>
      <p:sp>
        <p:nvSpPr>
          <p:cNvPr id="92" name="Espace réservé pour une image  7">
            <a:extLst>
              <a:ext uri="{FF2B5EF4-FFF2-40B4-BE49-F238E27FC236}">
                <a16:creationId xmlns:a16="http://schemas.microsoft.com/office/drawing/2014/main" id="{5C4DAA14-C055-0769-42C0-EB2F80E728DF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236663" y="1314450"/>
            <a:ext cx="3823200" cy="4005263"/>
          </a:xfrm>
        </p:spPr>
        <p:txBody>
          <a:bodyPr bIns="972000" anchor="ctr"/>
          <a:lstStyle>
            <a:lvl1pPr algn="ctr">
              <a:defRPr/>
            </a:lvl1pPr>
          </a:lstStyle>
          <a:p>
            <a:r>
              <a:rPr lang="en-CA"/>
              <a:t>Click the icon to add an image</a:t>
            </a:r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F6F00B41-DA69-B7B1-BBDE-543333662FF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236663" y="5454650"/>
            <a:ext cx="3823200" cy="900113"/>
          </a:xfrm>
        </p:spPr>
        <p:txBody>
          <a:bodyPr tIns="0" bIns="0"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</a:lstStyle>
          <a:p>
            <a:pPr lvl="0"/>
            <a:r>
              <a:rPr lang="en-CA"/>
              <a:t>Click to add text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</p:txBody>
      </p:sp>
      <p:sp>
        <p:nvSpPr>
          <p:cNvPr id="93" name="Espace réservé pour une image  7">
            <a:extLst>
              <a:ext uri="{FF2B5EF4-FFF2-40B4-BE49-F238E27FC236}">
                <a16:creationId xmlns:a16="http://schemas.microsoft.com/office/drawing/2014/main" id="{8123F8F8-90A0-2CE5-62DB-F3A7D86DD850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096000" y="0"/>
            <a:ext cx="6096000" cy="6858000"/>
          </a:xfrm>
        </p:spPr>
        <p:txBody>
          <a:bodyPr bIns="972000" anchor="ctr"/>
          <a:lstStyle>
            <a:lvl1pPr algn="ctr">
              <a:defRPr/>
            </a:lvl1pPr>
          </a:lstStyle>
          <a:p>
            <a:r>
              <a:rPr lang="en-CA"/>
              <a:t>Click the icon to add an image</a:t>
            </a:r>
          </a:p>
        </p:txBody>
      </p:sp>
    </p:spTree>
    <p:extLst>
      <p:ext uri="{BB962C8B-B14F-4D97-AF65-F5344CB8AC3E}">
        <p14:creationId xmlns:p14="http://schemas.microsoft.com/office/powerpoint/2010/main" val="27195570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images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Espace réservé pour une image  7">
            <a:extLst>
              <a:ext uri="{FF2B5EF4-FFF2-40B4-BE49-F238E27FC236}">
                <a16:creationId xmlns:a16="http://schemas.microsoft.com/office/drawing/2014/main" id="{8D767F4C-3395-D48D-E856-DC32A907876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46000" y="278737"/>
            <a:ext cx="5760000" cy="4005263"/>
          </a:xfrm>
        </p:spPr>
        <p:txBody>
          <a:bodyPr bIns="972000" anchor="ctr"/>
          <a:lstStyle>
            <a:lvl1pPr algn="ctr">
              <a:defRPr/>
            </a:lvl1pPr>
          </a:lstStyle>
          <a:p>
            <a:r>
              <a:rPr lang="en-CA"/>
              <a:t>Click the icon to add an image</a:t>
            </a:r>
          </a:p>
        </p:txBody>
      </p:sp>
      <p:sp>
        <p:nvSpPr>
          <p:cNvPr id="6" name="Espace réservé du texte 7">
            <a:extLst>
              <a:ext uri="{FF2B5EF4-FFF2-40B4-BE49-F238E27FC236}">
                <a16:creationId xmlns:a16="http://schemas.microsoft.com/office/drawing/2014/main" id="{7F33B021-F54A-A9C0-C898-7F6E5D91575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46063" y="4419601"/>
            <a:ext cx="5760000" cy="1935162"/>
          </a:xfrm>
        </p:spPr>
        <p:txBody>
          <a:bodyPr tIns="0" bIns="0"/>
          <a:lstStyle>
            <a:lvl1pPr>
              <a:lnSpc>
                <a:spcPct val="90000"/>
              </a:lnSpc>
              <a:spcBef>
                <a:spcPts val="1800"/>
              </a:spcBef>
              <a:defRPr sz="3200">
                <a:solidFill>
                  <a:schemeClr val="tx1"/>
                </a:solidFill>
              </a:defRPr>
            </a:lvl1pPr>
            <a:lvl2pPr marL="0" indent="0">
              <a:spcBef>
                <a:spcPts val="100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2pPr>
            <a:lvl3pPr marL="180000" indent="-180000">
              <a:spcBef>
                <a:spcPts val="500"/>
              </a:spcBef>
              <a:defRPr sz="1100">
                <a:solidFill>
                  <a:schemeClr val="tx1"/>
                </a:solidFill>
              </a:defRPr>
            </a:lvl3pPr>
          </a:lstStyle>
          <a:p>
            <a:pPr lvl="0"/>
            <a:r>
              <a:rPr lang="en-CA"/>
              <a:t>Click to add text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</p:txBody>
      </p:sp>
      <p:sp>
        <p:nvSpPr>
          <p:cNvPr id="15" name="Espace réservé pour une image  7">
            <a:extLst>
              <a:ext uri="{FF2B5EF4-FFF2-40B4-BE49-F238E27FC236}">
                <a16:creationId xmlns:a16="http://schemas.microsoft.com/office/drawing/2014/main" id="{19E82D64-B1BA-3B47-5683-635956A3CE1A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186000" y="278737"/>
            <a:ext cx="5760000" cy="4005263"/>
          </a:xfrm>
        </p:spPr>
        <p:txBody>
          <a:bodyPr bIns="972000" anchor="ctr"/>
          <a:lstStyle>
            <a:lvl1pPr algn="ctr">
              <a:defRPr/>
            </a:lvl1pPr>
          </a:lstStyle>
          <a:p>
            <a:r>
              <a:rPr lang="en-CA"/>
              <a:t>Click the icon to add an image</a:t>
            </a:r>
          </a:p>
        </p:txBody>
      </p:sp>
      <p:sp>
        <p:nvSpPr>
          <p:cNvPr id="7" name="Espace réservé du texte 7">
            <a:extLst>
              <a:ext uri="{FF2B5EF4-FFF2-40B4-BE49-F238E27FC236}">
                <a16:creationId xmlns:a16="http://schemas.microsoft.com/office/drawing/2014/main" id="{C4AB2350-B059-4150-1D51-C85BE7EDAD4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86000" y="4419601"/>
            <a:ext cx="5760000" cy="1935162"/>
          </a:xfrm>
        </p:spPr>
        <p:txBody>
          <a:bodyPr tIns="0" bIns="0"/>
          <a:lstStyle>
            <a:lvl1pPr>
              <a:lnSpc>
                <a:spcPct val="90000"/>
              </a:lnSpc>
              <a:spcBef>
                <a:spcPts val="1800"/>
              </a:spcBef>
              <a:defRPr sz="3200">
                <a:solidFill>
                  <a:schemeClr val="tx1"/>
                </a:solidFill>
              </a:defRPr>
            </a:lvl1pPr>
            <a:lvl2pPr marL="0" indent="0">
              <a:spcBef>
                <a:spcPts val="100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2pPr>
            <a:lvl3pPr marL="180000">
              <a:spcBef>
                <a:spcPts val="500"/>
              </a:spcBef>
              <a:defRPr sz="1100">
                <a:solidFill>
                  <a:schemeClr val="tx1"/>
                </a:solidFill>
              </a:defRPr>
            </a:lvl3pPr>
          </a:lstStyle>
          <a:p>
            <a:pPr lvl="0"/>
            <a:r>
              <a:rPr lang="en-CA"/>
              <a:t>Click to add text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9BC59D39-C5EC-68B5-A618-27094EED21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FB94AD47-1E94-8F3E-D0FD-3E67829A41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AE3DD-E46F-48E2-BAED-1C2B457B4828}" type="slidenum">
              <a:rPr lang="en-CA" smtClean="0"/>
              <a:t>‹#›</a:t>
            </a:fld>
            <a:endParaRPr lang="en-CA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57E384F-D0EC-FBB0-52AD-F3ED86EEF52D}"/>
              </a:ext>
            </a:extLst>
          </p:cNvPr>
          <p:cNvSpPr/>
          <p:nvPr userDrawn="1"/>
        </p:nvSpPr>
        <p:spPr>
          <a:xfrm>
            <a:off x="12441000" y="0"/>
            <a:ext cx="1692000" cy="180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Bef>
                <a:spcPts val="500"/>
              </a:spcBef>
            </a:pPr>
            <a:r>
              <a:rPr lang="en-CA" sz="1400">
                <a:solidFill>
                  <a:schemeClr val="tx1"/>
                </a:solidFill>
              </a:rPr>
              <a:t>Instruction</a:t>
            </a:r>
          </a:p>
          <a:p>
            <a:pPr>
              <a:spcBef>
                <a:spcPts val="500"/>
              </a:spcBef>
            </a:pPr>
            <a:r>
              <a:rPr lang="en-CA" sz="1200">
                <a:solidFill>
                  <a:schemeClr val="tx1"/>
                </a:solidFill>
              </a:rPr>
              <a:t>In this layout, </a:t>
            </a:r>
            <a:br>
              <a:rPr lang="en-CA" sz="1200">
                <a:solidFill>
                  <a:schemeClr val="tx1"/>
                </a:solidFill>
              </a:rPr>
            </a:br>
            <a:r>
              <a:rPr lang="en-CA" sz="1200">
                <a:solidFill>
                  <a:schemeClr val="tx1"/>
                </a:solidFill>
              </a:rPr>
              <a:t>text levels </a:t>
            </a:r>
            <a:br>
              <a:rPr lang="en-CA" sz="1200">
                <a:solidFill>
                  <a:schemeClr val="tx1"/>
                </a:solidFill>
              </a:rPr>
            </a:br>
            <a:r>
              <a:rPr lang="en-CA" sz="1200">
                <a:solidFill>
                  <a:schemeClr val="tx1"/>
                </a:solidFill>
              </a:rPr>
              <a:t>have been adjusted.</a:t>
            </a:r>
          </a:p>
          <a:p>
            <a:pPr>
              <a:spcBef>
                <a:spcPts val="500"/>
              </a:spcBef>
            </a:pPr>
            <a:r>
              <a:rPr lang="en-CA" sz="1200">
                <a:solidFill>
                  <a:schemeClr val="tx1"/>
                </a:solidFill>
              </a:rPr>
              <a:t>Level 1 is black, 32 pt; Level 2 is black, 14 pt.</a:t>
            </a:r>
          </a:p>
        </p:txBody>
      </p:sp>
    </p:spTree>
    <p:extLst>
      <p:ext uri="{BB962C8B-B14F-4D97-AF65-F5344CB8AC3E}">
        <p14:creationId xmlns:p14="http://schemas.microsoft.com/office/powerpoint/2010/main" val="1771828937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images with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886BD1F-0A1D-D9F7-2AF2-C63A92897F7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46063" y="144000"/>
            <a:ext cx="5760000" cy="1035514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spcBef>
                <a:spcPts val="1800"/>
              </a:spcBef>
              <a:buNone/>
              <a:defRPr sz="3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Click to add a useful message</a:t>
            </a:r>
          </a:p>
        </p:txBody>
      </p:sp>
      <p:sp>
        <p:nvSpPr>
          <p:cNvPr id="14" name="Espace réservé pour une image  7">
            <a:extLst>
              <a:ext uri="{FF2B5EF4-FFF2-40B4-BE49-F238E27FC236}">
                <a16:creationId xmlns:a16="http://schemas.microsoft.com/office/drawing/2014/main" id="{8D767F4C-3395-D48D-E856-DC32A907876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46000" y="1314450"/>
            <a:ext cx="5760000" cy="4005263"/>
          </a:xfrm>
        </p:spPr>
        <p:txBody>
          <a:bodyPr bIns="972000" anchor="ctr"/>
          <a:lstStyle>
            <a:lvl1pPr algn="ctr">
              <a:defRPr/>
            </a:lvl1pPr>
          </a:lstStyle>
          <a:p>
            <a:r>
              <a:rPr lang="en-CA"/>
              <a:t>Click the icon to add an image</a:t>
            </a:r>
          </a:p>
        </p:txBody>
      </p:sp>
      <p:sp>
        <p:nvSpPr>
          <p:cNvPr id="16" name="Espace réservé du texte 7">
            <a:extLst>
              <a:ext uri="{FF2B5EF4-FFF2-40B4-BE49-F238E27FC236}">
                <a16:creationId xmlns:a16="http://schemas.microsoft.com/office/drawing/2014/main" id="{00EA911D-23BA-DFA5-6171-A93BA8D9A1F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46063" y="5454649"/>
            <a:ext cx="5760000" cy="900114"/>
          </a:xfrm>
        </p:spPr>
        <p:txBody>
          <a:bodyPr tIns="0" bIns="0"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</a:lstStyle>
          <a:p>
            <a:pPr lvl="0"/>
            <a:r>
              <a:rPr lang="en-CA"/>
              <a:t>Click to add text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6EB027BF-65B8-826D-E0F9-96429F775072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186000" y="144000"/>
            <a:ext cx="5760000" cy="1035514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spcBef>
                <a:spcPts val="1800"/>
              </a:spcBef>
              <a:buNone/>
              <a:defRPr sz="3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Click to add a useful message</a:t>
            </a:r>
          </a:p>
        </p:txBody>
      </p:sp>
      <p:sp>
        <p:nvSpPr>
          <p:cNvPr id="15" name="Espace réservé pour une image  7">
            <a:extLst>
              <a:ext uri="{FF2B5EF4-FFF2-40B4-BE49-F238E27FC236}">
                <a16:creationId xmlns:a16="http://schemas.microsoft.com/office/drawing/2014/main" id="{19E82D64-B1BA-3B47-5683-635956A3CE1A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186000" y="1314450"/>
            <a:ext cx="5760000" cy="4005263"/>
          </a:xfrm>
        </p:spPr>
        <p:txBody>
          <a:bodyPr bIns="972000" anchor="ctr"/>
          <a:lstStyle>
            <a:lvl1pPr algn="ctr">
              <a:defRPr/>
            </a:lvl1pPr>
          </a:lstStyle>
          <a:p>
            <a:r>
              <a:rPr lang="en-CA"/>
              <a:t>Click the icon to add an image</a:t>
            </a:r>
          </a:p>
        </p:txBody>
      </p:sp>
      <p:sp>
        <p:nvSpPr>
          <p:cNvPr id="17" name="Espace réservé du texte 7">
            <a:extLst>
              <a:ext uri="{FF2B5EF4-FFF2-40B4-BE49-F238E27FC236}">
                <a16:creationId xmlns:a16="http://schemas.microsoft.com/office/drawing/2014/main" id="{C4138EFA-0ADF-C7B7-C373-89D9A5551A1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86000" y="5454649"/>
            <a:ext cx="5760000" cy="900114"/>
          </a:xfrm>
        </p:spPr>
        <p:txBody>
          <a:bodyPr tIns="0" bIns="0"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</a:lstStyle>
          <a:p>
            <a:pPr lvl="0"/>
            <a:r>
              <a:rPr lang="en-CA"/>
              <a:t>Click to add text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9BC59D39-C5EC-68B5-A618-27094EED21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FB94AD47-1E94-8F3E-D0FD-3E67829A41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AE3DD-E46F-48E2-BAED-1C2B457B482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53502992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images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Espace réservé pour une image  7">
            <a:extLst>
              <a:ext uri="{FF2B5EF4-FFF2-40B4-BE49-F238E27FC236}">
                <a16:creationId xmlns:a16="http://schemas.microsoft.com/office/drawing/2014/main" id="{8D767F4C-3395-D48D-E856-DC32A907876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46000" y="278737"/>
            <a:ext cx="3780000" cy="4005263"/>
          </a:xfrm>
        </p:spPr>
        <p:txBody>
          <a:bodyPr bIns="972000" anchor="ctr"/>
          <a:lstStyle>
            <a:lvl1pPr algn="ctr">
              <a:defRPr/>
            </a:lvl1pPr>
          </a:lstStyle>
          <a:p>
            <a:r>
              <a:rPr lang="en-CA"/>
              <a:t>Click the icon to add an image</a:t>
            </a:r>
          </a:p>
        </p:txBody>
      </p:sp>
      <p:sp>
        <p:nvSpPr>
          <p:cNvPr id="6" name="Espace réservé du texte 7">
            <a:extLst>
              <a:ext uri="{FF2B5EF4-FFF2-40B4-BE49-F238E27FC236}">
                <a16:creationId xmlns:a16="http://schemas.microsoft.com/office/drawing/2014/main" id="{7F33B021-F54A-A9C0-C898-7F6E5D91575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46063" y="4419601"/>
            <a:ext cx="3780000" cy="1935162"/>
          </a:xfrm>
        </p:spPr>
        <p:txBody>
          <a:bodyPr tIns="0" bIns="0"/>
          <a:lstStyle>
            <a:lvl1pPr>
              <a:lnSpc>
                <a:spcPct val="90000"/>
              </a:lnSpc>
              <a:spcBef>
                <a:spcPts val="1800"/>
              </a:spcBef>
              <a:defRPr sz="3200">
                <a:solidFill>
                  <a:schemeClr val="tx1"/>
                </a:solidFill>
              </a:defRPr>
            </a:lvl1pPr>
            <a:lvl2pPr marL="0" indent="0">
              <a:spcBef>
                <a:spcPts val="100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2pPr>
            <a:lvl3pPr marL="180000" indent="-180000">
              <a:spcBef>
                <a:spcPts val="500"/>
              </a:spcBef>
              <a:defRPr sz="1100">
                <a:solidFill>
                  <a:schemeClr val="tx1"/>
                </a:solidFill>
              </a:defRPr>
            </a:lvl3pPr>
          </a:lstStyle>
          <a:p>
            <a:pPr lvl="0"/>
            <a:r>
              <a:rPr lang="en-CA"/>
              <a:t>Click to add text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</p:txBody>
      </p:sp>
      <p:sp>
        <p:nvSpPr>
          <p:cNvPr id="15" name="Espace réservé pour une image  7">
            <a:extLst>
              <a:ext uri="{FF2B5EF4-FFF2-40B4-BE49-F238E27FC236}">
                <a16:creationId xmlns:a16="http://schemas.microsoft.com/office/drawing/2014/main" id="{19E82D64-B1BA-3B47-5683-635956A3CE1A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205969" y="278737"/>
            <a:ext cx="3780000" cy="4005263"/>
          </a:xfrm>
        </p:spPr>
        <p:txBody>
          <a:bodyPr bIns="972000" anchor="ctr"/>
          <a:lstStyle>
            <a:lvl1pPr algn="ctr">
              <a:defRPr/>
            </a:lvl1pPr>
          </a:lstStyle>
          <a:p>
            <a:r>
              <a:rPr lang="en-CA"/>
              <a:t>Click the icon to add an image</a:t>
            </a:r>
          </a:p>
        </p:txBody>
      </p:sp>
      <p:sp>
        <p:nvSpPr>
          <p:cNvPr id="7" name="Espace réservé du texte 7">
            <a:extLst>
              <a:ext uri="{FF2B5EF4-FFF2-40B4-BE49-F238E27FC236}">
                <a16:creationId xmlns:a16="http://schemas.microsoft.com/office/drawing/2014/main" id="{C4AB2350-B059-4150-1D51-C85BE7EDAD4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206000" y="4419601"/>
            <a:ext cx="3780000" cy="1935162"/>
          </a:xfrm>
        </p:spPr>
        <p:txBody>
          <a:bodyPr tIns="0" bIns="0"/>
          <a:lstStyle>
            <a:lvl1pPr>
              <a:lnSpc>
                <a:spcPct val="90000"/>
              </a:lnSpc>
              <a:spcBef>
                <a:spcPts val="1800"/>
              </a:spcBef>
              <a:defRPr sz="3200">
                <a:solidFill>
                  <a:schemeClr val="tx1"/>
                </a:solidFill>
              </a:defRPr>
            </a:lvl1pPr>
            <a:lvl2pPr marL="0" indent="0">
              <a:spcBef>
                <a:spcPts val="100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2pPr>
            <a:lvl3pPr marL="180000">
              <a:spcBef>
                <a:spcPts val="500"/>
              </a:spcBef>
              <a:defRPr sz="1100">
                <a:solidFill>
                  <a:schemeClr val="tx1"/>
                </a:solidFill>
              </a:defRPr>
            </a:lvl3pPr>
          </a:lstStyle>
          <a:p>
            <a:pPr lvl="0"/>
            <a:r>
              <a:rPr lang="en-CA"/>
              <a:t>Click to add text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</p:txBody>
      </p:sp>
      <p:sp>
        <p:nvSpPr>
          <p:cNvPr id="2" name="Espace réservé pour une image  7">
            <a:extLst>
              <a:ext uri="{FF2B5EF4-FFF2-40B4-BE49-F238E27FC236}">
                <a16:creationId xmlns:a16="http://schemas.microsoft.com/office/drawing/2014/main" id="{C5FAA2BC-91B7-2367-445F-43394261E2AD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8165937" y="278737"/>
            <a:ext cx="3780000" cy="4005263"/>
          </a:xfrm>
        </p:spPr>
        <p:txBody>
          <a:bodyPr bIns="972000" anchor="ctr"/>
          <a:lstStyle>
            <a:lvl1pPr algn="ctr">
              <a:defRPr/>
            </a:lvl1pPr>
          </a:lstStyle>
          <a:p>
            <a:r>
              <a:rPr lang="en-CA"/>
              <a:t>Click the icon to add an image</a:t>
            </a:r>
          </a:p>
        </p:txBody>
      </p:sp>
      <p:sp>
        <p:nvSpPr>
          <p:cNvPr id="3" name="Espace réservé du texte 7">
            <a:extLst>
              <a:ext uri="{FF2B5EF4-FFF2-40B4-BE49-F238E27FC236}">
                <a16:creationId xmlns:a16="http://schemas.microsoft.com/office/drawing/2014/main" id="{1E2C8DD3-3249-9763-E38B-520153BFB13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165937" y="4419601"/>
            <a:ext cx="3780000" cy="1935162"/>
          </a:xfrm>
        </p:spPr>
        <p:txBody>
          <a:bodyPr tIns="0" bIns="0"/>
          <a:lstStyle>
            <a:lvl1pPr>
              <a:lnSpc>
                <a:spcPct val="90000"/>
              </a:lnSpc>
              <a:spcBef>
                <a:spcPts val="1800"/>
              </a:spcBef>
              <a:defRPr sz="3200">
                <a:solidFill>
                  <a:schemeClr val="tx1"/>
                </a:solidFill>
              </a:defRPr>
            </a:lvl1pPr>
            <a:lvl2pPr marL="0" indent="0">
              <a:spcBef>
                <a:spcPts val="100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2pPr>
            <a:lvl3pPr marL="180000">
              <a:spcBef>
                <a:spcPts val="500"/>
              </a:spcBef>
              <a:defRPr sz="1100">
                <a:solidFill>
                  <a:schemeClr val="tx1"/>
                </a:solidFill>
              </a:defRPr>
            </a:lvl3pPr>
          </a:lstStyle>
          <a:p>
            <a:pPr lvl="0"/>
            <a:r>
              <a:rPr lang="en-CA"/>
              <a:t>Click to add text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9BC59D39-C5EC-68B5-A618-27094EED21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FB94AD47-1E94-8F3E-D0FD-3E67829A41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86000" y="6464920"/>
            <a:ext cx="359938" cy="223200"/>
          </a:xfrm>
        </p:spPr>
        <p:txBody>
          <a:bodyPr/>
          <a:lstStyle/>
          <a:p>
            <a:fld id="{21DAE3DD-E46F-48E2-BAED-1C2B457B4828}" type="slidenum">
              <a:rPr lang="en-CA" smtClean="0"/>
              <a:t>‹#›</a:t>
            </a:fld>
            <a:endParaRPr lang="en-CA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8346A48-372D-D47C-F1AD-0E74B08E4DE0}"/>
              </a:ext>
            </a:extLst>
          </p:cNvPr>
          <p:cNvSpPr/>
          <p:nvPr userDrawn="1"/>
        </p:nvSpPr>
        <p:spPr>
          <a:xfrm>
            <a:off x="12441000" y="0"/>
            <a:ext cx="1692000" cy="180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Bef>
                <a:spcPts val="500"/>
              </a:spcBef>
            </a:pPr>
            <a:r>
              <a:rPr lang="en-CA" sz="1400">
                <a:solidFill>
                  <a:schemeClr val="tx1"/>
                </a:solidFill>
              </a:rPr>
              <a:t>Instruction</a:t>
            </a:r>
          </a:p>
          <a:p>
            <a:pPr>
              <a:spcBef>
                <a:spcPts val="500"/>
              </a:spcBef>
            </a:pPr>
            <a:r>
              <a:rPr lang="en-CA" sz="1200">
                <a:solidFill>
                  <a:schemeClr val="tx1"/>
                </a:solidFill>
              </a:rPr>
              <a:t>In this layout, </a:t>
            </a:r>
            <a:br>
              <a:rPr lang="en-CA" sz="1200">
                <a:solidFill>
                  <a:schemeClr val="tx1"/>
                </a:solidFill>
              </a:rPr>
            </a:br>
            <a:r>
              <a:rPr lang="en-CA" sz="1200">
                <a:solidFill>
                  <a:schemeClr val="tx1"/>
                </a:solidFill>
              </a:rPr>
              <a:t>text levels </a:t>
            </a:r>
            <a:br>
              <a:rPr lang="en-CA" sz="1200">
                <a:solidFill>
                  <a:schemeClr val="tx1"/>
                </a:solidFill>
              </a:rPr>
            </a:br>
            <a:r>
              <a:rPr lang="en-CA" sz="1200">
                <a:solidFill>
                  <a:schemeClr val="tx1"/>
                </a:solidFill>
              </a:rPr>
              <a:t>have been adjusted.</a:t>
            </a:r>
          </a:p>
          <a:p>
            <a:pPr>
              <a:spcBef>
                <a:spcPts val="500"/>
              </a:spcBef>
            </a:pPr>
            <a:r>
              <a:rPr lang="en-CA" sz="1200">
                <a:solidFill>
                  <a:schemeClr val="tx1"/>
                </a:solidFill>
              </a:rPr>
              <a:t>Level 1 is black, 32 pt; Level 2 is black, 14 pt.</a:t>
            </a:r>
          </a:p>
        </p:txBody>
      </p:sp>
    </p:spTree>
    <p:extLst>
      <p:ext uri="{BB962C8B-B14F-4D97-AF65-F5344CB8AC3E}">
        <p14:creationId xmlns:p14="http://schemas.microsoft.com/office/powerpoint/2010/main" val="1955647408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images with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886BD1F-0A1D-D9F7-2AF2-C63A92897F7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46063" y="143999"/>
            <a:ext cx="3780000" cy="2070563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spcBef>
                <a:spcPts val="1800"/>
              </a:spcBef>
              <a:buNone/>
              <a:defRPr sz="3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Click to add a useful message</a:t>
            </a:r>
          </a:p>
        </p:txBody>
      </p:sp>
      <p:sp>
        <p:nvSpPr>
          <p:cNvPr id="14" name="Espace réservé pour une image  7">
            <a:extLst>
              <a:ext uri="{FF2B5EF4-FFF2-40B4-BE49-F238E27FC236}">
                <a16:creationId xmlns:a16="http://schemas.microsoft.com/office/drawing/2014/main" id="{8D767F4C-3395-D48D-E856-DC32A907876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46000" y="2349500"/>
            <a:ext cx="3780000" cy="2970213"/>
          </a:xfrm>
        </p:spPr>
        <p:txBody>
          <a:bodyPr bIns="972000" anchor="ctr"/>
          <a:lstStyle>
            <a:lvl1pPr algn="ctr">
              <a:defRPr/>
            </a:lvl1pPr>
          </a:lstStyle>
          <a:p>
            <a:r>
              <a:rPr lang="en-CA"/>
              <a:t>Click the icon to add an image</a:t>
            </a:r>
          </a:p>
        </p:txBody>
      </p:sp>
      <p:sp>
        <p:nvSpPr>
          <p:cNvPr id="16" name="Espace réservé du texte 7">
            <a:extLst>
              <a:ext uri="{FF2B5EF4-FFF2-40B4-BE49-F238E27FC236}">
                <a16:creationId xmlns:a16="http://schemas.microsoft.com/office/drawing/2014/main" id="{00EA911D-23BA-DFA5-6171-A93BA8D9A1F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46063" y="5454649"/>
            <a:ext cx="3780000" cy="900114"/>
          </a:xfrm>
        </p:spPr>
        <p:txBody>
          <a:bodyPr tIns="0" bIns="0"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</a:lstStyle>
          <a:p>
            <a:pPr lvl="0"/>
            <a:r>
              <a:rPr lang="en-CA"/>
              <a:t>Click to add text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6EB027BF-65B8-826D-E0F9-96429F775072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206000" y="143999"/>
            <a:ext cx="3780000" cy="2070563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spcBef>
                <a:spcPts val="1800"/>
              </a:spcBef>
              <a:buNone/>
              <a:defRPr sz="3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Click to add a useful message</a:t>
            </a:r>
          </a:p>
        </p:txBody>
      </p:sp>
      <p:sp>
        <p:nvSpPr>
          <p:cNvPr id="15" name="Espace réservé pour une image  7">
            <a:extLst>
              <a:ext uri="{FF2B5EF4-FFF2-40B4-BE49-F238E27FC236}">
                <a16:creationId xmlns:a16="http://schemas.microsoft.com/office/drawing/2014/main" id="{19E82D64-B1BA-3B47-5683-635956A3CE1A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205969" y="2349500"/>
            <a:ext cx="3780000" cy="2970213"/>
          </a:xfrm>
        </p:spPr>
        <p:txBody>
          <a:bodyPr bIns="972000" anchor="ctr"/>
          <a:lstStyle>
            <a:lvl1pPr algn="ctr">
              <a:defRPr/>
            </a:lvl1pPr>
          </a:lstStyle>
          <a:p>
            <a:r>
              <a:rPr lang="en-CA"/>
              <a:t>Click the icon to add an image</a:t>
            </a:r>
          </a:p>
        </p:txBody>
      </p:sp>
      <p:sp>
        <p:nvSpPr>
          <p:cNvPr id="17" name="Espace réservé du texte 7">
            <a:extLst>
              <a:ext uri="{FF2B5EF4-FFF2-40B4-BE49-F238E27FC236}">
                <a16:creationId xmlns:a16="http://schemas.microsoft.com/office/drawing/2014/main" id="{C4138EFA-0ADF-C7B7-C373-89D9A5551A1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206000" y="5454649"/>
            <a:ext cx="3780000" cy="900114"/>
          </a:xfrm>
        </p:spPr>
        <p:txBody>
          <a:bodyPr tIns="0" bIns="0"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</a:lstStyle>
          <a:p>
            <a:pPr lvl="0"/>
            <a:r>
              <a:rPr lang="en-CA"/>
              <a:t>Click to add text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</p:txBody>
      </p:sp>
      <p:sp>
        <p:nvSpPr>
          <p:cNvPr id="2" name="Espace réservé du texte 4">
            <a:extLst>
              <a:ext uri="{FF2B5EF4-FFF2-40B4-BE49-F238E27FC236}">
                <a16:creationId xmlns:a16="http://schemas.microsoft.com/office/drawing/2014/main" id="{1523AC41-C734-999E-76D5-E390573CEEB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165937" y="143999"/>
            <a:ext cx="3780000" cy="2070563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spcBef>
                <a:spcPts val="1800"/>
              </a:spcBef>
              <a:buNone/>
              <a:defRPr sz="3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Click to add a useful message</a:t>
            </a:r>
          </a:p>
        </p:txBody>
      </p:sp>
      <p:sp>
        <p:nvSpPr>
          <p:cNvPr id="4" name="Espace réservé pour une image  7">
            <a:extLst>
              <a:ext uri="{FF2B5EF4-FFF2-40B4-BE49-F238E27FC236}">
                <a16:creationId xmlns:a16="http://schemas.microsoft.com/office/drawing/2014/main" id="{FA2E3619-F7D6-88F8-220B-DB9A2792DA65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8165937" y="2349500"/>
            <a:ext cx="3780000" cy="2970213"/>
          </a:xfrm>
        </p:spPr>
        <p:txBody>
          <a:bodyPr bIns="972000" anchor="ctr"/>
          <a:lstStyle>
            <a:lvl1pPr algn="ctr">
              <a:defRPr/>
            </a:lvl1pPr>
          </a:lstStyle>
          <a:p>
            <a:r>
              <a:rPr lang="en-CA"/>
              <a:t>Click the icon to add an image</a:t>
            </a:r>
          </a:p>
        </p:txBody>
      </p:sp>
      <p:sp>
        <p:nvSpPr>
          <p:cNvPr id="6" name="Espace réservé du texte 7">
            <a:extLst>
              <a:ext uri="{FF2B5EF4-FFF2-40B4-BE49-F238E27FC236}">
                <a16:creationId xmlns:a16="http://schemas.microsoft.com/office/drawing/2014/main" id="{5D87E99E-5026-80FF-63E7-C6A25753A18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165937" y="5454649"/>
            <a:ext cx="3780000" cy="900114"/>
          </a:xfrm>
        </p:spPr>
        <p:txBody>
          <a:bodyPr tIns="0" bIns="0"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</a:lstStyle>
          <a:p>
            <a:pPr lvl="0"/>
            <a:r>
              <a:rPr lang="en-CA"/>
              <a:t>Click to add text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9BC59D39-C5EC-68B5-A618-27094EED21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FB94AD47-1E94-8F3E-D0FD-3E67829A41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86000" y="6464920"/>
            <a:ext cx="359938" cy="223200"/>
          </a:xfrm>
        </p:spPr>
        <p:txBody>
          <a:bodyPr/>
          <a:lstStyle/>
          <a:p>
            <a:fld id="{21DAE3DD-E46F-48E2-BAED-1C2B457B482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36933467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ayouts with number(s)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>
            <a:extLst>
              <a:ext uri="{FF2B5EF4-FFF2-40B4-BE49-F238E27FC236}">
                <a16:creationId xmlns:a16="http://schemas.microsoft.com/office/drawing/2014/main" id="{C6B413FA-A402-C68A-45FB-D5608FB6B340}"/>
              </a:ext>
            </a:extLst>
          </p:cNvPr>
          <p:cNvSpPr txBox="1"/>
          <p:nvPr userDrawn="1"/>
        </p:nvSpPr>
        <p:spPr>
          <a:xfrm>
            <a:off x="246064" y="279400"/>
            <a:ext cx="11699874" cy="629920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>
              <a:lnSpc>
                <a:spcPct val="80000"/>
              </a:lnSpc>
            </a:pPr>
            <a:r>
              <a:rPr lang="en-CA" sz="11500"/>
              <a:t>Layouts</a:t>
            </a:r>
            <a:br>
              <a:rPr lang="en-CA" sz="11500"/>
            </a:br>
            <a:r>
              <a:rPr lang="en-CA" sz="11500"/>
              <a:t>with number(s)</a:t>
            </a:r>
          </a:p>
        </p:txBody>
      </p:sp>
    </p:spTree>
    <p:extLst>
      <p:ext uri="{BB962C8B-B14F-4D97-AF65-F5344CB8AC3E}">
        <p14:creationId xmlns:p14="http://schemas.microsoft.com/office/powerpoint/2010/main" val="404106946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JET">
            <a:extLst>
              <a:ext uri="{FF2B5EF4-FFF2-40B4-BE49-F238E27FC236}">
                <a16:creationId xmlns:a16="http://schemas.microsoft.com/office/drawing/2014/main" id="{A7F330EE-44CC-A530-1391-571A31FF164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46063" y="233999"/>
            <a:ext cx="5714937" cy="180001"/>
          </a:xfrm>
        </p:spPr>
        <p:txBody>
          <a:bodyPr lIns="18000" tIns="0" rIns="18000" bIns="0" anchor="ctr">
            <a:noAutofit/>
          </a:bodyPr>
          <a:lstStyle>
            <a:lvl1pPr marL="0" indent="0"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  <a:lvl2pPr>
              <a:defRPr sz="1200"/>
            </a:lvl2pPr>
            <a:lvl3pPr>
              <a:defRPr sz="110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en-CA"/>
              <a:t>Click to add a subject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63E97324-7307-92EF-78A6-A4334229D75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6063" y="1268486"/>
            <a:ext cx="11699875" cy="171051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CA"/>
              <a:t>Click to add a headline</a:t>
            </a:r>
          </a:p>
        </p:txBody>
      </p:sp>
      <p:sp>
        <p:nvSpPr>
          <p:cNvPr id="3" name="CHIFFRE">
            <a:extLst>
              <a:ext uri="{FF2B5EF4-FFF2-40B4-BE49-F238E27FC236}">
                <a16:creationId xmlns:a16="http://schemas.microsoft.com/office/drawing/2014/main" id="{F4B941C2-48FD-F800-795C-F0F8CA7D34B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46062" y="3429000"/>
            <a:ext cx="11700000" cy="2520000"/>
          </a:xfrm>
          <a:solidFill>
            <a:schemeClr val="bg1"/>
          </a:solidFill>
          <a:effectLst>
            <a:innerShdw dist="6350" dir="16200000">
              <a:prstClr val="black"/>
            </a:innerShdw>
          </a:effectLst>
        </p:spPr>
        <p:txBody>
          <a:bodyPr tIns="72000"/>
          <a:lstStyle>
            <a:lvl1pPr>
              <a:lnSpc>
                <a:spcPct val="87000"/>
              </a:lnSpc>
              <a:spcBef>
                <a:spcPts val="0"/>
              </a:spcBef>
              <a:defRPr sz="18800">
                <a:solidFill>
                  <a:schemeClr val="tx1"/>
                </a:solidFill>
              </a:defRPr>
            </a:lvl1pPr>
          </a:lstStyle>
          <a:p>
            <a:pPr lvl="0"/>
            <a:r>
              <a:rPr lang="en-CA"/>
              <a:t>Number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5E300814-BCC8-14A7-5560-3D678B8EDF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8FD9898-172D-8FDD-AC87-00DD7B08F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AE3DD-E46F-48E2-BAED-1C2B457B482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85206174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_1 number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JET">
            <a:extLst>
              <a:ext uri="{FF2B5EF4-FFF2-40B4-BE49-F238E27FC236}">
                <a16:creationId xmlns:a16="http://schemas.microsoft.com/office/drawing/2014/main" id="{A7F330EE-44CC-A530-1391-571A31FF164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46063" y="233999"/>
            <a:ext cx="5714937" cy="180001"/>
          </a:xfrm>
        </p:spPr>
        <p:txBody>
          <a:bodyPr lIns="18000" tIns="0" rIns="18000" bIns="0" anchor="ctr">
            <a:noAutofit/>
          </a:bodyPr>
          <a:lstStyle>
            <a:lvl1pPr marL="0" indent="0"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  <a:lvl2pPr>
              <a:defRPr sz="1200"/>
            </a:lvl2pPr>
            <a:lvl3pPr>
              <a:defRPr sz="110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en-CA"/>
              <a:t>Click to add a subject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63E97324-7307-92EF-78A6-A4334229D75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6063" y="1268486"/>
            <a:ext cx="11699875" cy="171051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CA"/>
              <a:t>Click to add a headline</a:t>
            </a:r>
          </a:p>
        </p:txBody>
      </p:sp>
      <p:sp>
        <p:nvSpPr>
          <p:cNvPr id="3" name="CHIFFRE">
            <a:extLst>
              <a:ext uri="{FF2B5EF4-FFF2-40B4-BE49-F238E27FC236}">
                <a16:creationId xmlns:a16="http://schemas.microsoft.com/office/drawing/2014/main" id="{F4B941C2-48FD-F800-795C-F0F8CA7D34B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46062" y="3429000"/>
            <a:ext cx="11700000" cy="2520000"/>
          </a:xfrm>
          <a:solidFill>
            <a:schemeClr val="tx2"/>
          </a:solidFill>
          <a:effectLst>
            <a:innerShdw dist="6350" dir="16200000">
              <a:schemeClr val="tx1"/>
            </a:innerShdw>
          </a:effectLst>
        </p:spPr>
        <p:txBody>
          <a:bodyPr tIns="72000"/>
          <a:lstStyle>
            <a:lvl1pPr>
              <a:lnSpc>
                <a:spcPct val="87000"/>
              </a:lnSpc>
              <a:spcBef>
                <a:spcPts val="0"/>
              </a:spcBef>
              <a:defRPr sz="18800">
                <a:solidFill>
                  <a:schemeClr val="tx1"/>
                </a:solidFill>
              </a:defRPr>
            </a:lvl1pPr>
          </a:lstStyle>
          <a:p>
            <a:pPr lvl="0"/>
            <a:r>
              <a:rPr lang="en-CA"/>
              <a:t>Number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5E300814-BCC8-14A7-5560-3D678B8EDF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8FD9898-172D-8FDD-AC87-00DD7B08F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AE3DD-E46F-48E2-BAED-1C2B457B482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6441358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numb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UJET">
            <a:extLst>
              <a:ext uri="{FF2B5EF4-FFF2-40B4-BE49-F238E27FC236}">
                <a16:creationId xmlns:a16="http://schemas.microsoft.com/office/drawing/2014/main" id="{D2F96709-4480-8F81-DA62-309BF353075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46063" y="233999"/>
            <a:ext cx="5714937" cy="180001"/>
          </a:xfrm>
        </p:spPr>
        <p:txBody>
          <a:bodyPr lIns="18000" tIns="0" rIns="18000" bIns="0" anchor="ctr">
            <a:noAutofit/>
          </a:bodyPr>
          <a:lstStyle>
            <a:lvl1pPr marL="0" indent="0"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  <a:lvl2pPr>
              <a:defRPr sz="1200"/>
            </a:lvl2pPr>
            <a:lvl3pPr>
              <a:defRPr sz="110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en-CA"/>
              <a:t>Click to add a subject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886BD1F-0A1D-D9F7-2AF2-C63A92897F7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46063" y="1268486"/>
            <a:ext cx="5760000" cy="1710000"/>
          </a:xfrm>
        </p:spPr>
        <p:txBody>
          <a:bodyPr tIns="0" bIns="0" anchor="t">
            <a:noAutofit/>
          </a:bodyPr>
          <a:lstStyle>
            <a:lvl1pPr marL="0" indent="0">
              <a:lnSpc>
                <a:spcPct val="90000"/>
              </a:lnSpc>
              <a:spcBef>
                <a:spcPts val="1800"/>
              </a:spcBef>
              <a:buNone/>
              <a:defRPr sz="3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Click to add a useful message</a:t>
            </a:r>
          </a:p>
        </p:txBody>
      </p:sp>
      <p:sp>
        <p:nvSpPr>
          <p:cNvPr id="4" name="CHIFFRE">
            <a:extLst>
              <a:ext uri="{FF2B5EF4-FFF2-40B4-BE49-F238E27FC236}">
                <a16:creationId xmlns:a16="http://schemas.microsoft.com/office/drawing/2014/main" id="{1780B952-A9C5-5845-4E3C-FFFB9CF8FDB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46062" y="3429000"/>
            <a:ext cx="5760000" cy="1710000"/>
          </a:xfrm>
          <a:solidFill>
            <a:schemeClr val="bg1"/>
          </a:solidFill>
          <a:effectLst>
            <a:innerShdw dist="6350" dir="16200000">
              <a:prstClr val="black"/>
            </a:innerShdw>
          </a:effectLst>
        </p:spPr>
        <p:txBody>
          <a:bodyPr tIns="72000"/>
          <a:lstStyle>
            <a:lvl1pPr>
              <a:lnSpc>
                <a:spcPct val="87000"/>
              </a:lnSpc>
              <a:spcBef>
                <a:spcPts val="0"/>
              </a:spcBef>
              <a:defRPr sz="8000">
                <a:solidFill>
                  <a:schemeClr val="tx1"/>
                </a:solidFill>
              </a:defRPr>
            </a:lvl1pPr>
          </a:lstStyle>
          <a:p>
            <a:pPr lvl="0"/>
            <a:r>
              <a:rPr lang="en-CA"/>
              <a:t>Number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6EB027BF-65B8-826D-E0F9-96429F775072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186000" y="1268486"/>
            <a:ext cx="5760000" cy="1710000"/>
          </a:xfrm>
        </p:spPr>
        <p:txBody>
          <a:bodyPr tIns="0" bIns="0" anchor="t">
            <a:noAutofit/>
          </a:bodyPr>
          <a:lstStyle>
            <a:lvl1pPr marL="0" indent="0">
              <a:lnSpc>
                <a:spcPct val="90000"/>
              </a:lnSpc>
              <a:spcBef>
                <a:spcPts val="1800"/>
              </a:spcBef>
              <a:buNone/>
              <a:defRPr sz="3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Click to add a useful message</a:t>
            </a:r>
          </a:p>
        </p:txBody>
      </p:sp>
      <p:sp>
        <p:nvSpPr>
          <p:cNvPr id="6" name="CHIFFRE">
            <a:extLst>
              <a:ext uri="{FF2B5EF4-FFF2-40B4-BE49-F238E27FC236}">
                <a16:creationId xmlns:a16="http://schemas.microsoft.com/office/drawing/2014/main" id="{02296A8B-41C9-66AD-D299-00ACDE2502E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86000" y="3429000"/>
            <a:ext cx="5760000" cy="1710000"/>
          </a:xfrm>
          <a:solidFill>
            <a:schemeClr val="bg1"/>
          </a:solidFill>
          <a:effectLst>
            <a:innerShdw dist="6350" dir="16200000">
              <a:prstClr val="black"/>
            </a:innerShdw>
          </a:effectLst>
        </p:spPr>
        <p:txBody>
          <a:bodyPr tIns="72000"/>
          <a:lstStyle>
            <a:lvl1pPr>
              <a:lnSpc>
                <a:spcPct val="87000"/>
              </a:lnSpc>
              <a:spcBef>
                <a:spcPts val="0"/>
              </a:spcBef>
              <a:defRPr sz="8000">
                <a:solidFill>
                  <a:schemeClr val="tx1"/>
                </a:solidFill>
              </a:defRPr>
            </a:lvl1pPr>
          </a:lstStyle>
          <a:p>
            <a:pPr lvl="0"/>
            <a:r>
              <a:rPr lang="en-CA"/>
              <a:t>Number</a:t>
            </a:r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9BC59D39-C5EC-68B5-A618-27094EED21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FB94AD47-1E94-8F3E-D0FD-3E67829A41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AE3DD-E46F-48E2-BAED-1C2B457B482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12449095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_2 numbers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JET">
            <a:extLst>
              <a:ext uri="{FF2B5EF4-FFF2-40B4-BE49-F238E27FC236}">
                <a16:creationId xmlns:a16="http://schemas.microsoft.com/office/drawing/2014/main" id="{60A5E00D-97EF-3D61-C243-E7B20738A6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46063" y="233999"/>
            <a:ext cx="5714937" cy="180001"/>
          </a:xfrm>
        </p:spPr>
        <p:txBody>
          <a:bodyPr lIns="18000" tIns="0" rIns="18000" bIns="0" anchor="ctr">
            <a:noAutofit/>
          </a:bodyPr>
          <a:lstStyle>
            <a:lvl1pPr marL="0" indent="0"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  <a:lvl2pPr>
              <a:defRPr sz="1200"/>
            </a:lvl2pPr>
            <a:lvl3pPr>
              <a:defRPr sz="110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en-CA"/>
              <a:t>Click to add a subject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886BD1F-0A1D-D9F7-2AF2-C63A92897F7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46063" y="1268486"/>
            <a:ext cx="5760000" cy="1710000"/>
          </a:xfrm>
        </p:spPr>
        <p:txBody>
          <a:bodyPr tIns="0" bIns="0" anchor="t">
            <a:noAutofit/>
          </a:bodyPr>
          <a:lstStyle>
            <a:lvl1pPr marL="0" indent="0">
              <a:lnSpc>
                <a:spcPct val="90000"/>
              </a:lnSpc>
              <a:spcBef>
                <a:spcPts val="1800"/>
              </a:spcBef>
              <a:buNone/>
              <a:defRPr sz="3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Click to add a useful message</a:t>
            </a:r>
          </a:p>
        </p:txBody>
      </p:sp>
      <p:sp>
        <p:nvSpPr>
          <p:cNvPr id="4" name="CHIFFRE">
            <a:extLst>
              <a:ext uri="{FF2B5EF4-FFF2-40B4-BE49-F238E27FC236}">
                <a16:creationId xmlns:a16="http://schemas.microsoft.com/office/drawing/2014/main" id="{1780B952-A9C5-5845-4E3C-FFFB9CF8FDB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46062" y="3429000"/>
            <a:ext cx="5760000" cy="1710000"/>
          </a:xfrm>
          <a:solidFill>
            <a:schemeClr val="tx2"/>
          </a:solidFill>
          <a:effectLst>
            <a:innerShdw dist="6350" dir="16200000">
              <a:schemeClr val="tx1"/>
            </a:innerShdw>
          </a:effectLst>
        </p:spPr>
        <p:txBody>
          <a:bodyPr tIns="72000"/>
          <a:lstStyle>
            <a:lvl1pPr>
              <a:lnSpc>
                <a:spcPct val="87000"/>
              </a:lnSpc>
              <a:spcBef>
                <a:spcPts val="0"/>
              </a:spcBef>
              <a:defRPr sz="8000">
                <a:solidFill>
                  <a:schemeClr val="tx1"/>
                </a:solidFill>
              </a:defRPr>
            </a:lvl1pPr>
          </a:lstStyle>
          <a:p>
            <a:pPr lvl="0"/>
            <a:r>
              <a:rPr lang="en-CA"/>
              <a:t>Number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6EB027BF-65B8-826D-E0F9-96429F775072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186000" y="1268486"/>
            <a:ext cx="5760000" cy="1710000"/>
          </a:xfrm>
        </p:spPr>
        <p:txBody>
          <a:bodyPr tIns="0" bIns="0" anchor="t">
            <a:noAutofit/>
          </a:bodyPr>
          <a:lstStyle>
            <a:lvl1pPr marL="0" indent="0">
              <a:lnSpc>
                <a:spcPct val="90000"/>
              </a:lnSpc>
              <a:spcBef>
                <a:spcPts val="1800"/>
              </a:spcBef>
              <a:buNone/>
              <a:defRPr sz="3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Click to add a useful message</a:t>
            </a:r>
          </a:p>
        </p:txBody>
      </p:sp>
      <p:sp>
        <p:nvSpPr>
          <p:cNvPr id="6" name="CHIFFRE">
            <a:extLst>
              <a:ext uri="{FF2B5EF4-FFF2-40B4-BE49-F238E27FC236}">
                <a16:creationId xmlns:a16="http://schemas.microsoft.com/office/drawing/2014/main" id="{02296A8B-41C9-66AD-D299-00ACDE2502E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86000" y="3429000"/>
            <a:ext cx="5760000" cy="1710000"/>
          </a:xfrm>
          <a:solidFill>
            <a:schemeClr val="tx2"/>
          </a:solidFill>
          <a:effectLst>
            <a:innerShdw dist="6350" dir="16200000">
              <a:schemeClr val="tx1"/>
            </a:innerShdw>
          </a:effectLst>
        </p:spPr>
        <p:txBody>
          <a:bodyPr tIns="72000"/>
          <a:lstStyle>
            <a:lvl1pPr>
              <a:lnSpc>
                <a:spcPct val="87000"/>
              </a:lnSpc>
              <a:spcBef>
                <a:spcPts val="0"/>
              </a:spcBef>
              <a:defRPr sz="8000">
                <a:solidFill>
                  <a:schemeClr val="tx1"/>
                </a:solidFill>
              </a:defRPr>
            </a:lvl1pPr>
          </a:lstStyle>
          <a:p>
            <a:pPr lvl="0"/>
            <a:r>
              <a:rPr lang="en-CA"/>
              <a:t>Number</a:t>
            </a:r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9BC59D39-C5EC-68B5-A618-27094EED21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FB94AD47-1E94-8F3E-D0FD-3E67829A41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AE3DD-E46F-48E2-BAED-1C2B457B482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9716814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numb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JET">
            <a:extLst>
              <a:ext uri="{FF2B5EF4-FFF2-40B4-BE49-F238E27FC236}">
                <a16:creationId xmlns:a16="http://schemas.microsoft.com/office/drawing/2014/main" id="{A7F330EE-44CC-A530-1391-571A31FF164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46063" y="233999"/>
            <a:ext cx="5714937" cy="180001"/>
          </a:xfrm>
        </p:spPr>
        <p:txBody>
          <a:bodyPr lIns="18000" tIns="0" rIns="18000" bIns="0" anchor="ctr">
            <a:noAutofit/>
          </a:bodyPr>
          <a:lstStyle>
            <a:lvl1pPr marL="0" indent="0"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  <a:lvl2pPr>
              <a:defRPr sz="1200"/>
            </a:lvl2pPr>
            <a:lvl3pPr>
              <a:defRPr sz="110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en-CA"/>
              <a:t>Click to add a subject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63E97324-7307-92EF-78A6-A4334229D75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6063" y="1268486"/>
            <a:ext cx="5849937" cy="490551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CA"/>
              <a:t>Click to add a headline</a:t>
            </a:r>
          </a:p>
        </p:txBody>
      </p:sp>
      <p:sp>
        <p:nvSpPr>
          <p:cNvPr id="7" name="CHIFFRE">
            <a:extLst>
              <a:ext uri="{FF2B5EF4-FFF2-40B4-BE49-F238E27FC236}">
                <a16:creationId xmlns:a16="http://schemas.microsoft.com/office/drawing/2014/main" id="{43D65A28-CC70-8890-7014-7B62CC94AB1C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120937" y="1314000"/>
            <a:ext cx="3825000" cy="810000"/>
          </a:xfrm>
          <a:solidFill>
            <a:schemeClr val="bg1"/>
          </a:solidFill>
          <a:effectLst>
            <a:innerShdw dist="6350" dir="16200000">
              <a:prstClr val="black"/>
            </a:innerShdw>
          </a:effectLst>
        </p:spPr>
        <p:txBody>
          <a:bodyPr tIns="14400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Number</a:t>
            </a:r>
          </a:p>
        </p:txBody>
      </p:sp>
      <p:sp>
        <p:nvSpPr>
          <p:cNvPr id="9" name="Espace réservé du texte 7">
            <a:extLst>
              <a:ext uri="{FF2B5EF4-FFF2-40B4-BE49-F238E27FC236}">
                <a16:creationId xmlns:a16="http://schemas.microsoft.com/office/drawing/2014/main" id="{86324C8E-165A-5801-FA12-576850D3083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120937" y="2259000"/>
            <a:ext cx="3825000" cy="495000"/>
          </a:xfrm>
        </p:spPr>
        <p:txBody>
          <a:bodyPr lIns="36000" tIns="0" rIns="36000" bIns="0"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</a:lstStyle>
          <a:p>
            <a:pPr lvl="0"/>
            <a:r>
              <a:rPr lang="en-CA"/>
              <a:t>Click to add text</a:t>
            </a:r>
          </a:p>
        </p:txBody>
      </p:sp>
      <p:sp>
        <p:nvSpPr>
          <p:cNvPr id="8" name="CHIFFRE">
            <a:extLst>
              <a:ext uri="{FF2B5EF4-FFF2-40B4-BE49-F238E27FC236}">
                <a16:creationId xmlns:a16="http://schemas.microsoft.com/office/drawing/2014/main" id="{B8A812A8-7611-7A7A-A110-BEA62B047C3B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8120937" y="2889000"/>
            <a:ext cx="3825000" cy="810000"/>
          </a:xfrm>
          <a:solidFill>
            <a:schemeClr val="bg1"/>
          </a:solidFill>
          <a:effectLst>
            <a:innerShdw dist="6350" dir="16200000">
              <a:prstClr val="black"/>
            </a:innerShdw>
          </a:effectLst>
        </p:spPr>
        <p:txBody>
          <a:bodyPr tIns="14400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Number</a:t>
            </a:r>
          </a:p>
        </p:txBody>
      </p:sp>
      <p:sp>
        <p:nvSpPr>
          <p:cNvPr id="10" name="Espace réservé du texte 7">
            <a:extLst>
              <a:ext uri="{FF2B5EF4-FFF2-40B4-BE49-F238E27FC236}">
                <a16:creationId xmlns:a16="http://schemas.microsoft.com/office/drawing/2014/main" id="{CEC609DB-3589-B60C-7DEE-8F89FAA582F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120937" y="3834000"/>
            <a:ext cx="3825000" cy="496800"/>
          </a:xfrm>
        </p:spPr>
        <p:txBody>
          <a:bodyPr lIns="36000" tIns="0" rIns="36000" bIns="0"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</a:lstStyle>
          <a:p>
            <a:pPr lvl="0"/>
            <a:r>
              <a:rPr lang="en-CA"/>
              <a:t>Click to add text</a:t>
            </a:r>
          </a:p>
        </p:txBody>
      </p:sp>
      <p:sp>
        <p:nvSpPr>
          <p:cNvPr id="11" name="CHIFFRE">
            <a:extLst>
              <a:ext uri="{FF2B5EF4-FFF2-40B4-BE49-F238E27FC236}">
                <a16:creationId xmlns:a16="http://schemas.microsoft.com/office/drawing/2014/main" id="{C7A7A132-7B8C-A932-9419-F403EB4EFB0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120937" y="4464000"/>
            <a:ext cx="3825000" cy="810000"/>
          </a:xfrm>
          <a:solidFill>
            <a:schemeClr val="bg1"/>
          </a:solidFill>
          <a:effectLst>
            <a:innerShdw dist="6350" dir="16200000">
              <a:prstClr val="black"/>
            </a:innerShdw>
          </a:effectLst>
        </p:spPr>
        <p:txBody>
          <a:bodyPr tIns="14400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Number</a:t>
            </a:r>
          </a:p>
        </p:txBody>
      </p:sp>
      <p:sp>
        <p:nvSpPr>
          <p:cNvPr id="12" name="Espace réservé du texte 7">
            <a:extLst>
              <a:ext uri="{FF2B5EF4-FFF2-40B4-BE49-F238E27FC236}">
                <a16:creationId xmlns:a16="http://schemas.microsoft.com/office/drawing/2014/main" id="{B54FF60C-45E8-2E8E-A0B8-BE889D60042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120937" y="5409000"/>
            <a:ext cx="3825000" cy="496800"/>
          </a:xfrm>
        </p:spPr>
        <p:txBody>
          <a:bodyPr lIns="36000" tIns="0" rIns="36000" bIns="0"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</a:lstStyle>
          <a:p>
            <a:pPr lvl="0"/>
            <a:r>
              <a:rPr lang="en-CA"/>
              <a:t>Click to add text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5E300814-BCC8-14A7-5560-3D678B8EDF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8FD9898-172D-8FDD-AC87-00DD7B08F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AE3DD-E46F-48E2-BAED-1C2B457B482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01866598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_3 numbers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JET">
            <a:extLst>
              <a:ext uri="{FF2B5EF4-FFF2-40B4-BE49-F238E27FC236}">
                <a16:creationId xmlns:a16="http://schemas.microsoft.com/office/drawing/2014/main" id="{A7F330EE-44CC-A530-1391-571A31FF164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46063" y="233999"/>
            <a:ext cx="5714937" cy="180001"/>
          </a:xfrm>
        </p:spPr>
        <p:txBody>
          <a:bodyPr lIns="18000" tIns="0" rIns="18000" bIns="0" anchor="ctr">
            <a:noAutofit/>
          </a:bodyPr>
          <a:lstStyle>
            <a:lvl1pPr marL="0" indent="0"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  <a:lvl2pPr>
              <a:defRPr sz="1200"/>
            </a:lvl2pPr>
            <a:lvl3pPr>
              <a:defRPr sz="110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en-CA"/>
              <a:t>Click to add a subject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63E97324-7307-92EF-78A6-A4334229D75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6063" y="1268486"/>
            <a:ext cx="5849937" cy="490551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CA"/>
              <a:t>Click to add a headline</a:t>
            </a:r>
          </a:p>
        </p:txBody>
      </p:sp>
      <p:sp>
        <p:nvSpPr>
          <p:cNvPr id="7" name="CHIFFRE">
            <a:extLst>
              <a:ext uri="{FF2B5EF4-FFF2-40B4-BE49-F238E27FC236}">
                <a16:creationId xmlns:a16="http://schemas.microsoft.com/office/drawing/2014/main" id="{43D65A28-CC70-8890-7014-7B62CC94AB1C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120937" y="1314000"/>
            <a:ext cx="3825000" cy="810000"/>
          </a:xfrm>
          <a:solidFill>
            <a:schemeClr val="tx2"/>
          </a:solidFill>
          <a:effectLst>
            <a:innerShdw dist="6350" dir="16200000">
              <a:schemeClr val="tx1"/>
            </a:innerShdw>
          </a:effectLst>
        </p:spPr>
        <p:txBody>
          <a:bodyPr tIns="14400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Number</a:t>
            </a:r>
          </a:p>
        </p:txBody>
      </p:sp>
      <p:sp>
        <p:nvSpPr>
          <p:cNvPr id="9" name="Espace réservé du texte 7">
            <a:extLst>
              <a:ext uri="{FF2B5EF4-FFF2-40B4-BE49-F238E27FC236}">
                <a16:creationId xmlns:a16="http://schemas.microsoft.com/office/drawing/2014/main" id="{86324C8E-165A-5801-FA12-576850D3083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120937" y="2259000"/>
            <a:ext cx="3825000" cy="495000"/>
          </a:xfrm>
        </p:spPr>
        <p:txBody>
          <a:bodyPr lIns="36000" tIns="0" rIns="36000" bIns="0"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</a:lstStyle>
          <a:p>
            <a:pPr lvl="0"/>
            <a:r>
              <a:rPr lang="en-CA"/>
              <a:t>Click to add text</a:t>
            </a:r>
          </a:p>
        </p:txBody>
      </p:sp>
      <p:sp>
        <p:nvSpPr>
          <p:cNvPr id="8" name="CHIFFRE">
            <a:extLst>
              <a:ext uri="{FF2B5EF4-FFF2-40B4-BE49-F238E27FC236}">
                <a16:creationId xmlns:a16="http://schemas.microsoft.com/office/drawing/2014/main" id="{B8A812A8-7611-7A7A-A110-BEA62B047C3B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8120937" y="2889000"/>
            <a:ext cx="3825000" cy="810000"/>
          </a:xfrm>
          <a:solidFill>
            <a:schemeClr val="tx2"/>
          </a:solidFill>
          <a:effectLst>
            <a:innerShdw dist="6350" dir="16200000">
              <a:schemeClr val="tx1"/>
            </a:innerShdw>
          </a:effectLst>
        </p:spPr>
        <p:txBody>
          <a:bodyPr tIns="14400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Number</a:t>
            </a:r>
          </a:p>
        </p:txBody>
      </p:sp>
      <p:sp>
        <p:nvSpPr>
          <p:cNvPr id="10" name="Espace réservé du texte 7">
            <a:extLst>
              <a:ext uri="{FF2B5EF4-FFF2-40B4-BE49-F238E27FC236}">
                <a16:creationId xmlns:a16="http://schemas.microsoft.com/office/drawing/2014/main" id="{CEC609DB-3589-B60C-7DEE-8F89FAA582F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120937" y="3834000"/>
            <a:ext cx="3825000" cy="496800"/>
          </a:xfrm>
        </p:spPr>
        <p:txBody>
          <a:bodyPr lIns="36000" tIns="0" rIns="36000" bIns="0"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</a:lstStyle>
          <a:p>
            <a:pPr lvl="0"/>
            <a:r>
              <a:rPr lang="en-CA"/>
              <a:t>Click to add text</a:t>
            </a:r>
          </a:p>
        </p:txBody>
      </p:sp>
      <p:sp>
        <p:nvSpPr>
          <p:cNvPr id="11" name="CHIFFRE">
            <a:extLst>
              <a:ext uri="{FF2B5EF4-FFF2-40B4-BE49-F238E27FC236}">
                <a16:creationId xmlns:a16="http://schemas.microsoft.com/office/drawing/2014/main" id="{C7A7A132-7B8C-A932-9419-F403EB4EFB0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120937" y="4464000"/>
            <a:ext cx="3825000" cy="810000"/>
          </a:xfrm>
          <a:solidFill>
            <a:schemeClr val="tx2"/>
          </a:solidFill>
          <a:effectLst>
            <a:innerShdw dist="6350" dir="16200000">
              <a:schemeClr val="tx1"/>
            </a:innerShdw>
          </a:effectLst>
        </p:spPr>
        <p:txBody>
          <a:bodyPr tIns="14400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Number</a:t>
            </a:r>
          </a:p>
        </p:txBody>
      </p:sp>
      <p:sp>
        <p:nvSpPr>
          <p:cNvPr id="12" name="Espace réservé du texte 7">
            <a:extLst>
              <a:ext uri="{FF2B5EF4-FFF2-40B4-BE49-F238E27FC236}">
                <a16:creationId xmlns:a16="http://schemas.microsoft.com/office/drawing/2014/main" id="{B54FF60C-45E8-2E8E-A0B8-BE889D60042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120937" y="5409000"/>
            <a:ext cx="3825000" cy="496800"/>
          </a:xfrm>
        </p:spPr>
        <p:txBody>
          <a:bodyPr lIns="36000" tIns="0" rIns="36000" bIns="0"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</a:lstStyle>
          <a:p>
            <a:pPr lvl="0"/>
            <a:r>
              <a:rPr lang="en-CA"/>
              <a:t>Click to add text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5E300814-BCC8-14A7-5560-3D678B8EDF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8FD9898-172D-8FDD-AC87-00DD7B08F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AE3DD-E46F-48E2-BAED-1C2B457B482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8148684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numb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JET">
            <a:extLst>
              <a:ext uri="{FF2B5EF4-FFF2-40B4-BE49-F238E27FC236}">
                <a16:creationId xmlns:a16="http://schemas.microsoft.com/office/drawing/2014/main" id="{A7F330EE-44CC-A530-1391-571A31FF164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46063" y="233999"/>
            <a:ext cx="5714937" cy="180001"/>
          </a:xfrm>
        </p:spPr>
        <p:txBody>
          <a:bodyPr lIns="18000" tIns="0" rIns="18000" bIns="0" anchor="ctr">
            <a:noAutofit/>
          </a:bodyPr>
          <a:lstStyle>
            <a:lvl1pPr marL="0" indent="0"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  <a:lvl2pPr>
              <a:defRPr sz="1200"/>
            </a:lvl2pPr>
            <a:lvl3pPr>
              <a:defRPr sz="110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en-CA"/>
              <a:t>Click to add a subject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63E97324-7307-92EF-78A6-A4334229D75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6063" y="1268486"/>
            <a:ext cx="11699875" cy="9360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CA"/>
              <a:t>Click to add a headline</a:t>
            </a:r>
          </a:p>
        </p:txBody>
      </p:sp>
      <p:sp>
        <p:nvSpPr>
          <p:cNvPr id="7" name="CHIFFRE">
            <a:extLst>
              <a:ext uri="{FF2B5EF4-FFF2-40B4-BE49-F238E27FC236}">
                <a16:creationId xmlns:a16="http://schemas.microsoft.com/office/drawing/2014/main" id="{43D65A28-CC70-8890-7014-7B62CC94AB1C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46063" y="2349000"/>
            <a:ext cx="3780000" cy="810000"/>
          </a:xfrm>
          <a:solidFill>
            <a:schemeClr val="bg1"/>
          </a:solidFill>
          <a:effectLst>
            <a:innerShdw dist="6350" dir="16200000">
              <a:prstClr val="black"/>
            </a:innerShdw>
          </a:effectLst>
        </p:spPr>
        <p:txBody>
          <a:bodyPr tIns="14400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Number</a:t>
            </a:r>
          </a:p>
        </p:txBody>
      </p:sp>
      <p:sp>
        <p:nvSpPr>
          <p:cNvPr id="9" name="Espace réservé du texte 7">
            <a:extLst>
              <a:ext uri="{FF2B5EF4-FFF2-40B4-BE49-F238E27FC236}">
                <a16:creationId xmlns:a16="http://schemas.microsoft.com/office/drawing/2014/main" id="{86324C8E-165A-5801-FA12-576850D3083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46063" y="3294000"/>
            <a:ext cx="3780000" cy="495000"/>
          </a:xfrm>
        </p:spPr>
        <p:txBody>
          <a:bodyPr lIns="36000" tIns="0" rIns="36000" bIns="0"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</a:lstStyle>
          <a:p>
            <a:pPr lvl="0"/>
            <a:r>
              <a:rPr lang="en-CA"/>
              <a:t>Click to add text</a:t>
            </a:r>
          </a:p>
        </p:txBody>
      </p:sp>
      <p:sp>
        <p:nvSpPr>
          <p:cNvPr id="8" name="CHIFFRE">
            <a:extLst>
              <a:ext uri="{FF2B5EF4-FFF2-40B4-BE49-F238E27FC236}">
                <a16:creationId xmlns:a16="http://schemas.microsoft.com/office/drawing/2014/main" id="{B8A812A8-7611-7A7A-A110-BEA62B047C3B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206001" y="2349000"/>
            <a:ext cx="3780000" cy="810000"/>
          </a:xfrm>
          <a:solidFill>
            <a:schemeClr val="bg1"/>
          </a:solidFill>
          <a:effectLst>
            <a:innerShdw dist="6350" dir="16200000">
              <a:prstClr val="black"/>
            </a:innerShdw>
          </a:effectLst>
        </p:spPr>
        <p:txBody>
          <a:bodyPr tIns="14400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Number</a:t>
            </a:r>
          </a:p>
        </p:txBody>
      </p:sp>
      <p:sp>
        <p:nvSpPr>
          <p:cNvPr id="10" name="Espace réservé du texte 7">
            <a:extLst>
              <a:ext uri="{FF2B5EF4-FFF2-40B4-BE49-F238E27FC236}">
                <a16:creationId xmlns:a16="http://schemas.microsoft.com/office/drawing/2014/main" id="{CEC609DB-3589-B60C-7DEE-8F89FAA582F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206001" y="3294000"/>
            <a:ext cx="3780000" cy="496800"/>
          </a:xfrm>
        </p:spPr>
        <p:txBody>
          <a:bodyPr lIns="36000" tIns="0" rIns="36000" bIns="0"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</a:lstStyle>
          <a:p>
            <a:pPr lvl="0"/>
            <a:r>
              <a:rPr lang="en-CA"/>
              <a:t>Click to add text</a:t>
            </a:r>
          </a:p>
        </p:txBody>
      </p:sp>
      <p:sp>
        <p:nvSpPr>
          <p:cNvPr id="11" name="CHIFFRE">
            <a:extLst>
              <a:ext uri="{FF2B5EF4-FFF2-40B4-BE49-F238E27FC236}">
                <a16:creationId xmlns:a16="http://schemas.microsoft.com/office/drawing/2014/main" id="{C7A7A132-7B8C-A932-9419-F403EB4EFB0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165939" y="2349000"/>
            <a:ext cx="3780000" cy="810000"/>
          </a:xfrm>
          <a:solidFill>
            <a:schemeClr val="bg1"/>
          </a:solidFill>
          <a:effectLst>
            <a:innerShdw dist="6350" dir="16200000">
              <a:prstClr val="black"/>
            </a:innerShdw>
          </a:effectLst>
        </p:spPr>
        <p:txBody>
          <a:bodyPr tIns="14400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Number</a:t>
            </a:r>
          </a:p>
        </p:txBody>
      </p:sp>
      <p:sp>
        <p:nvSpPr>
          <p:cNvPr id="12" name="Espace réservé du texte 7">
            <a:extLst>
              <a:ext uri="{FF2B5EF4-FFF2-40B4-BE49-F238E27FC236}">
                <a16:creationId xmlns:a16="http://schemas.microsoft.com/office/drawing/2014/main" id="{B54FF60C-45E8-2E8E-A0B8-BE889D60042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165939" y="3294000"/>
            <a:ext cx="3780000" cy="496800"/>
          </a:xfrm>
        </p:spPr>
        <p:txBody>
          <a:bodyPr lIns="36000" tIns="0" rIns="36000" bIns="0"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</a:lstStyle>
          <a:p>
            <a:pPr lvl="0"/>
            <a:r>
              <a:rPr lang="en-CA"/>
              <a:t>Click to add text</a:t>
            </a:r>
          </a:p>
        </p:txBody>
      </p:sp>
      <p:sp>
        <p:nvSpPr>
          <p:cNvPr id="13" name="CHIFFRE">
            <a:extLst>
              <a:ext uri="{FF2B5EF4-FFF2-40B4-BE49-F238E27FC236}">
                <a16:creationId xmlns:a16="http://schemas.microsoft.com/office/drawing/2014/main" id="{A6F1D73E-0BAF-2044-E2A8-4FE5B3335817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246000" y="4419000"/>
            <a:ext cx="3780000" cy="810000"/>
          </a:xfrm>
          <a:solidFill>
            <a:schemeClr val="bg1"/>
          </a:solidFill>
          <a:effectLst>
            <a:innerShdw dist="6350" dir="16200000">
              <a:prstClr val="black"/>
            </a:innerShdw>
          </a:effectLst>
        </p:spPr>
        <p:txBody>
          <a:bodyPr tIns="14400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Number</a:t>
            </a:r>
          </a:p>
        </p:txBody>
      </p:sp>
      <p:sp>
        <p:nvSpPr>
          <p:cNvPr id="15" name="Espace réservé du texte 7">
            <a:extLst>
              <a:ext uri="{FF2B5EF4-FFF2-40B4-BE49-F238E27FC236}">
                <a16:creationId xmlns:a16="http://schemas.microsoft.com/office/drawing/2014/main" id="{2D1106D0-DB64-8E71-CD6B-DED95C18D9E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46000" y="5364000"/>
            <a:ext cx="3780000" cy="495000"/>
          </a:xfrm>
        </p:spPr>
        <p:txBody>
          <a:bodyPr lIns="36000" tIns="0" rIns="36000" bIns="0"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</a:lstStyle>
          <a:p>
            <a:pPr lvl="0"/>
            <a:r>
              <a:rPr lang="en-CA"/>
              <a:t>Click to add text</a:t>
            </a:r>
          </a:p>
        </p:txBody>
      </p:sp>
      <p:sp>
        <p:nvSpPr>
          <p:cNvPr id="14" name="CHIFFRE">
            <a:extLst>
              <a:ext uri="{FF2B5EF4-FFF2-40B4-BE49-F238E27FC236}">
                <a16:creationId xmlns:a16="http://schemas.microsoft.com/office/drawing/2014/main" id="{94EBE5BE-A3E9-1B5B-26BE-838E5A20786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205938" y="4419000"/>
            <a:ext cx="3780000" cy="810000"/>
          </a:xfrm>
          <a:solidFill>
            <a:schemeClr val="bg1"/>
          </a:solidFill>
          <a:effectLst>
            <a:innerShdw dist="6350" dir="16200000">
              <a:prstClr val="black"/>
            </a:innerShdw>
          </a:effectLst>
        </p:spPr>
        <p:txBody>
          <a:bodyPr tIns="14400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Number</a:t>
            </a:r>
          </a:p>
        </p:txBody>
      </p:sp>
      <p:sp>
        <p:nvSpPr>
          <p:cNvPr id="16" name="Espace réservé du texte 7">
            <a:extLst>
              <a:ext uri="{FF2B5EF4-FFF2-40B4-BE49-F238E27FC236}">
                <a16:creationId xmlns:a16="http://schemas.microsoft.com/office/drawing/2014/main" id="{16E90CA1-6676-45B2-964A-F5A21B586258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205938" y="5364000"/>
            <a:ext cx="3780000" cy="496800"/>
          </a:xfrm>
        </p:spPr>
        <p:txBody>
          <a:bodyPr lIns="36000" tIns="0" rIns="36000" bIns="0"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</a:lstStyle>
          <a:p>
            <a:pPr lvl="0"/>
            <a:r>
              <a:rPr lang="en-CA"/>
              <a:t>Click to add text</a:t>
            </a:r>
          </a:p>
        </p:txBody>
      </p:sp>
      <p:sp>
        <p:nvSpPr>
          <p:cNvPr id="17" name="CHIFFRE">
            <a:extLst>
              <a:ext uri="{FF2B5EF4-FFF2-40B4-BE49-F238E27FC236}">
                <a16:creationId xmlns:a16="http://schemas.microsoft.com/office/drawing/2014/main" id="{1587ABFE-31DC-4BF9-20CC-0150D06803A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165876" y="4419000"/>
            <a:ext cx="3780000" cy="810000"/>
          </a:xfrm>
          <a:solidFill>
            <a:schemeClr val="bg1"/>
          </a:solidFill>
          <a:effectLst>
            <a:innerShdw dist="6350" dir="16200000">
              <a:prstClr val="black"/>
            </a:innerShdw>
          </a:effectLst>
        </p:spPr>
        <p:txBody>
          <a:bodyPr tIns="14400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Number</a:t>
            </a:r>
          </a:p>
        </p:txBody>
      </p:sp>
      <p:sp>
        <p:nvSpPr>
          <p:cNvPr id="18" name="Espace réservé du texte 7">
            <a:extLst>
              <a:ext uri="{FF2B5EF4-FFF2-40B4-BE49-F238E27FC236}">
                <a16:creationId xmlns:a16="http://schemas.microsoft.com/office/drawing/2014/main" id="{8A151AAB-B80A-109E-F561-6B857CB5C09A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165876" y="5364000"/>
            <a:ext cx="3780000" cy="496800"/>
          </a:xfrm>
        </p:spPr>
        <p:txBody>
          <a:bodyPr lIns="36000" tIns="0" rIns="36000" bIns="0"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</a:lstStyle>
          <a:p>
            <a:pPr lvl="0"/>
            <a:r>
              <a:rPr lang="en-CA"/>
              <a:t>Click to add text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5E300814-BCC8-14A7-5560-3D678B8EDF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8FD9898-172D-8FDD-AC87-00DD7B08F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AE3DD-E46F-48E2-BAED-1C2B457B482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11188312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am presentation layouts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>
            <a:extLst>
              <a:ext uri="{FF2B5EF4-FFF2-40B4-BE49-F238E27FC236}">
                <a16:creationId xmlns:a16="http://schemas.microsoft.com/office/drawing/2014/main" id="{C6B413FA-A402-C68A-45FB-D5608FB6B340}"/>
              </a:ext>
            </a:extLst>
          </p:cNvPr>
          <p:cNvSpPr txBox="1"/>
          <p:nvPr userDrawn="1"/>
        </p:nvSpPr>
        <p:spPr>
          <a:xfrm>
            <a:off x="246064" y="279400"/>
            <a:ext cx="11699874" cy="629920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>
              <a:lnSpc>
                <a:spcPct val="80000"/>
              </a:lnSpc>
            </a:pPr>
            <a:r>
              <a:rPr lang="en-CA" sz="11500"/>
              <a:t>Team presentation layouts</a:t>
            </a:r>
            <a:endParaRPr lang="en-CA" sz="13800"/>
          </a:p>
        </p:txBody>
      </p:sp>
    </p:spTree>
    <p:extLst>
      <p:ext uri="{BB962C8B-B14F-4D97-AF65-F5344CB8AC3E}">
        <p14:creationId xmlns:p14="http://schemas.microsoft.com/office/powerpoint/2010/main" val="329950913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peo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UJET">
            <a:extLst>
              <a:ext uri="{FF2B5EF4-FFF2-40B4-BE49-F238E27FC236}">
                <a16:creationId xmlns:a16="http://schemas.microsoft.com/office/drawing/2014/main" id="{723A56EB-490E-A77E-4C35-901B61ABC05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46063" y="233999"/>
            <a:ext cx="5714937" cy="180001"/>
          </a:xfrm>
        </p:spPr>
        <p:txBody>
          <a:bodyPr lIns="18000" tIns="0" rIns="18000" bIns="0" anchor="ctr">
            <a:noAutofit/>
          </a:bodyPr>
          <a:lstStyle>
            <a:lvl1pPr marL="0" indent="0"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  <a:lvl2pPr>
              <a:defRPr sz="1200"/>
            </a:lvl2pPr>
            <a:lvl3pPr>
              <a:defRPr sz="110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en-CA"/>
              <a:t>Click to add a subject</a:t>
            </a:r>
          </a:p>
        </p:txBody>
      </p:sp>
      <p:sp>
        <p:nvSpPr>
          <p:cNvPr id="26" name="Titre 25">
            <a:extLst>
              <a:ext uri="{FF2B5EF4-FFF2-40B4-BE49-F238E27FC236}">
                <a16:creationId xmlns:a16="http://schemas.microsoft.com/office/drawing/2014/main" id="{14BEB8B9-22A3-B47B-1417-A342911371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CA"/>
              <a:t>Click to add a headline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886BD1F-0A1D-D9F7-2AF2-C63A92897F7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46063" y="2304562"/>
            <a:ext cx="2835275" cy="314437"/>
          </a:xfrm>
        </p:spPr>
        <p:txBody>
          <a:bodyPr tIns="0" bIns="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First and Last Name</a:t>
            </a:r>
          </a:p>
        </p:txBody>
      </p:sp>
      <p:sp>
        <p:nvSpPr>
          <p:cNvPr id="18" name="Espace réservé du texte 2">
            <a:extLst>
              <a:ext uri="{FF2B5EF4-FFF2-40B4-BE49-F238E27FC236}">
                <a16:creationId xmlns:a16="http://schemas.microsoft.com/office/drawing/2014/main" id="{2862ADEB-ACB7-D0B3-2E25-61F98DB9957F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246001" y="2934000"/>
            <a:ext cx="1844738" cy="314437"/>
          </a:xfrm>
        </p:spPr>
        <p:txBody>
          <a:bodyPr tIns="0" bIns="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Title</a:t>
            </a:r>
          </a:p>
        </p:txBody>
      </p:sp>
      <p:sp>
        <p:nvSpPr>
          <p:cNvPr id="22" name="Espace réservé du texte 2">
            <a:extLst>
              <a:ext uri="{FF2B5EF4-FFF2-40B4-BE49-F238E27FC236}">
                <a16:creationId xmlns:a16="http://schemas.microsoft.com/office/drawing/2014/main" id="{A7795D90-EA21-1E52-DC18-73B1E4850EFF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2225674" y="2934000"/>
            <a:ext cx="855663" cy="314437"/>
          </a:xfrm>
        </p:spPr>
        <p:txBody>
          <a:bodyPr tIns="0" bIns="0" anchor="t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# years of experience</a:t>
            </a:r>
          </a:p>
        </p:txBody>
      </p:sp>
      <p:sp>
        <p:nvSpPr>
          <p:cNvPr id="14" name="Espace réservé pour une image  7">
            <a:extLst>
              <a:ext uri="{FF2B5EF4-FFF2-40B4-BE49-F238E27FC236}">
                <a16:creationId xmlns:a16="http://schemas.microsoft.com/office/drawing/2014/main" id="{8D767F4C-3395-D48D-E856-DC32A907876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46000" y="3383786"/>
            <a:ext cx="2835275" cy="2970213"/>
          </a:xfrm>
        </p:spPr>
        <p:txBody>
          <a:bodyPr bIns="972000" anchor="ctr"/>
          <a:lstStyle>
            <a:lvl1pPr algn="ctr">
              <a:defRPr/>
            </a:lvl1pPr>
          </a:lstStyle>
          <a:p>
            <a:r>
              <a:rPr lang="en-CA"/>
              <a:t>Click the icon to add a photo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6EB027BF-65B8-826D-E0F9-96429F775072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3200950" y="2304562"/>
            <a:ext cx="2835275" cy="314437"/>
          </a:xfrm>
        </p:spPr>
        <p:txBody>
          <a:bodyPr tIns="0" bIns="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First and Last Name</a:t>
            </a:r>
          </a:p>
        </p:txBody>
      </p:sp>
      <p:sp>
        <p:nvSpPr>
          <p:cNvPr id="19" name="Espace réservé du texte 4">
            <a:extLst>
              <a:ext uri="{FF2B5EF4-FFF2-40B4-BE49-F238E27FC236}">
                <a16:creationId xmlns:a16="http://schemas.microsoft.com/office/drawing/2014/main" id="{808B0D62-C3F5-9E68-9109-CB0DE0A22A9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200888" y="2934000"/>
            <a:ext cx="1844738" cy="314437"/>
          </a:xfrm>
        </p:spPr>
        <p:txBody>
          <a:bodyPr tIns="0" bIns="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5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Title</a:t>
            </a:r>
          </a:p>
        </p:txBody>
      </p:sp>
      <p:sp>
        <p:nvSpPr>
          <p:cNvPr id="23" name="Espace réservé du texte 4">
            <a:extLst>
              <a:ext uri="{FF2B5EF4-FFF2-40B4-BE49-F238E27FC236}">
                <a16:creationId xmlns:a16="http://schemas.microsoft.com/office/drawing/2014/main" id="{E2578C84-BEB5-796E-E5A2-973A449CBD0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180561" y="2934000"/>
            <a:ext cx="855663" cy="314437"/>
          </a:xfrm>
        </p:spPr>
        <p:txBody>
          <a:bodyPr tIns="0" bIns="0" anchor="t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05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# years of experience</a:t>
            </a:r>
          </a:p>
        </p:txBody>
      </p:sp>
      <p:sp>
        <p:nvSpPr>
          <p:cNvPr id="15" name="Espace réservé pour une image  7">
            <a:extLst>
              <a:ext uri="{FF2B5EF4-FFF2-40B4-BE49-F238E27FC236}">
                <a16:creationId xmlns:a16="http://schemas.microsoft.com/office/drawing/2014/main" id="{19E82D64-B1BA-3B47-5683-635956A3CE1A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3200908" y="3383786"/>
            <a:ext cx="2835275" cy="2970213"/>
          </a:xfrm>
        </p:spPr>
        <p:txBody>
          <a:bodyPr bIns="972000" anchor="ctr"/>
          <a:lstStyle>
            <a:lvl1pPr algn="ctr">
              <a:defRPr/>
            </a:lvl1pPr>
          </a:lstStyle>
          <a:p>
            <a:r>
              <a:rPr lang="en-CA"/>
              <a:t>Click the icon to add a photo</a:t>
            </a:r>
          </a:p>
        </p:txBody>
      </p:sp>
      <p:sp>
        <p:nvSpPr>
          <p:cNvPr id="2" name="Espace réservé du texte 4">
            <a:extLst>
              <a:ext uri="{FF2B5EF4-FFF2-40B4-BE49-F238E27FC236}">
                <a16:creationId xmlns:a16="http://schemas.microsoft.com/office/drawing/2014/main" id="{1523AC41-C734-999E-76D5-E390573CEEB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155837" y="2304562"/>
            <a:ext cx="2835275" cy="314437"/>
          </a:xfrm>
        </p:spPr>
        <p:txBody>
          <a:bodyPr tIns="0" bIns="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First and Last Name</a:t>
            </a:r>
          </a:p>
        </p:txBody>
      </p:sp>
      <p:sp>
        <p:nvSpPr>
          <p:cNvPr id="20" name="Espace réservé du texte 4">
            <a:extLst>
              <a:ext uri="{FF2B5EF4-FFF2-40B4-BE49-F238E27FC236}">
                <a16:creationId xmlns:a16="http://schemas.microsoft.com/office/drawing/2014/main" id="{F3E52925-6764-3A05-C478-621F127ABB4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155775" y="2934000"/>
            <a:ext cx="1844738" cy="314437"/>
          </a:xfrm>
        </p:spPr>
        <p:txBody>
          <a:bodyPr tIns="0" bIns="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Title</a:t>
            </a:r>
          </a:p>
        </p:txBody>
      </p:sp>
      <p:sp>
        <p:nvSpPr>
          <p:cNvPr id="24" name="Espace réservé du texte 4">
            <a:extLst>
              <a:ext uri="{FF2B5EF4-FFF2-40B4-BE49-F238E27FC236}">
                <a16:creationId xmlns:a16="http://schemas.microsoft.com/office/drawing/2014/main" id="{04CF26B9-1B13-59D4-485B-430F4EA46EA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8135448" y="2934000"/>
            <a:ext cx="855663" cy="314437"/>
          </a:xfrm>
        </p:spPr>
        <p:txBody>
          <a:bodyPr tIns="0" bIns="0" anchor="t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# years of experience</a:t>
            </a:r>
          </a:p>
        </p:txBody>
      </p:sp>
      <p:sp>
        <p:nvSpPr>
          <p:cNvPr id="4" name="Espace réservé pour une image  7">
            <a:extLst>
              <a:ext uri="{FF2B5EF4-FFF2-40B4-BE49-F238E27FC236}">
                <a16:creationId xmlns:a16="http://schemas.microsoft.com/office/drawing/2014/main" id="{FA2E3619-F7D6-88F8-220B-DB9A2792DA65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6155816" y="3383786"/>
            <a:ext cx="2835275" cy="2970213"/>
          </a:xfrm>
        </p:spPr>
        <p:txBody>
          <a:bodyPr bIns="972000" anchor="ctr"/>
          <a:lstStyle>
            <a:lvl1pPr algn="ctr">
              <a:defRPr/>
            </a:lvl1pPr>
          </a:lstStyle>
          <a:p>
            <a:r>
              <a:rPr lang="en-CA"/>
              <a:t>Click the icon to add a photo</a:t>
            </a:r>
          </a:p>
        </p:txBody>
      </p:sp>
      <p:sp>
        <p:nvSpPr>
          <p:cNvPr id="7" name="Espace réservé du texte 4">
            <a:extLst>
              <a:ext uri="{FF2B5EF4-FFF2-40B4-BE49-F238E27FC236}">
                <a16:creationId xmlns:a16="http://schemas.microsoft.com/office/drawing/2014/main" id="{18DDD3E1-89CF-B0C1-D667-2A4A17E3CFD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110725" y="2304563"/>
            <a:ext cx="2835275" cy="314437"/>
          </a:xfrm>
        </p:spPr>
        <p:txBody>
          <a:bodyPr tIns="0" bIns="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First and Last Name</a:t>
            </a:r>
          </a:p>
        </p:txBody>
      </p:sp>
      <p:sp>
        <p:nvSpPr>
          <p:cNvPr id="21" name="Espace réservé du texte 4">
            <a:extLst>
              <a:ext uri="{FF2B5EF4-FFF2-40B4-BE49-F238E27FC236}">
                <a16:creationId xmlns:a16="http://schemas.microsoft.com/office/drawing/2014/main" id="{B4E06671-31AB-ABE2-8C7B-054195B37CB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110663" y="2934000"/>
            <a:ext cx="1844738" cy="314437"/>
          </a:xfrm>
        </p:spPr>
        <p:txBody>
          <a:bodyPr tIns="0" bIns="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Title</a:t>
            </a:r>
          </a:p>
        </p:txBody>
      </p:sp>
      <p:sp>
        <p:nvSpPr>
          <p:cNvPr id="25" name="Espace réservé du texte 4">
            <a:extLst>
              <a:ext uri="{FF2B5EF4-FFF2-40B4-BE49-F238E27FC236}">
                <a16:creationId xmlns:a16="http://schemas.microsoft.com/office/drawing/2014/main" id="{6E43A982-F2A4-D0C0-7447-3DE32C4B64CA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1090336" y="2934000"/>
            <a:ext cx="855663" cy="314437"/>
          </a:xfrm>
        </p:spPr>
        <p:txBody>
          <a:bodyPr tIns="0" bIns="0" anchor="t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# years of experience</a:t>
            </a:r>
          </a:p>
        </p:txBody>
      </p:sp>
      <p:sp>
        <p:nvSpPr>
          <p:cNvPr id="10" name="Espace réservé pour une image  7">
            <a:extLst>
              <a:ext uri="{FF2B5EF4-FFF2-40B4-BE49-F238E27FC236}">
                <a16:creationId xmlns:a16="http://schemas.microsoft.com/office/drawing/2014/main" id="{BF1A22E3-19D8-7DDA-D704-B461BE291CCB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9110725" y="3383787"/>
            <a:ext cx="2835275" cy="2970213"/>
          </a:xfrm>
        </p:spPr>
        <p:txBody>
          <a:bodyPr bIns="972000" anchor="ctr"/>
          <a:lstStyle>
            <a:lvl1pPr algn="ctr">
              <a:defRPr/>
            </a:lvl1pPr>
          </a:lstStyle>
          <a:p>
            <a:r>
              <a:rPr lang="en-CA"/>
              <a:t>Click the icon to add a photo</a:t>
            </a:r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9BC59D39-C5EC-68B5-A618-27094EED21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FB94AD47-1E94-8F3E-D0FD-3E67829A41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86000" y="6464920"/>
            <a:ext cx="359938" cy="223200"/>
          </a:xfrm>
        </p:spPr>
        <p:txBody>
          <a:bodyPr/>
          <a:lstStyle/>
          <a:p>
            <a:fld id="{21DAE3DD-E46F-48E2-BAED-1C2B457B482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65763593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peo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UJET">
            <a:extLst>
              <a:ext uri="{FF2B5EF4-FFF2-40B4-BE49-F238E27FC236}">
                <a16:creationId xmlns:a16="http://schemas.microsoft.com/office/drawing/2014/main" id="{723A56EB-490E-A77E-4C35-901B61ABC05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46063" y="233999"/>
            <a:ext cx="5714937" cy="180001"/>
          </a:xfrm>
        </p:spPr>
        <p:txBody>
          <a:bodyPr lIns="18000" tIns="0" rIns="18000" bIns="0" anchor="ctr">
            <a:noAutofit/>
          </a:bodyPr>
          <a:lstStyle>
            <a:lvl1pPr marL="0" indent="0"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  <a:lvl2pPr>
              <a:defRPr sz="1200"/>
            </a:lvl2pPr>
            <a:lvl3pPr>
              <a:defRPr sz="110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en-CA"/>
              <a:t>Click to add a subject</a:t>
            </a:r>
          </a:p>
        </p:txBody>
      </p:sp>
      <p:sp>
        <p:nvSpPr>
          <p:cNvPr id="26" name="Titre 25">
            <a:extLst>
              <a:ext uri="{FF2B5EF4-FFF2-40B4-BE49-F238E27FC236}">
                <a16:creationId xmlns:a16="http://schemas.microsoft.com/office/drawing/2014/main" id="{14BEB8B9-22A3-B47B-1417-A342911371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CA"/>
              <a:t>Click to add a headline</a:t>
            </a:r>
          </a:p>
        </p:txBody>
      </p:sp>
      <p:sp>
        <p:nvSpPr>
          <p:cNvPr id="14" name="Espace réservé pour une image  7">
            <a:extLst>
              <a:ext uri="{FF2B5EF4-FFF2-40B4-BE49-F238E27FC236}">
                <a16:creationId xmlns:a16="http://schemas.microsoft.com/office/drawing/2014/main" id="{8D767F4C-3395-D48D-E856-DC32A907876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46000" y="2304000"/>
            <a:ext cx="1844739" cy="1934399"/>
          </a:xfrm>
        </p:spPr>
        <p:txBody>
          <a:bodyPr bIns="972000" anchor="t"/>
          <a:lstStyle>
            <a:lvl1pPr algn="ctr">
              <a:defRPr sz="1400"/>
            </a:lvl1pPr>
          </a:lstStyle>
          <a:p>
            <a:r>
              <a:rPr lang="en-CA"/>
              <a:t>Click the icon to add a photo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886BD1F-0A1D-D9F7-2AF2-C63A92897F7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226064" y="2304001"/>
            <a:ext cx="1800000" cy="180000"/>
          </a:xfrm>
        </p:spPr>
        <p:txBody>
          <a:bodyPr tIns="0" bIns="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First name</a:t>
            </a:r>
          </a:p>
        </p:txBody>
      </p:sp>
      <p:sp>
        <p:nvSpPr>
          <p:cNvPr id="17" name="Espace réservé du texte 2">
            <a:extLst>
              <a:ext uri="{FF2B5EF4-FFF2-40B4-BE49-F238E27FC236}">
                <a16:creationId xmlns:a16="http://schemas.microsoft.com/office/drawing/2014/main" id="{B10EDF22-7AF5-00DD-BE56-B74F5F4711B7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2226000" y="2484000"/>
            <a:ext cx="1800000" cy="180000"/>
          </a:xfrm>
        </p:spPr>
        <p:txBody>
          <a:bodyPr tIns="0" bIns="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Last name</a:t>
            </a:r>
          </a:p>
        </p:txBody>
      </p:sp>
      <p:sp>
        <p:nvSpPr>
          <p:cNvPr id="18" name="Espace réservé du texte 2">
            <a:extLst>
              <a:ext uri="{FF2B5EF4-FFF2-40B4-BE49-F238E27FC236}">
                <a16:creationId xmlns:a16="http://schemas.microsoft.com/office/drawing/2014/main" id="{2862ADEB-ACB7-D0B3-2E25-61F98DB9957F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2226064" y="2979000"/>
            <a:ext cx="1800000" cy="314437"/>
          </a:xfrm>
        </p:spPr>
        <p:txBody>
          <a:bodyPr tIns="0" bIns="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Title</a:t>
            </a:r>
          </a:p>
        </p:txBody>
      </p:sp>
      <p:sp>
        <p:nvSpPr>
          <p:cNvPr id="22" name="Espace réservé du texte 2">
            <a:extLst>
              <a:ext uri="{FF2B5EF4-FFF2-40B4-BE49-F238E27FC236}">
                <a16:creationId xmlns:a16="http://schemas.microsoft.com/office/drawing/2014/main" id="{A7795D90-EA21-1E52-DC18-73B1E4850EFF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2226064" y="3384563"/>
            <a:ext cx="1800000" cy="314437"/>
          </a:xfrm>
        </p:spPr>
        <p:txBody>
          <a:bodyPr t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# years of experience</a:t>
            </a:r>
          </a:p>
        </p:txBody>
      </p:sp>
      <p:sp>
        <p:nvSpPr>
          <p:cNvPr id="15" name="Espace réservé pour une image  7">
            <a:extLst>
              <a:ext uri="{FF2B5EF4-FFF2-40B4-BE49-F238E27FC236}">
                <a16:creationId xmlns:a16="http://schemas.microsoft.com/office/drawing/2014/main" id="{19E82D64-B1BA-3B47-5683-635956A3CE1A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183631" y="2304000"/>
            <a:ext cx="1844739" cy="1934399"/>
          </a:xfrm>
        </p:spPr>
        <p:txBody>
          <a:bodyPr bIns="972000" anchor="t"/>
          <a:lstStyle>
            <a:lvl1pPr algn="ctr">
              <a:defRPr sz="1400"/>
            </a:lvl1pPr>
          </a:lstStyle>
          <a:p>
            <a:r>
              <a:rPr lang="en-CA"/>
              <a:t>Click the icon to add a photo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6EB027BF-65B8-826D-E0F9-96429F775072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163695" y="2304001"/>
            <a:ext cx="1800000" cy="180000"/>
          </a:xfrm>
        </p:spPr>
        <p:txBody>
          <a:bodyPr tIns="0" bIns="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First name</a:t>
            </a:r>
          </a:p>
        </p:txBody>
      </p:sp>
      <p:sp>
        <p:nvSpPr>
          <p:cNvPr id="27" name="Espace réservé du texte 4">
            <a:extLst>
              <a:ext uri="{FF2B5EF4-FFF2-40B4-BE49-F238E27FC236}">
                <a16:creationId xmlns:a16="http://schemas.microsoft.com/office/drawing/2014/main" id="{8C418635-4058-4BF7-D416-41B61C6A5DA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163695" y="2484000"/>
            <a:ext cx="1800000" cy="180000"/>
          </a:xfrm>
        </p:spPr>
        <p:txBody>
          <a:bodyPr tIns="0" bIns="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Last name</a:t>
            </a:r>
          </a:p>
        </p:txBody>
      </p:sp>
      <p:sp>
        <p:nvSpPr>
          <p:cNvPr id="19" name="Espace réservé du texte 4">
            <a:extLst>
              <a:ext uri="{FF2B5EF4-FFF2-40B4-BE49-F238E27FC236}">
                <a16:creationId xmlns:a16="http://schemas.microsoft.com/office/drawing/2014/main" id="{808B0D62-C3F5-9E68-9109-CB0DE0A22A9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63695" y="2979000"/>
            <a:ext cx="1800000" cy="314437"/>
          </a:xfrm>
        </p:spPr>
        <p:txBody>
          <a:bodyPr tIns="0" bIns="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5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Title</a:t>
            </a:r>
          </a:p>
        </p:txBody>
      </p:sp>
      <p:sp>
        <p:nvSpPr>
          <p:cNvPr id="23" name="Espace réservé du texte 4">
            <a:extLst>
              <a:ext uri="{FF2B5EF4-FFF2-40B4-BE49-F238E27FC236}">
                <a16:creationId xmlns:a16="http://schemas.microsoft.com/office/drawing/2014/main" id="{E2578C84-BEB5-796E-E5A2-973A449CBD0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163695" y="3384563"/>
            <a:ext cx="1800000" cy="314437"/>
          </a:xfrm>
        </p:spPr>
        <p:txBody>
          <a:bodyPr t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05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# years of experience</a:t>
            </a:r>
          </a:p>
        </p:txBody>
      </p:sp>
      <p:sp>
        <p:nvSpPr>
          <p:cNvPr id="4" name="Espace réservé pour une image  7">
            <a:extLst>
              <a:ext uri="{FF2B5EF4-FFF2-40B4-BE49-F238E27FC236}">
                <a16:creationId xmlns:a16="http://schemas.microsoft.com/office/drawing/2014/main" id="{FA2E3619-F7D6-88F8-220B-DB9A2792DA65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8121262" y="2304000"/>
            <a:ext cx="1844739" cy="1934399"/>
          </a:xfrm>
        </p:spPr>
        <p:txBody>
          <a:bodyPr bIns="972000" anchor="t"/>
          <a:lstStyle>
            <a:lvl1pPr algn="ctr">
              <a:defRPr sz="1400"/>
            </a:lvl1pPr>
          </a:lstStyle>
          <a:p>
            <a:r>
              <a:rPr lang="en-CA"/>
              <a:t>Click the icon to add a photo</a:t>
            </a:r>
          </a:p>
        </p:txBody>
      </p:sp>
      <p:sp>
        <p:nvSpPr>
          <p:cNvPr id="2" name="Espace réservé du texte 4">
            <a:extLst>
              <a:ext uri="{FF2B5EF4-FFF2-40B4-BE49-F238E27FC236}">
                <a16:creationId xmlns:a16="http://schemas.microsoft.com/office/drawing/2014/main" id="{1523AC41-C734-999E-76D5-E390573CEEB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101325" y="2304001"/>
            <a:ext cx="1800000" cy="180000"/>
          </a:xfrm>
        </p:spPr>
        <p:txBody>
          <a:bodyPr tIns="0" bIns="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First name</a:t>
            </a:r>
          </a:p>
        </p:txBody>
      </p:sp>
      <p:sp>
        <p:nvSpPr>
          <p:cNvPr id="28" name="Espace réservé du texte 4">
            <a:extLst>
              <a:ext uri="{FF2B5EF4-FFF2-40B4-BE49-F238E27FC236}">
                <a16:creationId xmlns:a16="http://schemas.microsoft.com/office/drawing/2014/main" id="{FC4CDD64-D1E8-8CA6-68E1-34C7E6DF3E4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0101261" y="2484000"/>
            <a:ext cx="1800000" cy="180000"/>
          </a:xfrm>
        </p:spPr>
        <p:txBody>
          <a:bodyPr tIns="0" bIns="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Last name</a:t>
            </a:r>
          </a:p>
        </p:txBody>
      </p:sp>
      <p:sp>
        <p:nvSpPr>
          <p:cNvPr id="20" name="Espace réservé du texte 4">
            <a:extLst>
              <a:ext uri="{FF2B5EF4-FFF2-40B4-BE49-F238E27FC236}">
                <a16:creationId xmlns:a16="http://schemas.microsoft.com/office/drawing/2014/main" id="{F3E52925-6764-3A05-C478-621F127ABB4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0101262" y="2979000"/>
            <a:ext cx="1800000" cy="314437"/>
          </a:xfrm>
        </p:spPr>
        <p:txBody>
          <a:bodyPr tIns="0" bIns="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Title</a:t>
            </a:r>
          </a:p>
        </p:txBody>
      </p:sp>
      <p:sp>
        <p:nvSpPr>
          <p:cNvPr id="24" name="Espace réservé du texte 4">
            <a:extLst>
              <a:ext uri="{FF2B5EF4-FFF2-40B4-BE49-F238E27FC236}">
                <a16:creationId xmlns:a16="http://schemas.microsoft.com/office/drawing/2014/main" id="{04CF26B9-1B13-59D4-485B-430F4EA46EA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0101261" y="3384563"/>
            <a:ext cx="1800000" cy="314437"/>
          </a:xfrm>
        </p:spPr>
        <p:txBody>
          <a:bodyPr t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# years of experience</a:t>
            </a:r>
          </a:p>
        </p:txBody>
      </p:sp>
      <p:sp>
        <p:nvSpPr>
          <p:cNvPr id="10" name="Espace réservé pour une image  7">
            <a:extLst>
              <a:ext uri="{FF2B5EF4-FFF2-40B4-BE49-F238E27FC236}">
                <a16:creationId xmlns:a16="http://schemas.microsoft.com/office/drawing/2014/main" id="{BF1A22E3-19D8-7DDA-D704-B461BE291CCB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246000" y="4419601"/>
            <a:ext cx="1844739" cy="1934399"/>
          </a:xfrm>
        </p:spPr>
        <p:txBody>
          <a:bodyPr bIns="972000" anchor="t"/>
          <a:lstStyle>
            <a:lvl1pPr algn="ctr">
              <a:defRPr sz="1400"/>
            </a:lvl1pPr>
          </a:lstStyle>
          <a:p>
            <a:r>
              <a:rPr lang="en-CA"/>
              <a:t>Click the icon to add a photo</a:t>
            </a:r>
          </a:p>
        </p:txBody>
      </p:sp>
      <p:sp>
        <p:nvSpPr>
          <p:cNvPr id="7" name="Espace réservé du texte 4">
            <a:extLst>
              <a:ext uri="{FF2B5EF4-FFF2-40B4-BE49-F238E27FC236}">
                <a16:creationId xmlns:a16="http://schemas.microsoft.com/office/drawing/2014/main" id="{18DDD3E1-89CF-B0C1-D667-2A4A17E3CFD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226064" y="4419601"/>
            <a:ext cx="1800000" cy="180000"/>
          </a:xfrm>
        </p:spPr>
        <p:txBody>
          <a:bodyPr tIns="0" bIns="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First name</a:t>
            </a:r>
          </a:p>
        </p:txBody>
      </p:sp>
      <p:sp>
        <p:nvSpPr>
          <p:cNvPr id="29" name="Espace réservé du texte 4">
            <a:extLst>
              <a:ext uri="{FF2B5EF4-FFF2-40B4-BE49-F238E27FC236}">
                <a16:creationId xmlns:a16="http://schemas.microsoft.com/office/drawing/2014/main" id="{E901D3F0-AEB9-A7D2-EB29-3720A83088BA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2226000" y="4599601"/>
            <a:ext cx="1800000" cy="180000"/>
          </a:xfrm>
        </p:spPr>
        <p:txBody>
          <a:bodyPr tIns="0" bIns="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Last name</a:t>
            </a:r>
          </a:p>
        </p:txBody>
      </p:sp>
      <p:sp>
        <p:nvSpPr>
          <p:cNvPr id="21" name="Espace réservé du texte 4">
            <a:extLst>
              <a:ext uri="{FF2B5EF4-FFF2-40B4-BE49-F238E27FC236}">
                <a16:creationId xmlns:a16="http://schemas.microsoft.com/office/drawing/2014/main" id="{B4E06671-31AB-ABE2-8C7B-054195B37CB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226064" y="5093437"/>
            <a:ext cx="1800000" cy="314437"/>
          </a:xfrm>
        </p:spPr>
        <p:txBody>
          <a:bodyPr tIns="0" bIns="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Title</a:t>
            </a:r>
          </a:p>
        </p:txBody>
      </p:sp>
      <p:sp>
        <p:nvSpPr>
          <p:cNvPr id="25" name="Espace réservé du texte 4">
            <a:extLst>
              <a:ext uri="{FF2B5EF4-FFF2-40B4-BE49-F238E27FC236}">
                <a16:creationId xmlns:a16="http://schemas.microsoft.com/office/drawing/2014/main" id="{6E43A982-F2A4-D0C0-7447-3DE32C4B64CA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2226064" y="5454563"/>
            <a:ext cx="1800000" cy="314437"/>
          </a:xfrm>
        </p:spPr>
        <p:txBody>
          <a:bodyPr t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# years of experience</a:t>
            </a:r>
          </a:p>
        </p:txBody>
      </p:sp>
      <p:sp>
        <p:nvSpPr>
          <p:cNvPr id="38" name="Espace réservé pour une image  7">
            <a:extLst>
              <a:ext uri="{FF2B5EF4-FFF2-40B4-BE49-F238E27FC236}">
                <a16:creationId xmlns:a16="http://schemas.microsoft.com/office/drawing/2014/main" id="{BB6D55BE-94C6-9685-28D9-FB4D0B16ECC4}"/>
              </a:ext>
            </a:extLst>
          </p:cNvPr>
          <p:cNvSpPr>
            <a:spLocks noGrp="1"/>
          </p:cNvSpPr>
          <p:nvPr>
            <p:ph type="pic" sz="quarter" idx="45" hasCustomPrompt="1"/>
          </p:nvPr>
        </p:nvSpPr>
        <p:spPr>
          <a:xfrm>
            <a:off x="4183631" y="4419601"/>
            <a:ext cx="1844739" cy="1934399"/>
          </a:xfrm>
        </p:spPr>
        <p:txBody>
          <a:bodyPr bIns="972000" anchor="t"/>
          <a:lstStyle>
            <a:lvl1pPr algn="ctr">
              <a:defRPr sz="1400"/>
            </a:lvl1pPr>
          </a:lstStyle>
          <a:p>
            <a:r>
              <a:rPr lang="en-CA"/>
              <a:t>Click the icon to add a photo</a:t>
            </a:r>
          </a:p>
        </p:txBody>
      </p:sp>
      <p:sp>
        <p:nvSpPr>
          <p:cNvPr id="30" name="Espace réservé du texte 4">
            <a:extLst>
              <a:ext uri="{FF2B5EF4-FFF2-40B4-BE49-F238E27FC236}">
                <a16:creationId xmlns:a16="http://schemas.microsoft.com/office/drawing/2014/main" id="{F745C33A-0EE3-9797-75B5-7D9FF7C4ABA0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163695" y="4419601"/>
            <a:ext cx="1800000" cy="180000"/>
          </a:xfrm>
        </p:spPr>
        <p:txBody>
          <a:bodyPr tIns="0" bIns="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First name</a:t>
            </a:r>
          </a:p>
        </p:txBody>
      </p:sp>
      <p:sp>
        <p:nvSpPr>
          <p:cNvPr id="33" name="Espace réservé du texte 4">
            <a:extLst>
              <a:ext uri="{FF2B5EF4-FFF2-40B4-BE49-F238E27FC236}">
                <a16:creationId xmlns:a16="http://schemas.microsoft.com/office/drawing/2014/main" id="{FD70AFFD-C635-3F64-DFC0-35CD806C1EE4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6163695" y="4599601"/>
            <a:ext cx="1800000" cy="180000"/>
          </a:xfrm>
        </p:spPr>
        <p:txBody>
          <a:bodyPr tIns="0" bIns="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Last name</a:t>
            </a:r>
          </a:p>
        </p:txBody>
      </p:sp>
      <p:sp>
        <p:nvSpPr>
          <p:cNvPr id="31" name="Espace réservé du texte 4">
            <a:extLst>
              <a:ext uri="{FF2B5EF4-FFF2-40B4-BE49-F238E27FC236}">
                <a16:creationId xmlns:a16="http://schemas.microsoft.com/office/drawing/2014/main" id="{A87285A6-6B33-A1C3-2C67-F4AB937490CC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163695" y="5093437"/>
            <a:ext cx="1800000" cy="314437"/>
          </a:xfrm>
        </p:spPr>
        <p:txBody>
          <a:bodyPr tIns="0" bIns="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Title</a:t>
            </a:r>
          </a:p>
        </p:txBody>
      </p:sp>
      <p:sp>
        <p:nvSpPr>
          <p:cNvPr id="32" name="Espace réservé du texte 4">
            <a:extLst>
              <a:ext uri="{FF2B5EF4-FFF2-40B4-BE49-F238E27FC236}">
                <a16:creationId xmlns:a16="http://schemas.microsoft.com/office/drawing/2014/main" id="{1A285816-302D-877B-FE2F-AEF1E8C62E99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6163695" y="5454563"/>
            <a:ext cx="1800000" cy="314437"/>
          </a:xfrm>
        </p:spPr>
        <p:txBody>
          <a:bodyPr t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# years of experience</a:t>
            </a:r>
          </a:p>
        </p:txBody>
      </p:sp>
      <p:sp>
        <p:nvSpPr>
          <p:cNvPr id="39" name="Espace réservé pour une image  7">
            <a:extLst>
              <a:ext uri="{FF2B5EF4-FFF2-40B4-BE49-F238E27FC236}">
                <a16:creationId xmlns:a16="http://schemas.microsoft.com/office/drawing/2014/main" id="{640C9EE4-63BF-79EE-E790-D7511F34C1DD}"/>
              </a:ext>
            </a:extLst>
          </p:cNvPr>
          <p:cNvSpPr>
            <a:spLocks noGrp="1"/>
          </p:cNvSpPr>
          <p:nvPr>
            <p:ph type="pic" sz="quarter" idx="46" hasCustomPrompt="1"/>
          </p:nvPr>
        </p:nvSpPr>
        <p:spPr>
          <a:xfrm>
            <a:off x="8121262" y="4419601"/>
            <a:ext cx="1844739" cy="1934399"/>
          </a:xfrm>
        </p:spPr>
        <p:txBody>
          <a:bodyPr bIns="972000" anchor="t"/>
          <a:lstStyle>
            <a:lvl1pPr algn="ctr">
              <a:defRPr sz="1400"/>
            </a:lvl1pPr>
          </a:lstStyle>
          <a:p>
            <a:r>
              <a:rPr lang="en-CA"/>
              <a:t>Click the icon to add a photo</a:t>
            </a:r>
          </a:p>
        </p:txBody>
      </p:sp>
      <p:sp>
        <p:nvSpPr>
          <p:cNvPr id="34" name="Espace réservé du texte 4">
            <a:extLst>
              <a:ext uri="{FF2B5EF4-FFF2-40B4-BE49-F238E27FC236}">
                <a16:creationId xmlns:a16="http://schemas.microsoft.com/office/drawing/2014/main" id="{FA4F8873-83C9-B9A5-F61E-BA496AEC528F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0102800" y="4419601"/>
            <a:ext cx="1800000" cy="180000"/>
          </a:xfrm>
        </p:spPr>
        <p:txBody>
          <a:bodyPr tIns="0" bIns="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First name</a:t>
            </a:r>
          </a:p>
        </p:txBody>
      </p:sp>
      <p:sp>
        <p:nvSpPr>
          <p:cNvPr id="37" name="Espace réservé du texte 4">
            <a:extLst>
              <a:ext uri="{FF2B5EF4-FFF2-40B4-BE49-F238E27FC236}">
                <a16:creationId xmlns:a16="http://schemas.microsoft.com/office/drawing/2014/main" id="{0C1EA6BB-8AF4-3796-36CC-8E517507A499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10102736" y="4599601"/>
            <a:ext cx="1800000" cy="180000"/>
          </a:xfrm>
        </p:spPr>
        <p:txBody>
          <a:bodyPr tIns="0" bIns="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Last name</a:t>
            </a:r>
          </a:p>
        </p:txBody>
      </p:sp>
      <p:sp>
        <p:nvSpPr>
          <p:cNvPr id="35" name="Espace réservé du texte 4">
            <a:extLst>
              <a:ext uri="{FF2B5EF4-FFF2-40B4-BE49-F238E27FC236}">
                <a16:creationId xmlns:a16="http://schemas.microsoft.com/office/drawing/2014/main" id="{F1D42285-AAC7-9C68-A5FD-EB345E98B666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0102800" y="5093437"/>
            <a:ext cx="1800000" cy="314437"/>
          </a:xfrm>
        </p:spPr>
        <p:txBody>
          <a:bodyPr tIns="0" bIns="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Title</a:t>
            </a:r>
          </a:p>
        </p:txBody>
      </p:sp>
      <p:sp>
        <p:nvSpPr>
          <p:cNvPr id="36" name="Espace réservé du texte 4">
            <a:extLst>
              <a:ext uri="{FF2B5EF4-FFF2-40B4-BE49-F238E27FC236}">
                <a16:creationId xmlns:a16="http://schemas.microsoft.com/office/drawing/2014/main" id="{8A0111BD-30F2-7E41-2425-2446FD443C18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0102800" y="5454563"/>
            <a:ext cx="1800000" cy="314437"/>
          </a:xfrm>
        </p:spPr>
        <p:txBody>
          <a:bodyPr t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# years of experience</a:t>
            </a:r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9BC59D39-C5EC-68B5-A618-27094EED21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FB94AD47-1E94-8F3E-D0FD-3E67829A41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86000" y="6464920"/>
            <a:ext cx="359938" cy="223200"/>
          </a:xfrm>
        </p:spPr>
        <p:txBody>
          <a:bodyPr/>
          <a:lstStyle/>
          <a:p>
            <a:fld id="{21DAE3DD-E46F-48E2-BAED-1C2B457B482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31854069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people + hierarc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UJET">
            <a:extLst>
              <a:ext uri="{FF2B5EF4-FFF2-40B4-BE49-F238E27FC236}">
                <a16:creationId xmlns:a16="http://schemas.microsoft.com/office/drawing/2014/main" id="{723A56EB-490E-A77E-4C35-901B61ABC05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46063" y="233999"/>
            <a:ext cx="5714937" cy="180001"/>
          </a:xfrm>
        </p:spPr>
        <p:txBody>
          <a:bodyPr lIns="18000" tIns="0" rIns="18000" bIns="0" anchor="ctr">
            <a:noAutofit/>
          </a:bodyPr>
          <a:lstStyle>
            <a:lvl1pPr marL="0" indent="0"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  <a:lvl2pPr>
              <a:defRPr sz="1200"/>
            </a:lvl2pPr>
            <a:lvl3pPr>
              <a:defRPr sz="110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en-CA"/>
              <a:t>Click to add a subject</a:t>
            </a:r>
          </a:p>
        </p:txBody>
      </p:sp>
      <p:sp>
        <p:nvSpPr>
          <p:cNvPr id="26" name="Titre 25">
            <a:extLst>
              <a:ext uri="{FF2B5EF4-FFF2-40B4-BE49-F238E27FC236}">
                <a16:creationId xmlns:a16="http://schemas.microsoft.com/office/drawing/2014/main" id="{14BEB8B9-22A3-B47B-1417-A342911371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CA"/>
              <a:t>Click to add a headline</a:t>
            </a:r>
          </a:p>
        </p:txBody>
      </p:sp>
      <p:sp>
        <p:nvSpPr>
          <p:cNvPr id="14" name="Espace réservé pour une image  7">
            <a:extLst>
              <a:ext uri="{FF2B5EF4-FFF2-40B4-BE49-F238E27FC236}">
                <a16:creationId xmlns:a16="http://schemas.microsoft.com/office/drawing/2014/main" id="{8D767F4C-3395-D48D-E856-DC32A907876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46000" y="2304000"/>
            <a:ext cx="1844739" cy="1934399"/>
          </a:xfrm>
        </p:spPr>
        <p:txBody>
          <a:bodyPr bIns="972000" anchor="t"/>
          <a:lstStyle>
            <a:lvl1pPr algn="ctr">
              <a:defRPr sz="1400"/>
            </a:lvl1pPr>
          </a:lstStyle>
          <a:p>
            <a:r>
              <a:rPr lang="en-CA"/>
              <a:t>Click the icon to add a photo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886BD1F-0A1D-D9F7-2AF2-C63A92897F7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226064" y="2304001"/>
            <a:ext cx="1800000" cy="180000"/>
          </a:xfrm>
        </p:spPr>
        <p:txBody>
          <a:bodyPr tIns="0" bIns="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First name</a:t>
            </a:r>
          </a:p>
        </p:txBody>
      </p:sp>
      <p:sp>
        <p:nvSpPr>
          <p:cNvPr id="17" name="Espace réservé du texte 2">
            <a:extLst>
              <a:ext uri="{FF2B5EF4-FFF2-40B4-BE49-F238E27FC236}">
                <a16:creationId xmlns:a16="http://schemas.microsoft.com/office/drawing/2014/main" id="{B10EDF22-7AF5-00DD-BE56-B74F5F4711B7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2226000" y="2484000"/>
            <a:ext cx="1800000" cy="180000"/>
          </a:xfrm>
        </p:spPr>
        <p:txBody>
          <a:bodyPr tIns="0" bIns="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Last name</a:t>
            </a:r>
          </a:p>
        </p:txBody>
      </p:sp>
      <p:sp>
        <p:nvSpPr>
          <p:cNvPr id="18" name="Espace réservé du texte 2">
            <a:extLst>
              <a:ext uri="{FF2B5EF4-FFF2-40B4-BE49-F238E27FC236}">
                <a16:creationId xmlns:a16="http://schemas.microsoft.com/office/drawing/2014/main" id="{2862ADEB-ACB7-D0B3-2E25-61F98DB9957F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2226064" y="2979000"/>
            <a:ext cx="1800000" cy="314437"/>
          </a:xfrm>
        </p:spPr>
        <p:txBody>
          <a:bodyPr tIns="0" bIns="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Title</a:t>
            </a:r>
          </a:p>
        </p:txBody>
      </p:sp>
      <p:sp>
        <p:nvSpPr>
          <p:cNvPr id="22" name="Espace réservé du texte 2">
            <a:extLst>
              <a:ext uri="{FF2B5EF4-FFF2-40B4-BE49-F238E27FC236}">
                <a16:creationId xmlns:a16="http://schemas.microsoft.com/office/drawing/2014/main" id="{A7795D90-EA21-1E52-DC18-73B1E4850EFF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2226064" y="3384563"/>
            <a:ext cx="1800000" cy="314437"/>
          </a:xfrm>
        </p:spPr>
        <p:txBody>
          <a:bodyPr t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# years of experience</a:t>
            </a:r>
          </a:p>
        </p:txBody>
      </p:sp>
      <p:sp>
        <p:nvSpPr>
          <p:cNvPr id="15" name="Espace réservé pour une image  7">
            <a:extLst>
              <a:ext uri="{FF2B5EF4-FFF2-40B4-BE49-F238E27FC236}">
                <a16:creationId xmlns:a16="http://schemas.microsoft.com/office/drawing/2014/main" id="{19E82D64-B1BA-3B47-5683-635956A3CE1A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183631" y="2304000"/>
            <a:ext cx="1844739" cy="1934399"/>
          </a:xfrm>
        </p:spPr>
        <p:txBody>
          <a:bodyPr bIns="972000" anchor="t"/>
          <a:lstStyle>
            <a:lvl1pPr algn="ctr">
              <a:defRPr sz="1400"/>
            </a:lvl1pPr>
          </a:lstStyle>
          <a:p>
            <a:r>
              <a:rPr lang="en-CA"/>
              <a:t>Click the icon to add a photo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6EB027BF-65B8-826D-E0F9-96429F775072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163695" y="2304001"/>
            <a:ext cx="1800000" cy="180000"/>
          </a:xfrm>
        </p:spPr>
        <p:txBody>
          <a:bodyPr tIns="0" bIns="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First name</a:t>
            </a:r>
          </a:p>
        </p:txBody>
      </p:sp>
      <p:sp>
        <p:nvSpPr>
          <p:cNvPr id="27" name="Espace réservé du texte 4">
            <a:extLst>
              <a:ext uri="{FF2B5EF4-FFF2-40B4-BE49-F238E27FC236}">
                <a16:creationId xmlns:a16="http://schemas.microsoft.com/office/drawing/2014/main" id="{8C418635-4058-4BF7-D416-41B61C6A5DA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163695" y="2484000"/>
            <a:ext cx="1800000" cy="180000"/>
          </a:xfrm>
        </p:spPr>
        <p:txBody>
          <a:bodyPr tIns="0" bIns="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Last name</a:t>
            </a:r>
          </a:p>
        </p:txBody>
      </p:sp>
      <p:sp>
        <p:nvSpPr>
          <p:cNvPr id="19" name="Espace réservé du texte 4">
            <a:extLst>
              <a:ext uri="{FF2B5EF4-FFF2-40B4-BE49-F238E27FC236}">
                <a16:creationId xmlns:a16="http://schemas.microsoft.com/office/drawing/2014/main" id="{808B0D62-C3F5-9E68-9109-CB0DE0A22A9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63695" y="2979000"/>
            <a:ext cx="1800000" cy="314437"/>
          </a:xfrm>
        </p:spPr>
        <p:txBody>
          <a:bodyPr tIns="0" bIns="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5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Title</a:t>
            </a:r>
          </a:p>
        </p:txBody>
      </p:sp>
      <p:sp>
        <p:nvSpPr>
          <p:cNvPr id="23" name="Espace réservé du texte 4">
            <a:extLst>
              <a:ext uri="{FF2B5EF4-FFF2-40B4-BE49-F238E27FC236}">
                <a16:creationId xmlns:a16="http://schemas.microsoft.com/office/drawing/2014/main" id="{E2578C84-BEB5-796E-E5A2-973A449CBD0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163695" y="3384563"/>
            <a:ext cx="1800000" cy="314437"/>
          </a:xfrm>
        </p:spPr>
        <p:txBody>
          <a:bodyPr t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05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# years of experience</a:t>
            </a:r>
          </a:p>
        </p:txBody>
      </p:sp>
      <p:sp>
        <p:nvSpPr>
          <p:cNvPr id="4" name="Espace réservé pour une image  7">
            <a:extLst>
              <a:ext uri="{FF2B5EF4-FFF2-40B4-BE49-F238E27FC236}">
                <a16:creationId xmlns:a16="http://schemas.microsoft.com/office/drawing/2014/main" id="{FA2E3619-F7D6-88F8-220B-DB9A2792DA65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8121262" y="2304000"/>
            <a:ext cx="1844739" cy="1934399"/>
          </a:xfrm>
        </p:spPr>
        <p:txBody>
          <a:bodyPr bIns="972000" anchor="t"/>
          <a:lstStyle>
            <a:lvl1pPr algn="ctr">
              <a:defRPr sz="1400"/>
            </a:lvl1pPr>
          </a:lstStyle>
          <a:p>
            <a:r>
              <a:rPr lang="en-CA"/>
              <a:t>Click the icon to add a photo</a:t>
            </a:r>
          </a:p>
        </p:txBody>
      </p:sp>
      <p:sp>
        <p:nvSpPr>
          <p:cNvPr id="2" name="Espace réservé du texte 4">
            <a:extLst>
              <a:ext uri="{FF2B5EF4-FFF2-40B4-BE49-F238E27FC236}">
                <a16:creationId xmlns:a16="http://schemas.microsoft.com/office/drawing/2014/main" id="{1523AC41-C734-999E-76D5-E390573CEEB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101325" y="2304001"/>
            <a:ext cx="1800000" cy="180000"/>
          </a:xfrm>
        </p:spPr>
        <p:txBody>
          <a:bodyPr tIns="0" bIns="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First name</a:t>
            </a:r>
          </a:p>
        </p:txBody>
      </p:sp>
      <p:sp>
        <p:nvSpPr>
          <p:cNvPr id="28" name="Espace réservé du texte 4">
            <a:extLst>
              <a:ext uri="{FF2B5EF4-FFF2-40B4-BE49-F238E27FC236}">
                <a16:creationId xmlns:a16="http://schemas.microsoft.com/office/drawing/2014/main" id="{FC4CDD64-D1E8-8CA6-68E1-34C7E6DF3E4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0101261" y="2484000"/>
            <a:ext cx="1800000" cy="180000"/>
          </a:xfrm>
        </p:spPr>
        <p:txBody>
          <a:bodyPr tIns="0" bIns="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Last name</a:t>
            </a:r>
          </a:p>
        </p:txBody>
      </p:sp>
      <p:sp>
        <p:nvSpPr>
          <p:cNvPr id="20" name="Espace réservé du texte 4">
            <a:extLst>
              <a:ext uri="{FF2B5EF4-FFF2-40B4-BE49-F238E27FC236}">
                <a16:creationId xmlns:a16="http://schemas.microsoft.com/office/drawing/2014/main" id="{F3E52925-6764-3A05-C478-621F127ABB4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0101262" y="2979000"/>
            <a:ext cx="1800000" cy="314437"/>
          </a:xfrm>
        </p:spPr>
        <p:txBody>
          <a:bodyPr tIns="0" bIns="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Title</a:t>
            </a:r>
          </a:p>
        </p:txBody>
      </p:sp>
      <p:sp>
        <p:nvSpPr>
          <p:cNvPr id="24" name="Espace réservé du texte 4">
            <a:extLst>
              <a:ext uri="{FF2B5EF4-FFF2-40B4-BE49-F238E27FC236}">
                <a16:creationId xmlns:a16="http://schemas.microsoft.com/office/drawing/2014/main" id="{04CF26B9-1B13-59D4-485B-430F4EA46EA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0101261" y="3384563"/>
            <a:ext cx="1800000" cy="314437"/>
          </a:xfrm>
        </p:spPr>
        <p:txBody>
          <a:bodyPr t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# years of experience</a:t>
            </a:r>
          </a:p>
        </p:txBody>
      </p:sp>
      <p:sp>
        <p:nvSpPr>
          <p:cNvPr id="38" name="Espace réservé pour une image  7">
            <a:extLst>
              <a:ext uri="{FF2B5EF4-FFF2-40B4-BE49-F238E27FC236}">
                <a16:creationId xmlns:a16="http://schemas.microsoft.com/office/drawing/2014/main" id="{BB6D55BE-94C6-9685-28D9-FB4D0B16ECC4}"/>
              </a:ext>
            </a:extLst>
          </p:cNvPr>
          <p:cNvSpPr>
            <a:spLocks noGrp="1"/>
          </p:cNvSpPr>
          <p:nvPr>
            <p:ph type="pic" sz="quarter" idx="45" hasCustomPrompt="1"/>
          </p:nvPr>
        </p:nvSpPr>
        <p:spPr>
          <a:xfrm>
            <a:off x="4183631" y="4419601"/>
            <a:ext cx="1844739" cy="1934399"/>
          </a:xfrm>
        </p:spPr>
        <p:txBody>
          <a:bodyPr bIns="972000" anchor="t"/>
          <a:lstStyle>
            <a:lvl1pPr algn="ctr">
              <a:defRPr sz="1400"/>
            </a:lvl1pPr>
          </a:lstStyle>
          <a:p>
            <a:r>
              <a:rPr lang="en-CA"/>
              <a:t>Click the icon to add a photo</a:t>
            </a:r>
          </a:p>
        </p:txBody>
      </p:sp>
      <p:sp>
        <p:nvSpPr>
          <p:cNvPr id="30" name="Espace réservé du texte 4">
            <a:extLst>
              <a:ext uri="{FF2B5EF4-FFF2-40B4-BE49-F238E27FC236}">
                <a16:creationId xmlns:a16="http://schemas.microsoft.com/office/drawing/2014/main" id="{F745C33A-0EE3-9797-75B5-7D9FF7C4ABA0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163695" y="4419601"/>
            <a:ext cx="1800000" cy="180000"/>
          </a:xfrm>
        </p:spPr>
        <p:txBody>
          <a:bodyPr tIns="0" bIns="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First name</a:t>
            </a:r>
          </a:p>
        </p:txBody>
      </p:sp>
      <p:sp>
        <p:nvSpPr>
          <p:cNvPr id="33" name="Espace réservé du texte 4">
            <a:extLst>
              <a:ext uri="{FF2B5EF4-FFF2-40B4-BE49-F238E27FC236}">
                <a16:creationId xmlns:a16="http://schemas.microsoft.com/office/drawing/2014/main" id="{FD70AFFD-C635-3F64-DFC0-35CD806C1EE4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6163695" y="4599601"/>
            <a:ext cx="1800000" cy="180000"/>
          </a:xfrm>
        </p:spPr>
        <p:txBody>
          <a:bodyPr tIns="0" bIns="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Last name</a:t>
            </a:r>
          </a:p>
        </p:txBody>
      </p:sp>
      <p:sp>
        <p:nvSpPr>
          <p:cNvPr id="31" name="Espace réservé du texte 4">
            <a:extLst>
              <a:ext uri="{FF2B5EF4-FFF2-40B4-BE49-F238E27FC236}">
                <a16:creationId xmlns:a16="http://schemas.microsoft.com/office/drawing/2014/main" id="{A87285A6-6B33-A1C3-2C67-F4AB937490CC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163695" y="5093437"/>
            <a:ext cx="1800000" cy="314437"/>
          </a:xfrm>
        </p:spPr>
        <p:txBody>
          <a:bodyPr tIns="0" bIns="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Title</a:t>
            </a:r>
          </a:p>
        </p:txBody>
      </p:sp>
      <p:sp>
        <p:nvSpPr>
          <p:cNvPr id="32" name="Espace réservé du texte 4">
            <a:extLst>
              <a:ext uri="{FF2B5EF4-FFF2-40B4-BE49-F238E27FC236}">
                <a16:creationId xmlns:a16="http://schemas.microsoft.com/office/drawing/2014/main" id="{1A285816-302D-877B-FE2F-AEF1E8C62E99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6163695" y="5454563"/>
            <a:ext cx="1800000" cy="314437"/>
          </a:xfrm>
        </p:spPr>
        <p:txBody>
          <a:bodyPr t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# years of experience</a:t>
            </a:r>
          </a:p>
        </p:txBody>
      </p:sp>
      <p:sp>
        <p:nvSpPr>
          <p:cNvPr id="39" name="Espace réservé pour une image  7">
            <a:extLst>
              <a:ext uri="{FF2B5EF4-FFF2-40B4-BE49-F238E27FC236}">
                <a16:creationId xmlns:a16="http://schemas.microsoft.com/office/drawing/2014/main" id="{640C9EE4-63BF-79EE-E790-D7511F34C1DD}"/>
              </a:ext>
            </a:extLst>
          </p:cNvPr>
          <p:cNvSpPr>
            <a:spLocks noGrp="1"/>
          </p:cNvSpPr>
          <p:nvPr>
            <p:ph type="pic" sz="quarter" idx="46" hasCustomPrompt="1"/>
          </p:nvPr>
        </p:nvSpPr>
        <p:spPr>
          <a:xfrm>
            <a:off x="8121262" y="4419601"/>
            <a:ext cx="1844739" cy="1934399"/>
          </a:xfrm>
        </p:spPr>
        <p:txBody>
          <a:bodyPr bIns="972000" anchor="t"/>
          <a:lstStyle>
            <a:lvl1pPr algn="ctr">
              <a:defRPr sz="1400"/>
            </a:lvl1pPr>
          </a:lstStyle>
          <a:p>
            <a:r>
              <a:rPr lang="en-CA"/>
              <a:t>Click the icon to add a photo</a:t>
            </a:r>
          </a:p>
        </p:txBody>
      </p:sp>
      <p:sp>
        <p:nvSpPr>
          <p:cNvPr id="34" name="Espace réservé du texte 4">
            <a:extLst>
              <a:ext uri="{FF2B5EF4-FFF2-40B4-BE49-F238E27FC236}">
                <a16:creationId xmlns:a16="http://schemas.microsoft.com/office/drawing/2014/main" id="{FA4F8873-83C9-B9A5-F61E-BA496AEC528F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0102800" y="4419601"/>
            <a:ext cx="1800000" cy="180000"/>
          </a:xfrm>
        </p:spPr>
        <p:txBody>
          <a:bodyPr tIns="0" bIns="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First name</a:t>
            </a:r>
          </a:p>
        </p:txBody>
      </p:sp>
      <p:sp>
        <p:nvSpPr>
          <p:cNvPr id="37" name="Espace réservé du texte 4">
            <a:extLst>
              <a:ext uri="{FF2B5EF4-FFF2-40B4-BE49-F238E27FC236}">
                <a16:creationId xmlns:a16="http://schemas.microsoft.com/office/drawing/2014/main" id="{0C1EA6BB-8AF4-3796-36CC-8E517507A499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10102736" y="4599601"/>
            <a:ext cx="1800000" cy="180000"/>
          </a:xfrm>
        </p:spPr>
        <p:txBody>
          <a:bodyPr tIns="0" bIns="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Last name</a:t>
            </a:r>
          </a:p>
        </p:txBody>
      </p:sp>
      <p:sp>
        <p:nvSpPr>
          <p:cNvPr id="35" name="Espace réservé du texte 4">
            <a:extLst>
              <a:ext uri="{FF2B5EF4-FFF2-40B4-BE49-F238E27FC236}">
                <a16:creationId xmlns:a16="http://schemas.microsoft.com/office/drawing/2014/main" id="{F1D42285-AAC7-9C68-A5FD-EB345E98B666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0102800" y="5093437"/>
            <a:ext cx="1800000" cy="314437"/>
          </a:xfrm>
        </p:spPr>
        <p:txBody>
          <a:bodyPr tIns="0" bIns="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Title</a:t>
            </a:r>
          </a:p>
        </p:txBody>
      </p:sp>
      <p:sp>
        <p:nvSpPr>
          <p:cNvPr id="36" name="Espace réservé du texte 4">
            <a:extLst>
              <a:ext uri="{FF2B5EF4-FFF2-40B4-BE49-F238E27FC236}">
                <a16:creationId xmlns:a16="http://schemas.microsoft.com/office/drawing/2014/main" id="{8A0111BD-30F2-7E41-2425-2446FD443C18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0102800" y="5454563"/>
            <a:ext cx="1800000" cy="314437"/>
          </a:xfrm>
        </p:spPr>
        <p:txBody>
          <a:bodyPr t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# years of experience</a:t>
            </a:r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9BC59D39-C5EC-68B5-A618-27094EED21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FB94AD47-1E94-8F3E-D0FD-3E67829A41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86000" y="6464920"/>
            <a:ext cx="359938" cy="223200"/>
          </a:xfrm>
        </p:spPr>
        <p:txBody>
          <a:bodyPr/>
          <a:lstStyle/>
          <a:p>
            <a:fld id="{21DAE3DD-E46F-48E2-BAED-1C2B457B4828}" type="slidenum">
              <a:rPr lang="en-CA" smtClean="0"/>
              <a:t>‹#›</a:t>
            </a:fld>
            <a:endParaRPr lang="en-CA"/>
          </a:p>
        </p:txBody>
      </p:sp>
      <p:cxnSp>
        <p:nvCxnSpPr>
          <p:cNvPr id="12" name="Connecteur droit 11">
            <a:extLst>
              <a:ext uri="{FF2B5EF4-FFF2-40B4-BE49-F238E27FC236}">
                <a16:creationId xmlns:a16="http://schemas.microsoft.com/office/drawing/2014/main" id="{4BD92A40-44EA-8128-DED2-225D608A6A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46063" y="4419600"/>
            <a:ext cx="385920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eur droit 15">
            <a:extLst>
              <a:ext uri="{FF2B5EF4-FFF2-40B4-BE49-F238E27FC236}">
                <a16:creationId xmlns:a16="http://schemas.microsoft.com/office/drawing/2014/main" id="{F244266F-92AD-FBDB-D88B-A9D9E8BC68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4104847" y="2304000"/>
            <a:ext cx="0" cy="4050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eur droit 40">
            <a:extLst>
              <a:ext uri="{FF2B5EF4-FFF2-40B4-BE49-F238E27FC236}">
                <a16:creationId xmlns:a16="http://schemas.microsoft.com/office/drawing/2014/main" id="{8A3A6282-67B1-A817-D5AA-44DC67AA0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8042479" y="2304000"/>
            <a:ext cx="0" cy="4050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49386276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ther layouts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>
            <a:extLst>
              <a:ext uri="{FF2B5EF4-FFF2-40B4-BE49-F238E27FC236}">
                <a16:creationId xmlns:a16="http://schemas.microsoft.com/office/drawing/2014/main" id="{C6B413FA-A402-C68A-45FB-D5608FB6B340}"/>
              </a:ext>
            </a:extLst>
          </p:cNvPr>
          <p:cNvSpPr txBox="1"/>
          <p:nvPr userDrawn="1"/>
        </p:nvSpPr>
        <p:spPr>
          <a:xfrm>
            <a:off x="246064" y="279400"/>
            <a:ext cx="11699874" cy="629920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>
              <a:lnSpc>
                <a:spcPct val="80000"/>
              </a:lnSpc>
            </a:pPr>
            <a:r>
              <a:rPr lang="en-CA" sz="11500"/>
              <a:t>Other layouts</a:t>
            </a:r>
          </a:p>
        </p:txBody>
      </p:sp>
    </p:spTree>
    <p:extLst>
      <p:ext uri="{BB962C8B-B14F-4D97-AF65-F5344CB8AC3E}">
        <p14:creationId xmlns:p14="http://schemas.microsoft.com/office/powerpoint/2010/main" val="407663030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ef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Rectangle 49">
            <a:extLst>
              <a:ext uri="{FF2B5EF4-FFF2-40B4-BE49-F238E27FC236}">
                <a16:creationId xmlns:a16="http://schemas.microsoft.com/office/drawing/2014/main" id="{3B98DAA8-071F-8ED7-CF1B-D40504DD5C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0" y="0"/>
            <a:ext cx="4064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500"/>
              </a:spcBef>
            </a:pPr>
            <a:endParaRPr lang="en-CA"/>
          </a:p>
        </p:txBody>
      </p:sp>
      <p:sp>
        <p:nvSpPr>
          <p:cNvPr id="53" name="ZoneTexte 52">
            <a:extLst>
              <a:ext uri="{FF2B5EF4-FFF2-40B4-BE49-F238E27FC236}">
                <a16:creationId xmlns:a16="http://schemas.microsoft.com/office/drawing/2014/main" id="{4279C3A8-7A05-86BD-E119-B6F58A5337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78823" y="6464920"/>
            <a:ext cx="2204937" cy="22320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CA" sz="800">
                <a:solidFill>
                  <a:schemeClr val="tx1"/>
                </a:solidFill>
              </a:rPr>
              <a:t>National Bank</a:t>
            </a:r>
          </a:p>
        </p:txBody>
      </p:sp>
      <p:sp>
        <p:nvSpPr>
          <p:cNvPr id="8" name="SUJET">
            <a:extLst>
              <a:ext uri="{FF2B5EF4-FFF2-40B4-BE49-F238E27FC236}">
                <a16:creationId xmlns:a16="http://schemas.microsoft.com/office/drawing/2014/main" id="{C011188E-AB6E-B7FF-B3A1-225DF6369AF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46063" y="233999"/>
            <a:ext cx="3554937" cy="180001"/>
          </a:xfrm>
        </p:spPr>
        <p:txBody>
          <a:bodyPr lIns="18000" tIns="0" rIns="18000" bIns="0" anchor="ctr">
            <a:noAutofit/>
          </a:bodyPr>
          <a:lstStyle>
            <a:lvl1pPr marL="0" indent="0"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  <a:lvl2pPr>
              <a:defRPr sz="1200"/>
            </a:lvl2pPr>
            <a:lvl3pPr>
              <a:defRPr sz="110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en-CA"/>
              <a:t>Click to add a subject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A8E280B6-F7AC-A796-AA2A-BF994A25AA9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6063" y="413999"/>
            <a:ext cx="3554937" cy="5940763"/>
          </a:xfrm>
        </p:spPr>
        <p:txBody>
          <a:bodyPr/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CA"/>
              <a:t>Click to add a headline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E7749EC-42B2-CEE5-9D95-572D91A3BC4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296000" y="414000"/>
            <a:ext cx="7649938" cy="5940763"/>
          </a:xfrm>
        </p:spPr>
        <p:txBody>
          <a:bodyPr lIns="0" tIns="198000" rIns="0" bIns="198000"/>
          <a:lstStyle>
            <a:lvl1pPr>
              <a:defRPr/>
            </a:lvl1pPr>
          </a:lstStyle>
          <a:p>
            <a:pPr lvl="0"/>
            <a:r>
              <a:rPr lang="en-CA"/>
              <a:t>Click to add text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046CAA4-59E5-FA78-23DC-EF35D4F881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8E07E85-8138-0B06-9C07-559CC2D5EA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AE3DD-E46F-48E2-BAED-1C2B457B482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00631832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wered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UJET">
            <a:extLst>
              <a:ext uri="{FF2B5EF4-FFF2-40B4-BE49-F238E27FC236}">
                <a16:creationId xmlns:a16="http://schemas.microsoft.com/office/drawing/2014/main" id="{381DB005-D543-1739-C4AB-F49BCF1E81C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46063" y="233999"/>
            <a:ext cx="5714937" cy="180001"/>
          </a:xfrm>
        </p:spPr>
        <p:txBody>
          <a:bodyPr lIns="18000" tIns="0" rIns="18000" bIns="0" anchor="ctr">
            <a:noAutofit/>
          </a:bodyPr>
          <a:lstStyle>
            <a:lvl1pPr marL="0" indent="0"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  <a:lvl2pPr>
              <a:defRPr sz="1200"/>
            </a:lvl2pPr>
            <a:lvl3pPr>
              <a:defRPr sz="110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en-CA"/>
              <a:t>Click to add a subject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FCDB59CF-28B4-28B5-780C-BF63A0CD044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6063" y="1313486"/>
            <a:ext cx="5714937" cy="936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CA"/>
              <a:t>Click to add a headline</a:t>
            </a:r>
          </a:p>
        </p:txBody>
      </p:sp>
      <p:sp>
        <p:nvSpPr>
          <p:cNvPr id="5" name="Espace réservé du contenu 5">
            <a:extLst>
              <a:ext uri="{FF2B5EF4-FFF2-40B4-BE49-F238E27FC236}">
                <a16:creationId xmlns:a16="http://schemas.microsoft.com/office/drawing/2014/main" id="{EE4ED9E4-1ABB-9FFB-0DF6-75830D747E99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246063" y="2484000"/>
            <a:ext cx="11699875" cy="3870000"/>
          </a:xfrm>
          <a:noFill/>
          <a:effectLst/>
        </p:spPr>
        <p:txBody>
          <a:bodyPr tIns="72000" bIns="72000"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600"/>
            </a:lvl4pPr>
            <a:lvl5pPr>
              <a:defRPr sz="2000"/>
            </a:lvl5pPr>
          </a:lstStyle>
          <a:p>
            <a:pPr lvl="0"/>
            <a:r>
              <a:rPr lang="en-CA"/>
              <a:t>Click to add text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C9AE67C5-ED6B-38F3-CCA5-A9464789EA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4F48AD9-BF87-AD83-8CFE-D482CA2DCD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AE3DD-E46F-48E2-BAED-1C2B457B482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45521472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_Lowered title and cont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UJET">
            <a:extLst>
              <a:ext uri="{FF2B5EF4-FFF2-40B4-BE49-F238E27FC236}">
                <a16:creationId xmlns:a16="http://schemas.microsoft.com/office/drawing/2014/main" id="{381DB005-D543-1739-C4AB-F49BCF1E81C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46063" y="233999"/>
            <a:ext cx="5714937" cy="180001"/>
          </a:xfrm>
        </p:spPr>
        <p:txBody>
          <a:bodyPr lIns="18000" tIns="0" rIns="18000" bIns="0" anchor="ctr">
            <a:noAutofit/>
          </a:bodyPr>
          <a:lstStyle>
            <a:lvl1pPr marL="0" indent="0"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  <a:lvl2pPr>
              <a:defRPr sz="1200"/>
            </a:lvl2pPr>
            <a:lvl3pPr>
              <a:defRPr sz="110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en-CA"/>
              <a:t>Click to add a subject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FCDB59CF-28B4-28B5-780C-BF63A0CD044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6063" y="1313486"/>
            <a:ext cx="5714937" cy="936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CA"/>
              <a:t>Click to add a headline</a:t>
            </a:r>
          </a:p>
        </p:txBody>
      </p:sp>
      <p:sp>
        <p:nvSpPr>
          <p:cNvPr id="5" name="Espace réservé du contenu 5">
            <a:extLst>
              <a:ext uri="{FF2B5EF4-FFF2-40B4-BE49-F238E27FC236}">
                <a16:creationId xmlns:a16="http://schemas.microsoft.com/office/drawing/2014/main" id="{EE4ED9E4-1ABB-9FFB-0DF6-75830D747E99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246063" y="2484000"/>
            <a:ext cx="11699875" cy="3870000"/>
          </a:xfrm>
          <a:noFill/>
          <a:effectLst/>
        </p:spPr>
        <p:txBody>
          <a:bodyPr tIns="72000" bIns="72000"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600"/>
            </a:lvl4pPr>
            <a:lvl5pPr>
              <a:defRPr sz="2000"/>
            </a:lvl5pPr>
          </a:lstStyle>
          <a:p>
            <a:pPr lvl="0"/>
            <a:r>
              <a:rPr lang="en-CA"/>
              <a:t>Click to add text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C9AE67C5-ED6B-38F3-CCA5-A9464789EA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4F48AD9-BF87-AD83-8CFE-D482CA2DCD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AE3DD-E46F-48E2-BAED-1C2B457B482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8455568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bloc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UJET">
            <a:extLst>
              <a:ext uri="{FF2B5EF4-FFF2-40B4-BE49-F238E27FC236}">
                <a16:creationId xmlns:a16="http://schemas.microsoft.com/office/drawing/2014/main" id="{381DB005-D543-1739-C4AB-F49BCF1E81C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46063" y="233999"/>
            <a:ext cx="5714937" cy="180001"/>
          </a:xfrm>
        </p:spPr>
        <p:txBody>
          <a:bodyPr lIns="18000" tIns="0" rIns="18000" bIns="0" anchor="ctr">
            <a:noAutofit/>
          </a:bodyPr>
          <a:lstStyle>
            <a:lvl1pPr marL="0" indent="0"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  <a:lvl2pPr>
              <a:defRPr sz="1200"/>
            </a:lvl2pPr>
            <a:lvl3pPr>
              <a:defRPr sz="110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en-CA"/>
              <a:t>Click to add a subject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FCDB59CF-28B4-28B5-780C-BF63A0CD044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6063" y="414000"/>
            <a:ext cx="11699875" cy="765514"/>
          </a:xfrm>
        </p:spPr>
        <p:txBody>
          <a:bodyPr/>
          <a:lstStyle>
            <a:lvl1pPr>
              <a:defRPr/>
            </a:lvl1pPr>
          </a:lstStyle>
          <a:p>
            <a:r>
              <a:rPr lang="en-CA"/>
              <a:t>Click to add a headline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D951E8C-216B-5C63-F549-5696DD050F6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246063" y="1314000"/>
            <a:ext cx="5716800" cy="9450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600"/>
            </a:lvl4pPr>
            <a:lvl5pPr>
              <a:defRPr sz="2000"/>
            </a:lvl5pPr>
          </a:lstStyle>
          <a:p>
            <a:pPr lvl="0"/>
            <a:r>
              <a:rPr lang="en-CA"/>
              <a:t>Click to add text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FFCCBB23-F536-8A45-30A2-41B81DAF8AE5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229138" y="1314000"/>
            <a:ext cx="5716800" cy="9450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600"/>
            </a:lvl4pPr>
            <a:lvl5pPr>
              <a:defRPr sz="2000"/>
            </a:lvl5pPr>
          </a:lstStyle>
          <a:p>
            <a:pPr lvl="0"/>
            <a:r>
              <a:rPr lang="en-CA"/>
              <a:t>Click to add text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</p:txBody>
      </p:sp>
      <p:sp>
        <p:nvSpPr>
          <p:cNvPr id="5" name="Espace réservé du contenu 5">
            <a:extLst>
              <a:ext uri="{FF2B5EF4-FFF2-40B4-BE49-F238E27FC236}">
                <a16:creationId xmlns:a16="http://schemas.microsoft.com/office/drawing/2014/main" id="{EE4ED9E4-1ABB-9FFB-0DF6-75830D747E99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246063" y="2484000"/>
            <a:ext cx="11699875" cy="3870000"/>
          </a:xfrm>
          <a:noFill/>
          <a:effectLst/>
        </p:spPr>
        <p:txBody>
          <a:bodyPr tIns="72000" bIns="72000"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600"/>
            </a:lvl4pPr>
            <a:lvl5pPr>
              <a:defRPr sz="2000"/>
            </a:lvl5pPr>
          </a:lstStyle>
          <a:p>
            <a:pPr lvl="0"/>
            <a:r>
              <a:rPr lang="en-CA"/>
              <a:t>Click to add text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C9AE67C5-ED6B-38F3-CCA5-A9464789EA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4F48AD9-BF87-AD83-8CFE-D482CA2DCD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AE3DD-E46F-48E2-BAED-1C2B457B482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79893582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_3 blocks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UJET">
            <a:extLst>
              <a:ext uri="{FF2B5EF4-FFF2-40B4-BE49-F238E27FC236}">
                <a16:creationId xmlns:a16="http://schemas.microsoft.com/office/drawing/2014/main" id="{381DB005-D543-1739-C4AB-F49BCF1E81C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46063" y="233999"/>
            <a:ext cx="5714937" cy="180001"/>
          </a:xfrm>
        </p:spPr>
        <p:txBody>
          <a:bodyPr lIns="18000" tIns="0" rIns="18000" bIns="0" anchor="ctr">
            <a:noAutofit/>
          </a:bodyPr>
          <a:lstStyle>
            <a:lvl1pPr marL="0" indent="0"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  <a:lvl2pPr>
              <a:defRPr sz="1200"/>
            </a:lvl2pPr>
            <a:lvl3pPr>
              <a:defRPr sz="110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en-CA"/>
              <a:t>Click to add a subject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FCDB59CF-28B4-28B5-780C-BF63A0CD044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6063" y="414000"/>
            <a:ext cx="11699875" cy="765514"/>
          </a:xfrm>
        </p:spPr>
        <p:txBody>
          <a:bodyPr/>
          <a:lstStyle>
            <a:lvl1pPr>
              <a:defRPr/>
            </a:lvl1pPr>
          </a:lstStyle>
          <a:p>
            <a:r>
              <a:rPr lang="en-CA"/>
              <a:t>Click to add a headline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D951E8C-216B-5C63-F549-5696DD050F6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246063" y="1314000"/>
            <a:ext cx="5716800" cy="9450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600"/>
            </a:lvl4pPr>
            <a:lvl5pPr>
              <a:defRPr sz="2000"/>
            </a:lvl5pPr>
          </a:lstStyle>
          <a:p>
            <a:pPr lvl="0"/>
            <a:r>
              <a:rPr lang="en-CA"/>
              <a:t>Click to add text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FFCCBB23-F536-8A45-30A2-41B81DAF8AE5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229138" y="1314000"/>
            <a:ext cx="5716800" cy="9450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600"/>
            </a:lvl4pPr>
            <a:lvl5pPr>
              <a:defRPr sz="2000"/>
            </a:lvl5pPr>
          </a:lstStyle>
          <a:p>
            <a:pPr lvl="0"/>
            <a:r>
              <a:rPr lang="en-CA"/>
              <a:t>Click to add text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</p:txBody>
      </p:sp>
      <p:sp>
        <p:nvSpPr>
          <p:cNvPr id="5" name="Espace réservé du contenu 5">
            <a:extLst>
              <a:ext uri="{FF2B5EF4-FFF2-40B4-BE49-F238E27FC236}">
                <a16:creationId xmlns:a16="http://schemas.microsoft.com/office/drawing/2014/main" id="{EE4ED9E4-1ABB-9FFB-0DF6-75830D747E99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246063" y="2484000"/>
            <a:ext cx="11699875" cy="3870000"/>
          </a:xfrm>
          <a:noFill/>
          <a:effectLst/>
        </p:spPr>
        <p:txBody>
          <a:bodyPr tIns="72000" bIns="72000"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600"/>
            </a:lvl4pPr>
            <a:lvl5pPr>
              <a:defRPr sz="2000"/>
            </a:lvl5pPr>
          </a:lstStyle>
          <a:p>
            <a:pPr lvl="0"/>
            <a:r>
              <a:rPr lang="en-CA"/>
              <a:t>Click to add text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C9AE67C5-ED6B-38F3-CCA5-A9464789EA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4F48AD9-BF87-AD83-8CFE-D482CA2DCD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AE3DD-E46F-48E2-BAED-1C2B457B482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72203637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bloc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UJET">
            <a:extLst>
              <a:ext uri="{FF2B5EF4-FFF2-40B4-BE49-F238E27FC236}">
                <a16:creationId xmlns:a16="http://schemas.microsoft.com/office/drawing/2014/main" id="{381DB005-D543-1739-C4AB-F49BCF1E81C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46063" y="233999"/>
            <a:ext cx="5714937" cy="180001"/>
          </a:xfrm>
        </p:spPr>
        <p:txBody>
          <a:bodyPr lIns="18000" tIns="0" rIns="18000" bIns="0" anchor="ctr">
            <a:noAutofit/>
          </a:bodyPr>
          <a:lstStyle>
            <a:lvl1pPr marL="0" indent="0"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  <a:lvl2pPr>
              <a:defRPr sz="1200"/>
            </a:lvl2pPr>
            <a:lvl3pPr>
              <a:defRPr sz="110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en-CA"/>
              <a:t>Click to add a subject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FCDB59CF-28B4-28B5-780C-BF63A0CD044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6063" y="414000"/>
            <a:ext cx="11699875" cy="765514"/>
          </a:xfrm>
        </p:spPr>
        <p:txBody>
          <a:bodyPr/>
          <a:lstStyle>
            <a:lvl1pPr>
              <a:defRPr/>
            </a:lvl1pPr>
          </a:lstStyle>
          <a:p>
            <a:r>
              <a:rPr lang="en-CA"/>
              <a:t>Click to add a headline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D951E8C-216B-5C63-F549-5696DD050F6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246063" y="1402200"/>
            <a:ext cx="5716800" cy="23868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600"/>
            </a:lvl4pPr>
            <a:lvl5pPr>
              <a:defRPr sz="2000"/>
            </a:lvl5pPr>
          </a:lstStyle>
          <a:p>
            <a:pPr lvl="0"/>
            <a:r>
              <a:rPr lang="en-CA"/>
              <a:t>Click to add text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FFCCBB23-F536-8A45-30A2-41B81DAF8AE5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229138" y="1402200"/>
            <a:ext cx="5716800" cy="23868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600"/>
            </a:lvl4pPr>
            <a:lvl5pPr>
              <a:defRPr sz="2000"/>
            </a:lvl5pPr>
          </a:lstStyle>
          <a:p>
            <a:pPr lvl="0"/>
            <a:r>
              <a:rPr lang="en-CA"/>
              <a:t>Click to add text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</a:p>
        </p:txBody>
      </p:sp>
      <p:sp>
        <p:nvSpPr>
          <p:cNvPr id="14" name="Espace réservé du contenu 2">
            <a:extLst>
              <a:ext uri="{FF2B5EF4-FFF2-40B4-BE49-F238E27FC236}">
                <a16:creationId xmlns:a16="http://schemas.microsoft.com/office/drawing/2014/main" id="{79671C13-D1A7-D2D6-4CB7-A849EBEBF803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246000" y="3969000"/>
            <a:ext cx="5716800" cy="23868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600"/>
            </a:lvl4pPr>
            <a:lvl5pPr>
              <a:defRPr sz="2000"/>
            </a:lvl5pPr>
          </a:lstStyle>
          <a:p>
            <a:pPr lvl="0"/>
            <a:r>
              <a:rPr lang="en-CA"/>
              <a:t>Click to add text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</a:p>
        </p:txBody>
      </p:sp>
      <p:sp>
        <p:nvSpPr>
          <p:cNvPr id="15" name="Espace réservé du contenu 3">
            <a:extLst>
              <a:ext uri="{FF2B5EF4-FFF2-40B4-BE49-F238E27FC236}">
                <a16:creationId xmlns:a16="http://schemas.microsoft.com/office/drawing/2014/main" id="{E85BE0D7-62F6-6EB9-FFE6-AEFBDC66A9C7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6229075" y="3969000"/>
            <a:ext cx="5716800" cy="23868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600"/>
            </a:lvl4pPr>
            <a:lvl5pPr>
              <a:defRPr sz="2000"/>
            </a:lvl5pPr>
          </a:lstStyle>
          <a:p>
            <a:pPr lvl="0"/>
            <a:r>
              <a:rPr lang="en-CA"/>
              <a:t>Click to add text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C9AE67C5-ED6B-38F3-CCA5-A9464789EA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4F48AD9-BF87-AD83-8CFE-D482CA2DCD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AE3DD-E46F-48E2-BAED-1C2B457B482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07227762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blocks +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UJET">
            <a:extLst>
              <a:ext uri="{FF2B5EF4-FFF2-40B4-BE49-F238E27FC236}">
                <a16:creationId xmlns:a16="http://schemas.microsoft.com/office/drawing/2014/main" id="{381DB005-D543-1739-C4AB-F49BCF1E81C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46063" y="233999"/>
            <a:ext cx="5714937" cy="180001"/>
          </a:xfrm>
        </p:spPr>
        <p:txBody>
          <a:bodyPr lIns="18000" tIns="0" rIns="18000" bIns="0" anchor="ctr">
            <a:noAutofit/>
          </a:bodyPr>
          <a:lstStyle>
            <a:lvl1pPr marL="0" indent="0"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  <a:lvl2pPr>
              <a:defRPr sz="1200"/>
            </a:lvl2pPr>
            <a:lvl3pPr>
              <a:defRPr sz="110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en-CA"/>
              <a:t>Click to add a subject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FCDB59CF-28B4-28B5-780C-BF63A0CD044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6063" y="414000"/>
            <a:ext cx="11699875" cy="765514"/>
          </a:xfrm>
        </p:spPr>
        <p:txBody>
          <a:bodyPr/>
          <a:lstStyle>
            <a:lvl1pPr>
              <a:defRPr/>
            </a:lvl1pPr>
          </a:lstStyle>
          <a:p>
            <a:r>
              <a:rPr lang="en-CA"/>
              <a:t>Click to add a headline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D951E8C-216B-5C63-F549-5696DD050F6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246063" y="1402200"/>
            <a:ext cx="5716800" cy="20268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600"/>
            </a:lvl4pPr>
            <a:lvl5pPr>
              <a:defRPr sz="2000"/>
            </a:lvl5pPr>
          </a:lstStyle>
          <a:p>
            <a:pPr lvl="0"/>
            <a:r>
              <a:rPr lang="en-CA"/>
              <a:t>Click to add text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FFCCBB23-F536-8A45-30A2-41B81DAF8AE5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229138" y="1402200"/>
            <a:ext cx="5716800" cy="20268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600"/>
            </a:lvl4pPr>
            <a:lvl5pPr>
              <a:defRPr sz="2000"/>
            </a:lvl5pPr>
          </a:lstStyle>
          <a:p>
            <a:pPr lvl="0"/>
            <a:r>
              <a:rPr lang="en-CA"/>
              <a:t>Click to add text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</a:p>
        </p:txBody>
      </p:sp>
      <p:sp>
        <p:nvSpPr>
          <p:cNvPr id="14" name="Espace réservé du contenu 2">
            <a:extLst>
              <a:ext uri="{FF2B5EF4-FFF2-40B4-BE49-F238E27FC236}">
                <a16:creationId xmlns:a16="http://schemas.microsoft.com/office/drawing/2014/main" id="{79671C13-D1A7-D2D6-4CB7-A849EBEBF803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246000" y="3562200"/>
            <a:ext cx="5716800" cy="20268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600"/>
            </a:lvl4pPr>
            <a:lvl5pPr>
              <a:defRPr sz="2000"/>
            </a:lvl5pPr>
          </a:lstStyle>
          <a:p>
            <a:pPr lvl="0"/>
            <a:r>
              <a:rPr lang="en-CA"/>
              <a:t>Click to add text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</a:p>
        </p:txBody>
      </p:sp>
      <p:sp>
        <p:nvSpPr>
          <p:cNvPr id="15" name="Espace réservé du contenu 3">
            <a:extLst>
              <a:ext uri="{FF2B5EF4-FFF2-40B4-BE49-F238E27FC236}">
                <a16:creationId xmlns:a16="http://schemas.microsoft.com/office/drawing/2014/main" id="{E85BE0D7-62F6-6EB9-FFE6-AEFBDC66A9C7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6229075" y="3562200"/>
            <a:ext cx="5716800" cy="20268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600"/>
            </a:lvl4pPr>
            <a:lvl5pPr>
              <a:defRPr sz="2000"/>
            </a:lvl5pPr>
          </a:lstStyle>
          <a:p>
            <a:pPr lvl="0"/>
            <a:r>
              <a:rPr lang="en-CA"/>
              <a:t>Click to add text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</a:p>
        </p:txBody>
      </p:sp>
      <p:sp>
        <p:nvSpPr>
          <p:cNvPr id="5" name="BOÎTE DE MESSAGE">
            <a:extLst>
              <a:ext uri="{FF2B5EF4-FFF2-40B4-BE49-F238E27FC236}">
                <a16:creationId xmlns:a16="http://schemas.microsoft.com/office/drawing/2014/main" id="{DD418A2F-4DD4-E10C-AECF-0D05D97AAE6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46062" y="5724000"/>
            <a:ext cx="11700000" cy="630000"/>
          </a:xfrm>
          <a:solidFill>
            <a:schemeClr val="bg1"/>
          </a:solidFill>
          <a:effectLst>
            <a:innerShdw dist="6350" dir="16200000">
              <a:prstClr val="black"/>
            </a:innerShdw>
          </a:effectLst>
        </p:spPr>
        <p:txBody>
          <a:bodyPr tIns="72000"/>
          <a:lstStyle>
            <a:lvl1pPr>
              <a:defRPr sz="18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CA"/>
              <a:t>Click to edit the text in the message box</a:t>
            </a:r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C9AE67C5-ED6B-38F3-CCA5-A9464789EA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4F48AD9-BF87-AD83-8CFE-D482CA2DCD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AE3DD-E46F-48E2-BAED-1C2B457B482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92073479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blocks with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UJET">
            <a:extLst>
              <a:ext uri="{FF2B5EF4-FFF2-40B4-BE49-F238E27FC236}">
                <a16:creationId xmlns:a16="http://schemas.microsoft.com/office/drawing/2014/main" id="{1EB4CD61-4E34-17E6-55AC-EBFFB91C77F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46063" y="233999"/>
            <a:ext cx="5714937" cy="180001"/>
          </a:xfrm>
        </p:spPr>
        <p:txBody>
          <a:bodyPr lIns="18000" tIns="0" rIns="18000" bIns="0" anchor="ctr">
            <a:noAutofit/>
          </a:bodyPr>
          <a:lstStyle>
            <a:lvl1pPr marL="0" indent="0"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  <a:lvl2pPr>
              <a:defRPr sz="1200"/>
            </a:lvl2pPr>
            <a:lvl3pPr>
              <a:defRPr sz="110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en-CA"/>
              <a:t>Click to add a subject</a:t>
            </a:r>
          </a:p>
        </p:txBody>
      </p:sp>
      <p:sp>
        <p:nvSpPr>
          <p:cNvPr id="10" name="Titre 9">
            <a:extLst>
              <a:ext uri="{FF2B5EF4-FFF2-40B4-BE49-F238E27FC236}">
                <a16:creationId xmlns:a16="http://schemas.microsoft.com/office/drawing/2014/main" id="{CF669966-B637-42E1-99CB-17298981C1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6063" y="414000"/>
            <a:ext cx="11699875" cy="765514"/>
          </a:xfrm>
        </p:spPr>
        <p:txBody>
          <a:bodyPr/>
          <a:lstStyle/>
          <a:p>
            <a:r>
              <a:rPr lang="en-CA"/>
              <a:t>Click to add a headline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886BD1F-0A1D-D9F7-2AF2-C63A92897F7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46063" y="1404000"/>
            <a:ext cx="5716800" cy="360000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spcBef>
                <a:spcPts val="1800"/>
              </a:spcBef>
              <a:buNone/>
              <a:defRPr sz="1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Click to add a useful message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537B4DAF-B67C-D7BA-6BFB-26613C146AB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246063" y="1854000"/>
            <a:ext cx="5716800" cy="1935000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400"/>
            </a:lvl4pPr>
            <a:lvl5pPr>
              <a:defRPr sz="1800"/>
            </a:lvl5pPr>
          </a:lstStyle>
          <a:p>
            <a:pPr lvl="0"/>
            <a:r>
              <a:rPr lang="en-CA"/>
              <a:t>Click to add text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6EB027BF-65B8-826D-E0F9-96429F775072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229138" y="1404000"/>
            <a:ext cx="5716800" cy="360000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spcBef>
                <a:spcPts val="1800"/>
              </a:spcBef>
              <a:buNone/>
              <a:defRPr sz="1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Click to add a useful message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66F8DBA5-8B75-4F1B-88ED-459D83C98A53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229138" y="1854000"/>
            <a:ext cx="5716800" cy="1935000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400"/>
            </a:lvl4pPr>
            <a:lvl5pPr>
              <a:defRPr sz="1800"/>
            </a:lvl5pPr>
          </a:lstStyle>
          <a:p>
            <a:pPr lvl="0"/>
            <a:r>
              <a:rPr lang="en-CA"/>
              <a:t>Click to add text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</a:p>
        </p:txBody>
      </p:sp>
      <p:sp>
        <p:nvSpPr>
          <p:cNvPr id="2" name="Espace réservé du texte 2">
            <a:extLst>
              <a:ext uri="{FF2B5EF4-FFF2-40B4-BE49-F238E27FC236}">
                <a16:creationId xmlns:a16="http://schemas.microsoft.com/office/drawing/2014/main" id="{2D6471D6-FDF7-F2F5-A8CF-E0D23EE87301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246000" y="3969000"/>
            <a:ext cx="5716800" cy="360000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spcBef>
                <a:spcPts val="1800"/>
              </a:spcBef>
              <a:buNone/>
              <a:defRPr sz="1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Click to add a useful message</a:t>
            </a:r>
          </a:p>
        </p:txBody>
      </p:sp>
      <p:sp>
        <p:nvSpPr>
          <p:cNvPr id="7" name="Espace réservé du contenu 3">
            <a:extLst>
              <a:ext uri="{FF2B5EF4-FFF2-40B4-BE49-F238E27FC236}">
                <a16:creationId xmlns:a16="http://schemas.microsoft.com/office/drawing/2014/main" id="{85F16803-F344-1966-8862-4C9848BC7458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246000" y="4419000"/>
            <a:ext cx="5716800" cy="1935000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400"/>
            </a:lvl4pPr>
            <a:lvl5pPr>
              <a:defRPr sz="1800"/>
            </a:lvl5pPr>
          </a:lstStyle>
          <a:p>
            <a:pPr lvl="0"/>
            <a:r>
              <a:rPr lang="en-CA"/>
              <a:t>Click to add text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</a:p>
        </p:txBody>
      </p:sp>
      <p:sp>
        <p:nvSpPr>
          <p:cNvPr id="11" name="Espace réservé du texte 4">
            <a:extLst>
              <a:ext uri="{FF2B5EF4-FFF2-40B4-BE49-F238E27FC236}">
                <a16:creationId xmlns:a16="http://schemas.microsoft.com/office/drawing/2014/main" id="{14BC1B82-762D-DBAE-C324-363437DBA6F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29075" y="3969000"/>
            <a:ext cx="5716800" cy="360000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spcBef>
                <a:spcPts val="1800"/>
              </a:spcBef>
              <a:buNone/>
              <a:defRPr sz="1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Click to add a useful message</a:t>
            </a:r>
          </a:p>
        </p:txBody>
      </p:sp>
      <p:sp>
        <p:nvSpPr>
          <p:cNvPr id="12" name="Espace réservé du contenu 5">
            <a:extLst>
              <a:ext uri="{FF2B5EF4-FFF2-40B4-BE49-F238E27FC236}">
                <a16:creationId xmlns:a16="http://schemas.microsoft.com/office/drawing/2014/main" id="{C86A0315-79A4-A409-36C4-7465AA165A80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229075" y="4419000"/>
            <a:ext cx="5716800" cy="1935000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400"/>
            </a:lvl4pPr>
            <a:lvl5pPr>
              <a:defRPr sz="1800"/>
            </a:lvl5pPr>
          </a:lstStyle>
          <a:p>
            <a:pPr lvl="0"/>
            <a:r>
              <a:rPr lang="en-CA"/>
              <a:t>Click to add text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9BC59D39-C5EC-68B5-A618-27094EED21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FB94AD47-1E94-8F3E-D0FD-3E67829A41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AE3DD-E46F-48E2-BAED-1C2B457B482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61045140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blocks with title +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UJET">
            <a:extLst>
              <a:ext uri="{FF2B5EF4-FFF2-40B4-BE49-F238E27FC236}">
                <a16:creationId xmlns:a16="http://schemas.microsoft.com/office/drawing/2014/main" id="{1EB4CD61-4E34-17E6-55AC-EBFFB91C77F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46063" y="233999"/>
            <a:ext cx="5714937" cy="180001"/>
          </a:xfrm>
        </p:spPr>
        <p:txBody>
          <a:bodyPr lIns="18000" tIns="0" rIns="18000" bIns="0" anchor="ctr">
            <a:noAutofit/>
          </a:bodyPr>
          <a:lstStyle>
            <a:lvl1pPr marL="0" indent="0"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  <a:lvl2pPr>
              <a:defRPr sz="1200"/>
            </a:lvl2pPr>
            <a:lvl3pPr>
              <a:defRPr sz="110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en-CA"/>
              <a:t>Click to add a subject</a:t>
            </a:r>
          </a:p>
        </p:txBody>
      </p:sp>
      <p:sp>
        <p:nvSpPr>
          <p:cNvPr id="10" name="Titre 9">
            <a:extLst>
              <a:ext uri="{FF2B5EF4-FFF2-40B4-BE49-F238E27FC236}">
                <a16:creationId xmlns:a16="http://schemas.microsoft.com/office/drawing/2014/main" id="{CF669966-B637-42E1-99CB-17298981C1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6063" y="414000"/>
            <a:ext cx="11699875" cy="765514"/>
          </a:xfrm>
        </p:spPr>
        <p:txBody>
          <a:bodyPr/>
          <a:lstStyle/>
          <a:p>
            <a:r>
              <a:rPr lang="en-CA"/>
              <a:t>Click to add a headline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886BD1F-0A1D-D9F7-2AF2-C63A92897F7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46063" y="1404000"/>
            <a:ext cx="5716800" cy="360000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spcBef>
                <a:spcPts val="1800"/>
              </a:spcBef>
              <a:buNone/>
              <a:defRPr sz="1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Click to add a useful message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537B4DAF-B67C-D7BA-6BFB-26613C146AB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246063" y="1854000"/>
            <a:ext cx="5716800" cy="1573200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400"/>
            </a:lvl4pPr>
            <a:lvl5pPr>
              <a:defRPr sz="1800"/>
            </a:lvl5pPr>
          </a:lstStyle>
          <a:p>
            <a:pPr lvl="0"/>
            <a:r>
              <a:rPr lang="en-CA"/>
              <a:t>Click to add text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6EB027BF-65B8-826D-E0F9-96429F775072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229138" y="1404000"/>
            <a:ext cx="5716800" cy="360000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spcBef>
                <a:spcPts val="1800"/>
              </a:spcBef>
              <a:buNone/>
              <a:defRPr sz="1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Click to add a useful message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66F8DBA5-8B75-4F1B-88ED-459D83C98A53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229138" y="1854000"/>
            <a:ext cx="5716800" cy="1573200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400"/>
            </a:lvl4pPr>
            <a:lvl5pPr>
              <a:defRPr sz="1800"/>
            </a:lvl5pPr>
          </a:lstStyle>
          <a:p>
            <a:pPr lvl="0"/>
            <a:r>
              <a:rPr lang="en-CA"/>
              <a:t>Click to add text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</a:p>
        </p:txBody>
      </p:sp>
      <p:sp>
        <p:nvSpPr>
          <p:cNvPr id="2" name="Espace réservé du texte 2">
            <a:extLst>
              <a:ext uri="{FF2B5EF4-FFF2-40B4-BE49-F238E27FC236}">
                <a16:creationId xmlns:a16="http://schemas.microsoft.com/office/drawing/2014/main" id="{2D6471D6-FDF7-F2F5-A8CF-E0D23EE87301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246000" y="3564000"/>
            <a:ext cx="5716800" cy="360000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spcBef>
                <a:spcPts val="1800"/>
              </a:spcBef>
              <a:buNone/>
              <a:defRPr sz="1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Click to add a useful message</a:t>
            </a:r>
          </a:p>
        </p:txBody>
      </p:sp>
      <p:sp>
        <p:nvSpPr>
          <p:cNvPr id="7" name="Espace réservé du contenu 3">
            <a:extLst>
              <a:ext uri="{FF2B5EF4-FFF2-40B4-BE49-F238E27FC236}">
                <a16:creationId xmlns:a16="http://schemas.microsoft.com/office/drawing/2014/main" id="{85F16803-F344-1966-8862-4C9848BC7458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246000" y="4014000"/>
            <a:ext cx="5716800" cy="1573200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400"/>
            </a:lvl4pPr>
            <a:lvl5pPr>
              <a:defRPr sz="1800"/>
            </a:lvl5pPr>
          </a:lstStyle>
          <a:p>
            <a:pPr lvl="0"/>
            <a:r>
              <a:rPr lang="en-CA"/>
              <a:t>Click to add text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</a:p>
        </p:txBody>
      </p:sp>
      <p:sp>
        <p:nvSpPr>
          <p:cNvPr id="11" name="Espace réservé du texte 4">
            <a:extLst>
              <a:ext uri="{FF2B5EF4-FFF2-40B4-BE49-F238E27FC236}">
                <a16:creationId xmlns:a16="http://schemas.microsoft.com/office/drawing/2014/main" id="{14BC1B82-762D-DBAE-C324-363437DBA6F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29075" y="3564000"/>
            <a:ext cx="5716800" cy="360000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spcBef>
                <a:spcPts val="1800"/>
              </a:spcBef>
              <a:buNone/>
              <a:defRPr sz="1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Click to add a useful message</a:t>
            </a:r>
          </a:p>
        </p:txBody>
      </p:sp>
      <p:sp>
        <p:nvSpPr>
          <p:cNvPr id="12" name="Espace réservé du contenu 5">
            <a:extLst>
              <a:ext uri="{FF2B5EF4-FFF2-40B4-BE49-F238E27FC236}">
                <a16:creationId xmlns:a16="http://schemas.microsoft.com/office/drawing/2014/main" id="{C86A0315-79A4-A409-36C4-7465AA165A80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229075" y="4014000"/>
            <a:ext cx="5716800" cy="1573200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400"/>
            </a:lvl4pPr>
            <a:lvl5pPr>
              <a:defRPr sz="1800"/>
            </a:lvl5pPr>
          </a:lstStyle>
          <a:p>
            <a:pPr lvl="0"/>
            <a:r>
              <a:rPr lang="en-CA"/>
              <a:t>Click to add text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</a:p>
        </p:txBody>
      </p:sp>
      <p:sp>
        <p:nvSpPr>
          <p:cNvPr id="14" name="BOÎTE DE MESSAGE">
            <a:extLst>
              <a:ext uri="{FF2B5EF4-FFF2-40B4-BE49-F238E27FC236}">
                <a16:creationId xmlns:a16="http://schemas.microsoft.com/office/drawing/2014/main" id="{5B9C9207-0C84-AAA0-899B-2BDBEEB728C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46062" y="5724000"/>
            <a:ext cx="11700000" cy="630000"/>
          </a:xfrm>
          <a:solidFill>
            <a:schemeClr val="bg1"/>
          </a:solidFill>
          <a:effectLst>
            <a:innerShdw dist="6350" dir="16200000">
              <a:prstClr val="black"/>
            </a:innerShdw>
          </a:effectLst>
        </p:spPr>
        <p:txBody>
          <a:bodyPr tIns="72000"/>
          <a:lstStyle>
            <a:lvl1pPr>
              <a:defRPr sz="18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CA"/>
              <a:t>Click to edit the text in the message box</a:t>
            </a:r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9BC59D39-C5EC-68B5-A618-27094EED21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FB94AD47-1E94-8F3E-D0FD-3E67829A41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AE3DD-E46F-48E2-BAED-1C2B457B482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16452804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_4 blocks with title + box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UJET">
            <a:extLst>
              <a:ext uri="{FF2B5EF4-FFF2-40B4-BE49-F238E27FC236}">
                <a16:creationId xmlns:a16="http://schemas.microsoft.com/office/drawing/2014/main" id="{1EB4CD61-4E34-17E6-55AC-EBFFB91C77F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46063" y="233999"/>
            <a:ext cx="5714937" cy="180001"/>
          </a:xfrm>
        </p:spPr>
        <p:txBody>
          <a:bodyPr lIns="18000" tIns="0" rIns="18000" bIns="0" anchor="ctr">
            <a:noAutofit/>
          </a:bodyPr>
          <a:lstStyle>
            <a:lvl1pPr marL="0" indent="0"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  <a:lvl2pPr>
              <a:defRPr sz="1200"/>
            </a:lvl2pPr>
            <a:lvl3pPr>
              <a:defRPr sz="110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en-CA"/>
              <a:t>Click to add a subject</a:t>
            </a:r>
          </a:p>
        </p:txBody>
      </p:sp>
      <p:sp>
        <p:nvSpPr>
          <p:cNvPr id="10" name="Titre 9">
            <a:extLst>
              <a:ext uri="{FF2B5EF4-FFF2-40B4-BE49-F238E27FC236}">
                <a16:creationId xmlns:a16="http://schemas.microsoft.com/office/drawing/2014/main" id="{CF669966-B637-42E1-99CB-17298981C1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6063" y="414000"/>
            <a:ext cx="11699875" cy="765514"/>
          </a:xfrm>
        </p:spPr>
        <p:txBody>
          <a:bodyPr/>
          <a:lstStyle/>
          <a:p>
            <a:r>
              <a:rPr lang="en-CA"/>
              <a:t>Click to add a headline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886BD1F-0A1D-D9F7-2AF2-C63A92897F7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46063" y="1404000"/>
            <a:ext cx="5716800" cy="360000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spcBef>
                <a:spcPts val="1800"/>
              </a:spcBef>
              <a:buNone/>
              <a:defRPr sz="1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Click to add a useful message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537B4DAF-B67C-D7BA-6BFB-26613C146AB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246063" y="1854000"/>
            <a:ext cx="5716800" cy="1573200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400"/>
            </a:lvl4pPr>
            <a:lvl5pPr>
              <a:defRPr sz="1800"/>
            </a:lvl5pPr>
          </a:lstStyle>
          <a:p>
            <a:pPr lvl="0"/>
            <a:r>
              <a:rPr lang="en-CA"/>
              <a:t>Click to add text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6EB027BF-65B8-826D-E0F9-96429F775072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229138" y="1404000"/>
            <a:ext cx="5716800" cy="360000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spcBef>
                <a:spcPts val="1800"/>
              </a:spcBef>
              <a:buNone/>
              <a:defRPr sz="1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Click to add a useful message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66F8DBA5-8B75-4F1B-88ED-459D83C98A53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229138" y="1854000"/>
            <a:ext cx="5716800" cy="1573200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400"/>
            </a:lvl4pPr>
            <a:lvl5pPr>
              <a:defRPr sz="1800"/>
            </a:lvl5pPr>
          </a:lstStyle>
          <a:p>
            <a:pPr lvl="0"/>
            <a:r>
              <a:rPr lang="en-CA"/>
              <a:t>Click to add text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</a:p>
        </p:txBody>
      </p:sp>
      <p:sp>
        <p:nvSpPr>
          <p:cNvPr id="2" name="Espace réservé du texte 2">
            <a:extLst>
              <a:ext uri="{FF2B5EF4-FFF2-40B4-BE49-F238E27FC236}">
                <a16:creationId xmlns:a16="http://schemas.microsoft.com/office/drawing/2014/main" id="{2D6471D6-FDF7-F2F5-A8CF-E0D23EE87301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246000" y="3564000"/>
            <a:ext cx="5716800" cy="360000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spcBef>
                <a:spcPts val="1800"/>
              </a:spcBef>
              <a:buNone/>
              <a:defRPr sz="1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Click to add a useful message</a:t>
            </a:r>
          </a:p>
        </p:txBody>
      </p:sp>
      <p:sp>
        <p:nvSpPr>
          <p:cNvPr id="7" name="Espace réservé du contenu 3">
            <a:extLst>
              <a:ext uri="{FF2B5EF4-FFF2-40B4-BE49-F238E27FC236}">
                <a16:creationId xmlns:a16="http://schemas.microsoft.com/office/drawing/2014/main" id="{85F16803-F344-1966-8862-4C9848BC7458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246000" y="4014000"/>
            <a:ext cx="5716800" cy="1573200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400"/>
            </a:lvl4pPr>
            <a:lvl5pPr>
              <a:defRPr sz="1800"/>
            </a:lvl5pPr>
          </a:lstStyle>
          <a:p>
            <a:pPr lvl="0"/>
            <a:r>
              <a:rPr lang="en-CA"/>
              <a:t>Click to add text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</a:p>
        </p:txBody>
      </p:sp>
      <p:sp>
        <p:nvSpPr>
          <p:cNvPr id="11" name="Espace réservé du texte 4">
            <a:extLst>
              <a:ext uri="{FF2B5EF4-FFF2-40B4-BE49-F238E27FC236}">
                <a16:creationId xmlns:a16="http://schemas.microsoft.com/office/drawing/2014/main" id="{14BC1B82-762D-DBAE-C324-363437DBA6F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29075" y="3564000"/>
            <a:ext cx="5716800" cy="360000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spcBef>
                <a:spcPts val="1800"/>
              </a:spcBef>
              <a:buNone/>
              <a:defRPr sz="1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Click to add a useful message</a:t>
            </a:r>
          </a:p>
        </p:txBody>
      </p:sp>
      <p:sp>
        <p:nvSpPr>
          <p:cNvPr id="12" name="Espace réservé du contenu 5">
            <a:extLst>
              <a:ext uri="{FF2B5EF4-FFF2-40B4-BE49-F238E27FC236}">
                <a16:creationId xmlns:a16="http://schemas.microsoft.com/office/drawing/2014/main" id="{C86A0315-79A4-A409-36C4-7465AA165A80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229075" y="4014000"/>
            <a:ext cx="5716800" cy="1573200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400"/>
            </a:lvl4pPr>
            <a:lvl5pPr>
              <a:defRPr sz="1800"/>
            </a:lvl5pPr>
          </a:lstStyle>
          <a:p>
            <a:pPr lvl="0"/>
            <a:r>
              <a:rPr lang="en-CA"/>
              <a:t>Click to add text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</a:p>
        </p:txBody>
      </p:sp>
      <p:sp>
        <p:nvSpPr>
          <p:cNvPr id="14" name="BOÎTE DE MESSAGE">
            <a:extLst>
              <a:ext uri="{FF2B5EF4-FFF2-40B4-BE49-F238E27FC236}">
                <a16:creationId xmlns:a16="http://schemas.microsoft.com/office/drawing/2014/main" id="{5B9C9207-0C84-AAA0-899B-2BDBEEB728C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46062" y="5724000"/>
            <a:ext cx="11700000" cy="630000"/>
          </a:xfrm>
          <a:solidFill>
            <a:schemeClr val="bg2"/>
          </a:solidFill>
          <a:effectLst>
            <a:innerShdw dist="6350" dir="16200000">
              <a:prstClr val="black"/>
            </a:innerShdw>
          </a:effectLst>
        </p:spPr>
        <p:txBody>
          <a:bodyPr tIns="72000"/>
          <a:lstStyle>
            <a:lvl1pPr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lang="en-CA"/>
              <a:t>Click to edit the text in the message box</a:t>
            </a:r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9BC59D39-C5EC-68B5-A618-27094EED21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FB94AD47-1E94-8F3E-D0FD-3E67829A41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AE3DD-E46F-48E2-BAED-1C2B457B482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773283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UJET">
            <a:extLst>
              <a:ext uri="{FF2B5EF4-FFF2-40B4-BE49-F238E27FC236}">
                <a16:creationId xmlns:a16="http://schemas.microsoft.com/office/drawing/2014/main" id="{21A7CD8D-44F7-02ED-5C49-9737410146A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46063" y="233999"/>
            <a:ext cx="5714937" cy="180001"/>
          </a:xfrm>
        </p:spPr>
        <p:txBody>
          <a:bodyPr lIns="18000" tIns="0" rIns="18000" bIns="0" anchor="ctr">
            <a:noAutofit/>
          </a:bodyPr>
          <a:lstStyle>
            <a:lvl1pPr marL="0" indent="0"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  <a:lvl2pPr>
              <a:defRPr sz="1200"/>
            </a:lvl2pPr>
            <a:lvl3pPr>
              <a:defRPr sz="110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en-CA"/>
              <a:t>Click to add a subject</a:t>
            </a:r>
          </a:p>
        </p:txBody>
      </p:sp>
      <p:sp>
        <p:nvSpPr>
          <p:cNvPr id="8" name="Titre 7">
            <a:extLst>
              <a:ext uri="{FF2B5EF4-FFF2-40B4-BE49-F238E27FC236}">
                <a16:creationId xmlns:a16="http://schemas.microsoft.com/office/drawing/2014/main" id="{9567728D-28A1-A027-FFDC-C0516C4971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CA"/>
              <a:t>Click to add “Conclusion”, “In summary” or another message</a:t>
            </a:r>
          </a:p>
        </p:txBody>
      </p:sp>
      <p:sp>
        <p:nvSpPr>
          <p:cNvPr id="2" name="Espace réservé du texte 8">
            <a:extLst>
              <a:ext uri="{FF2B5EF4-FFF2-40B4-BE49-F238E27FC236}">
                <a16:creationId xmlns:a16="http://schemas.microsoft.com/office/drawing/2014/main" id="{D62F8259-EBA7-95DD-3A5A-55E62D36D391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245587" y="1313999"/>
            <a:ext cx="11700351" cy="894313"/>
          </a:xfrm>
          <a:solidFill>
            <a:schemeClr val="tx2"/>
          </a:solidFill>
          <a:effectLst>
            <a:innerShdw dist="6350" dir="16200000">
              <a:prstClr val="black"/>
            </a:innerShdw>
          </a:effectLst>
        </p:spPr>
        <p:txBody>
          <a:bodyPr tIns="21600" bIns="0" anchor="t"/>
          <a:lstStyle>
            <a:lvl1pPr>
              <a:lnSpc>
                <a:spcPct val="90000"/>
              </a:lnSpc>
              <a:spcBef>
                <a:spcPts val="0"/>
              </a:spcBef>
              <a:buNone/>
              <a:defRPr sz="5400" spc="-150" baseline="0">
                <a:solidFill>
                  <a:schemeClr val="bg2"/>
                </a:solidFill>
              </a:defRPr>
            </a:lvl1pPr>
          </a:lstStyle>
          <a:p>
            <a:pPr lvl="0"/>
            <a:r>
              <a:rPr lang="en-CA"/>
              <a:t>##</a:t>
            </a:r>
          </a:p>
        </p:txBody>
      </p:sp>
      <p:sp>
        <p:nvSpPr>
          <p:cNvPr id="13" name="Espace réservé du texte 9">
            <a:extLst>
              <a:ext uri="{FF2B5EF4-FFF2-40B4-BE49-F238E27FC236}">
                <a16:creationId xmlns:a16="http://schemas.microsoft.com/office/drawing/2014/main" id="{ED1D820B-AD44-0673-3D10-BC4E2E37F84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775288" y="1316081"/>
            <a:ext cx="10170650" cy="894313"/>
          </a:xfrm>
          <a:noFill/>
          <a:effectLst/>
        </p:spPr>
        <p:txBody>
          <a:bodyPr tIns="72000" bIns="0" anchor="t"/>
          <a:lstStyle>
            <a:lvl1pPr>
              <a:lnSpc>
                <a:spcPct val="9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</a:lstStyle>
          <a:p>
            <a:pPr lvl="0"/>
            <a:r>
              <a:rPr lang="en-CA"/>
              <a:t>Click to add a first key takeaway</a:t>
            </a:r>
          </a:p>
        </p:txBody>
      </p:sp>
      <p:sp>
        <p:nvSpPr>
          <p:cNvPr id="3" name="Espace réservé du texte 8">
            <a:extLst>
              <a:ext uri="{FF2B5EF4-FFF2-40B4-BE49-F238E27FC236}">
                <a16:creationId xmlns:a16="http://schemas.microsoft.com/office/drawing/2014/main" id="{97B4B451-08A6-706C-B55D-63976681FB61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246000" y="2348999"/>
            <a:ext cx="11700351" cy="894313"/>
          </a:xfrm>
          <a:solidFill>
            <a:schemeClr val="tx2"/>
          </a:solidFill>
          <a:effectLst>
            <a:innerShdw dist="6350" dir="16200000">
              <a:prstClr val="black"/>
            </a:innerShdw>
          </a:effectLst>
        </p:spPr>
        <p:txBody>
          <a:bodyPr tIns="21600" bIns="0" anchor="t"/>
          <a:lstStyle>
            <a:lvl1pPr>
              <a:lnSpc>
                <a:spcPct val="90000"/>
              </a:lnSpc>
              <a:spcBef>
                <a:spcPts val="0"/>
              </a:spcBef>
              <a:buNone/>
              <a:defRPr sz="5400" spc="-150" baseline="0">
                <a:solidFill>
                  <a:schemeClr val="bg2"/>
                </a:solidFill>
              </a:defRPr>
            </a:lvl1pPr>
          </a:lstStyle>
          <a:p>
            <a:pPr lvl="0"/>
            <a:r>
              <a:rPr lang="en-CA"/>
              <a:t>##</a:t>
            </a:r>
          </a:p>
        </p:txBody>
      </p:sp>
      <p:sp>
        <p:nvSpPr>
          <p:cNvPr id="17" name="Espace réservé du texte 9">
            <a:extLst>
              <a:ext uri="{FF2B5EF4-FFF2-40B4-BE49-F238E27FC236}">
                <a16:creationId xmlns:a16="http://schemas.microsoft.com/office/drawing/2014/main" id="{5DE132D2-0035-8F31-5B6D-200C9C5DCB8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775288" y="2350561"/>
            <a:ext cx="10170650" cy="894313"/>
          </a:xfrm>
          <a:noFill/>
          <a:effectLst/>
        </p:spPr>
        <p:txBody>
          <a:bodyPr tIns="72000" bIns="0" anchor="t"/>
          <a:lstStyle>
            <a:lvl1pPr>
              <a:lnSpc>
                <a:spcPct val="9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</a:lstStyle>
          <a:p>
            <a:pPr lvl="0"/>
            <a:r>
              <a:rPr lang="en-CA"/>
              <a:t>Click to add a second key takeaway</a:t>
            </a:r>
          </a:p>
        </p:txBody>
      </p:sp>
      <p:sp>
        <p:nvSpPr>
          <p:cNvPr id="4" name="Espace réservé du texte 8">
            <a:extLst>
              <a:ext uri="{FF2B5EF4-FFF2-40B4-BE49-F238E27FC236}">
                <a16:creationId xmlns:a16="http://schemas.microsoft.com/office/drawing/2014/main" id="{1E832136-0676-3CFD-B440-A6D0A0B6A8EE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246000" y="3383999"/>
            <a:ext cx="11700351" cy="894313"/>
          </a:xfrm>
          <a:solidFill>
            <a:schemeClr val="tx2"/>
          </a:solidFill>
          <a:effectLst>
            <a:innerShdw dist="6350" dir="16200000">
              <a:prstClr val="black"/>
            </a:innerShdw>
          </a:effectLst>
        </p:spPr>
        <p:txBody>
          <a:bodyPr tIns="21600" bIns="0" anchor="t"/>
          <a:lstStyle>
            <a:lvl1pPr>
              <a:lnSpc>
                <a:spcPct val="90000"/>
              </a:lnSpc>
              <a:spcBef>
                <a:spcPts val="0"/>
              </a:spcBef>
              <a:buNone/>
              <a:defRPr sz="5400" spc="-150" baseline="0">
                <a:solidFill>
                  <a:schemeClr val="bg2"/>
                </a:solidFill>
              </a:defRPr>
            </a:lvl1pPr>
          </a:lstStyle>
          <a:p>
            <a:pPr lvl="0"/>
            <a:r>
              <a:rPr lang="en-CA"/>
              <a:t>##</a:t>
            </a:r>
          </a:p>
        </p:txBody>
      </p:sp>
      <p:sp>
        <p:nvSpPr>
          <p:cNvPr id="21" name="Espace réservé du texte 9">
            <a:extLst>
              <a:ext uri="{FF2B5EF4-FFF2-40B4-BE49-F238E27FC236}">
                <a16:creationId xmlns:a16="http://schemas.microsoft.com/office/drawing/2014/main" id="{3C8A679E-4138-FA25-4D7D-8A86FF977A8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776000" y="3385041"/>
            <a:ext cx="10170650" cy="894313"/>
          </a:xfrm>
          <a:noFill/>
          <a:effectLst/>
        </p:spPr>
        <p:txBody>
          <a:bodyPr tIns="72000" bIns="0" anchor="t"/>
          <a:lstStyle>
            <a:lvl1pPr>
              <a:lnSpc>
                <a:spcPct val="9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</a:lstStyle>
          <a:p>
            <a:pPr lvl="0"/>
            <a:r>
              <a:rPr lang="en-CA"/>
              <a:t>Click to add a third key takeaway</a:t>
            </a:r>
          </a:p>
        </p:txBody>
      </p:sp>
      <p:sp>
        <p:nvSpPr>
          <p:cNvPr id="6" name="Espace réservé du texte 8">
            <a:extLst>
              <a:ext uri="{FF2B5EF4-FFF2-40B4-BE49-F238E27FC236}">
                <a16:creationId xmlns:a16="http://schemas.microsoft.com/office/drawing/2014/main" id="{29AF0A02-3037-4F1F-F44A-2B5A1497D794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245587" y="4418999"/>
            <a:ext cx="11700351" cy="894313"/>
          </a:xfrm>
          <a:solidFill>
            <a:schemeClr val="tx2"/>
          </a:solidFill>
          <a:effectLst>
            <a:innerShdw dist="6350" dir="16200000">
              <a:prstClr val="black"/>
            </a:innerShdw>
          </a:effectLst>
        </p:spPr>
        <p:txBody>
          <a:bodyPr tIns="21600" bIns="0" anchor="t"/>
          <a:lstStyle>
            <a:lvl1pPr>
              <a:lnSpc>
                <a:spcPct val="90000"/>
              </a:lnSpc>
              <a:spcBef>
                <a:spcPts val="0"/>
              </a:spcBef>
              <a:buNone/>
              <a:defRPr sz="5400" spc="-150" baseline="0">
                <a:solidFill>
                  <a:schemeClr val="bg2"/>
                </a:solidFill>
              </a:defRPr>
            </a:lvl1pPr>
          </a:lstStyle>
          <a:p>
            <a:pPr lvl="0"/>
            <a:r>
              <a:rPr lang="en-CA"/>
              <a:t>##</a:t>
            </a:r>
          </a:p>
        </p:txBody>
      </p:sp>
      <p:sp>
        <p:nvSpPr>
          <p:cNvPr id="25" name="Espace réservé du texte 9">
            <a:extLst>
              <a:ext uri="{FF2B5EF4-FFF2-40B4-BE49-F238E27FC236}">
                <a16:creationId xmlns:a16="http://schemas.microsoft.com/office/drawing/2014/main" id="{4912813F-9796-67D8-245A-2B601D4A084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776000" y="4419521"/>
            <a:ext cx="10170650" cy="894313"/>
          </a:xfrm>
          <a:noFill/>
          <a:effectLst/>
        </p:spPr>
        <p:txBody>
          <a:bodyPr tIns="72000" bIns="0" anchor="t"/>
          <a:lstStyle>
            <a:lvl1pPr>
              <a:lnSpc>
                <a:spcPct val="9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</a:lstStyle>
          <a:p>
            <a:pPr lvl="0"/>
            <a:r>
              <a:rPr lang="en-CA"/>
              <a:t>Click to add a fourth key takeaway</a:t>
            </a:r>
          </a:p>
        </p:txBody>
      </p:sp>
      <p:sp>
        <p:nvSpPr>
          <p:cNvPr id="7" name="Espace réservé du texte 8">
            <a:extLst>
              <a:ext uri="{FF2B5EF4-FFF2-40B4-BE49-F238E27FC236}">
                <a16:creationId xmlns:a16="http://schemas.microsoft.com/office/drawing/2014/main" id="{D4FF912E-FFBF-B68E-147F-8B210909EE4B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246000" y="5454000"/>
            <a:ext cx="11700351" cy="894313"/>
          </a:xfrm>
          <a:solidFill>
            <a:schemeClr val="tx2"/>
          </a:solidFill>
          <a:effectLst>
            <a:innerShdw dist="6350" dir="16200000">
              <a:prstClr val="black"/>
            </a:innerShdw>
          </a:effectLst>
        </p:spPr>
        <p:txBody>
          <a:bodyPr tIns="21600" bIns="0" anchor="t"/>
          <a:lstStyle>
            <a:lvl1pPr>
              <a:lnSpc>
                <a:spcPct val="90000"/>
              </a:lnSpc>
              <a:spcBef>
                <a:spcPts val="0"/>
              </a:spcBef>
              <a:buNone/>
              <a:defRPr sz="5400" spc="-150" baseline="0">
                <a:solidFill>
                  <a:schemeClr val="bg2"/>
                </a:solidFill>
              </a:defRPr>
            </a:lvl1pPr>
          </a:lstStyle>
          <a:p>
            <a:pPr lvl="0"/>
            <a:r>
              <a:rPr lang="en-CA"/>
              <a:t>##</a:t>
            </a:r>
          </a:p>
        </p:txBody>
      </p:sp>
      <p:sp>
        <p:nvSpPr>
          <p:cNvPr id="9" name="Espace réservé du texte 9">
            <a:extLst>
              <a:ext uri="{FF2B5EF4-FFF2-40B4-BE49-F238E27FC236}">
                <a16:creationId xmlns:a16="http://schemas.microsoft.com/office/drawing/2014/main" id="{52BB82EF-ACCD-872C-E0B5-8FE445F67D9D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1776413" y="5454000"/>
            <a:ext cx="10170650" cy="894313"/>
          </a:xfrm>
          <a:noFill/>
          <a:effectLst/>
        </p:spPr>
        <p:txBody>
          <a:bodyPr tIns="72000" bIns="0" anchor="t"/>
          <a:lstStyle>
            <a:lvl1pPr>
              <a:lnSpc>
                <a:spcPct val="9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</a:lstStyle>
          <a:p>
            <a:pPr lvl="0"/>
            <a:r>
              <a:rPr lang="en-CA"/>
              <a:t>Click to add a fifth key takeaway</a:t>
            </a:r>
          </a:p>
        </p:txBody>
      </p:sp>
      <p:sp>
        <p:nvSpPr>
          <p:cNvPr id="63" name="Espace réservé du pied de page 62">
            <a:extLst>
              <a:ext uri="{FF2B5EF4-FFF2-40B4-BE49-F238E27FC236}">
                <a16:creationId xmlns:a16="http://schemas.microsoft.com/office/drawing/2014/main" id="{B11FD893-0ECD-C569-7734-4136F788E406}"/>
              </a:ext>
            </a:extLst>
          </p:cNvPr>
          <p:cNvSpPr>
            <a:spLocks noGrp="1"/>
          </p:cNvSpPr>
          <p:nvPr>
            <p:ph type="ftr" sz="quarter" idx="62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4" name="Espace réservé du numéro de diapositive 63">
            <a:extLst>
              <a:ext uri="{FF2B5EF4-FFF2-40B4-BE49-F238E27FC236}">
                <a16:creationId xmlns:a16="http://schemas.microsoft.com/office/drawing/2014/main" id="{AE510988-DE02-5DB0-82D4-38C65EFFDF7D}"/>
              </a:ext>
            </a:extLst>
          </p:cNvPr>
          <p:cNvSpPr>
            <a:spLocks noGrp="1"/>
          </p:cNvSpPr>
          <p:nvPr>
            <p:ph type="sldNum" sz="quarter" idx="63"/>
          </p:nvPr>
        </p:nvSpPr>
        <p:spPr/>
        <p:txBody>
          <a:bodyPr/>
          <a:lstStyle/>
          <a:p>
            <a:fld id="{21DAE3DD-E46F-48E2-BAED-1C2B457B4828}" type="slidenum">
              <a:rPr lang="en-CA" smtClean="0"/>
              <a:pPr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784208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ore template instructions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>
            <a:extLst>
              <a:ext uri="{FF2B5EF4-FFF2-40B4-BE49-F238E27FC236}">
                <a16:creationId xmlns:a16="http://schemas.microsoft.com/office/drawing/2014/main" id="{C6B413FA-A402-C68A-45FB-D5608FB6B340}"/>
              </a:ext>
            </a:extLst>
          </p:cNvPr>
          <p:cNvSpPr txBox="1"/>
          <p:nvPr userDrawn="1"/>
        </p:nvSpPr>
        <p:spPr>
          <a:xfrm>
            <a:off x="246064" y="279400"/>
            <a:ext cx="11699874" cy="629920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>
              <a:lnSpc>
                <a:spcPct val="80000"/>
              </a:lnSpc>
            </a:pPr>
            <a:r>
              <a:rPr lang="en-CA" sz="11500"/>
              <a:t>More template instructions</a:t>
            </a:r>
          </a:p>
        </p:txBody>
      </p:sp>
    </p:spTree>
    <p:extLst>
      <p:ext uri="{BB962C8B-B14F-4D97-AF65-F5344CB8AC3E}">
        <p14:creationId xmlns:p14="http://schemas.microsoft.com/office/powerpoint/2010/main" val="95688238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ealth Management colour palet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SUJET">
            <a:extLst>
              <a:ext uri="{FF2B5EF4-FFF2-40B4-BE49-F238E27FC236}">
                <a16:creationId xmlns:a16="http://schemas.microsoft.com/office/drawing/2014/main" id="{32BC883D-5547-85E9-6984-831384F0673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46063" y="233999"/>
            <a:ext cx="5714937" cy="180001"/>
          </a:xfrm>
        </p:spPr>
        <p:txBody>
          <a:bodyPr lIns="18000" tIns="0" rIns="18000" bIns="0" anchor="ctr">
            <a:noAutofit/>
          </a:bodyPr>
          <a:lstStyle>
            <a:lvl1pPr marL="0" indent="0"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  <a:lvl2pPr>
              <a:defRPr sz="1200"/>
            </a:lvl2pPr>
            <a:lvl3pPr>
              <a:defRPr sz="110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en-CA"/>
              <a:t>Click to add a subject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46FDEBB-7D4D-36B4-D48D-E5618E05DFBB}"/>
              </a:ext>
            </a:extLst>
          </p:cNvPr>
          <p:cNvSpPr/>
          <p:nvPr userDrawn="1"/>
        </p:nvSpPr>
        <p:spPr bwMode="auto">
          <a:xfrm>
            <a:off x="246000" y="413999"/>
            <a:ext cx="11699938" cy="76551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45720" rIns="72000" bIns="45720" numCol="1" rtlCol="0" anchor="t" anchorCtr="0" compatLnSpc="1">
            <a:prstTxWarp prst="textNoShape">
              <a:avLst/>
            </a:prstTxWarp>
          </a:bodyPr>
          <a:lstStyle/>
          <a:p>
            <a:pPr>
              <a:lnSpc>
                <a:spcPct val="90000"/>
              </a:lnSpc>
            </a:pPr>
            <a:r>
              <a:rPr lang="en-CA" sz="2800" b="0" i="0" noProof="0">
                <a:solidFill>
                  <a:schemeClr val="accent1"/>
                </a:solidFill>
                <a:latin typeface="+mn-lt"/>
                <a:cs typeface="+mn-cs"/>
              </a:rPr>
              <a:t>Wealth Management subsidiaries colours </a:t>
            </a:r>
            <a:r>
              <a:rPr lang="en-CA" sz="2800" b="0" i="0" noProof="0">
                <a:solidFill>
                  <a:schemeClr val="tx1"/>
                </a:solidFill>
                <a:latin typeface="+mn-lt"/>
                <a:cs typeface="+mn-cs"/>
              </a:rPr>
              <a:t>are programmed </a:t>
            </a:r>
            <a:br>
              <a:rPr lang="en-CA" sz="2800" b="0" i="0" noProof="0">
                <a:solidFill>
                  <a:schemeClr val="tx1"/>
                </a:solidFill>
                <a:latin typeface="+mn-lt"/>
                <a:cs typeface="+mn-cs"/>
              </a:rPr>
            </a:br>
            <a:r>
              <a:rPr lang="en-CA" sz="2800" b="0" i="0" noProof="0">
                <a:solidFill>
                  <a:schemeClr val="tx1"/>
                </a:solidFill>
                <a:latin typeface="+mn-lt"/>
                <a:cs typeface="+mn-cs"/>
              </a:rPr>
              <a:t>in the template and accessible through all colour menus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F5EBCB9-05C4-2578-C62E-166FB77FE464}"/>
              </a:ext>
            </a:extLst>
          </p:cNvPr>
          <p:cNvSpPr/>
          <p:nvPr userDrawn="1"/>
        </p:nvSpPr>
        <p:spPr>
          <a:xfrm>
            <a:off x="246000" y="1314000"/>
            <a:ext cx="3555000" cy="396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l">
              <a:spcBef>
                <a:spcPts val="0"/>
              </a:spcBef>
            </a:pPr>
            <a:r>
              <a:rPr lang="en-CA" sz="2000">
                <a:solidFill>
                  <a:schemeClr val="tx1"/>
                </a:solidFill>
              </a:rPr>
              <a:t>Main colours (RGB)</a:t>
            </a:r>
          </a:p>
        </p:txBody>
      </p:sp>
      <p:grpSp>
        <p:nvGrpSpPr>
          <p:cNvPr id="29" name="Groupe 28">
            <a:extLst>
              <a:ext uri="{FF2B5EF4-FFF2-40B4-BE49-F238E27FC236}">
                <a16:creationId xmlns:a16="http://schemas.microsoft.com/office/drawing/2014/main" id="{D997C455-73E7-A055-340C-530E5A554482}"/>
              </a:ext>
            </a:extLst>
          </p:cNvPr>
          <p:cNvGrpSpPr/>
          <p:nvPr userDrawn="1"/>
        </p:nvGrpSpPr>
        <p:grpSpPr>
          <a:xfrm>
            <a:off x="245999" y="1809000"/>
            <a:ext cx="11699937" cy="396586"/>
            <a:chOff x="2085068" y="1761702"/>
            <a:chExt cx="9788696" cy="497298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444A8EAF-6FA5-C4D7-3901-8E4483065183}"/>
                </a:ext>
              </a:extLst>
            </p:cNvPr>
            <p:cNvSpPr/>
            <p:nvPr userDrawn="1"/>
          </p:nvSpPr>
          <p:spPr>
            <a:xfrm>
              <a:off x="2085068" y="1761702"/>
              <a:ext cx="5231974" cy="497298"/>
            </a:xfrm>
            <a:prstGeom prst="rect">
              <a:avLst/>
            </a:prstGeom>
            <a:solidFill>
              <a:schemeClr val="bg2"/>
            </a:solidFill>
            <a:ln w="6350"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>
                <a:spcBef>
                  <a:spcPts val="500"/>
                </a:spcBef>
              </a:pPr>
              <a:r>
                <a:rPr lang="en-CA" sz="1200">
                  <a:solidFill>
                    <a:schemeClr val="tx1"/>
                  </a:solidFill>
                </a:rPr>
                <a:t>247, 244, 240</a:t>
              </a: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F1BFFAEC-EF3E-E0E3-14CF-2C5C1B3C5536}"/>
                </a:ext>
              </a:extLst>
            </p:cNvPr>
            <p:cNvSpPr/>
            <p:nvPr userDrawn="1"/>
          </p:nvSpPr>
          <p:spPr>
            <a:xfrm>
              <a:off x="7317041" y="1761702"/>
              <a:ext cx="3049625" cy="497298"/>
            </a:xfrm>
            <a:prstGeom prst="rect">
              <a:avLst/>
            </a:prstGeom>
            <a:solidFill>
              <a:schemeClr val="tx2"/>
            </a:solidFill>
            <a:ln w="6350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>
                <a:spcBef>
                  <a:spcPts val="500"/>
                </a:spcBef>
              </a:pPr>
              <a:r>
                <a:rPr lang="en-CA" sz="1200">
                  <a:solidFill>
                    <a:schemeClr val="tx1"/>
                  </a:solidFill>
                </a:rPr>
                <a:t>206, 202, 197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C1F3D125-C1FC-10BB-A6AC-3A5665CB4C68}"/>
                </a:ext>
              </a:extLst>
            </p:cNvPr>
            <p:cNvSpPr/>
            <p:nvPr userDrawn="1"/>
          </p:nvSpPr>
          <p:spPr>
            <a:xfrm>
              <a:off x="10370022" y="1761702"/>
              <a:ext cx="749969" cy="497298"/>
            </a:xfrm>
            <a:prstGeom prst="rect">
              <a:avLst/>
            </a:prstGeom>
            <a:solidFill>
              <a:schemeClr val="tx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rIns="0" rtlCol="0" anchor="ctr">
              <a:noAutofit/>
            </a:bodyPr>
            <a:lstStyle/>
            <a:p>
              <a:pPr algn="ctr">
                <a:spcBef>
                  <a:spcPts val="500"/>
                </a:spcBef>
              </a:pPr>
              <a:r>
                <a:rPr lang="en-CA" sz="1050">
                  <a:solidFill>
                    <a:schemeClr val="bg1"/>
                  </a:solidFill>
                </a:rPr>
                <a:t>0, 0, 0</a:t>
              </a: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87426D0D-BF8B-941C-068F-BE3DFDBC2D2F}"/>
                </a:ext>
              </a:extLst>
            </p:cNvPr>
            <p:cNvSpPr/>
            <p:nvPr userDrawn="1"/>
          </p:nvSpPr>
          <p:spPr>
            <a:xfrm>
              <a:off x="11123347" y="1761702"/>
              <a:ext cx="750417" cy="497298"/>
            </a:xfrm>
            <a:prstGeom prst="rect">
              <a:avLst/>
            </a:prstGeom>
            <a:solidFill>
              <a:schemeClr val="accent1"/>
            </a:solidFill>
            <a:ln w="635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rIns="0" rtlCol="0" anchor="ctr">
              <a:noAutofit/>
            </a:bodyPr>
            <a:lstStyle/>
            <a:p>
              <a:pPr algn="ctr">
                <a:spcBef>
                  <a:spcPts val="500"/>
                </a:spcBef>
              </a:pPr>
              <a:r>
                <a:rPr lang="en-CA" sz="1050">
                  <a:solidFill>
                    <a:schemeClr val="bg1"/>
                  </a:solidFill>
                </a:rPr>
                <a:t>222, 22, 29</a:t>
              </a:r>
            </a:p>
          </p:txBody>
        </p:sp>
      </p:grpSp>
      <p:sp>
        <p:nvSpPr>
          <p:cNvPr id="30" name="Rectangle 29">
            <a:extLst>
              <a:ext uri="{FF2B5EF4-FFF2-40B4-BE49-F238E27FC236}">
                <a16:creationId xmlns:a16="http://schemas.microsoft.com/office/drawing/2014/main" id="{2D372136-6CDE-BF2F-8F2B-9987D2AB1BEA}"/>
              </a:ext>
            </a:extLst>
          </p:cNvPr>
          <p:cNvSpPr/>
          <p:nvPr userDrawn="1"/>
        </p:nvSpPr>
        <p:spPr>
          <a:xfrm>
            <a:off x="246000" y="2406600"/>
            <a:ext cx="3555000" cy="396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l">
              <a:spcBef>
                <a:spcPts val="0"/>
              </a:spcBef>
            </a:pPr>
            <a:r>
              <a:rPr lang="en-CA" sz="2000">
                <a:solidFill>
                  <a:schemeClr val="tx1"/>
                </a:solidFill>
              </a:rPr>
              <a:t>Theme colours (RGB)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9C88706-6C14-86B8-F9BB-E0A7F1496A1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174464" y="2944635"/>
            <a:ext cx="1771200" cy="187873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19BCE6F6-C09A-6E09-A585-D6B1A4E89D21}"/>
              </a:ext>
            </a:extLst>
          </p:cNvPr>
          <p:cNvSpPr/>
          <p:nvPr userDrawn="1"/>
        </p:nvSpPr>
        <p:spPr bwMode="auto">
          <a:xfrm>
            <a:off x="246000" y="2906430"/>
            <a:ext cx="1548000" cy="76199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innerShdw dist="6350" dir="16200000">
              <a:prstClr val="black"/>
            </a:innerShdw>
          </a:effectLst>
        </p:spPr>
        <p:txBody>
          <a:bodyPr vert="horz" wrap="square" lIns="0" tIns="36000" rIns="0" bIns="36000" numCol="1" rtlCol="0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ts val="800"/>
              </a:spcBef>
              <a:spcAft>
                <a:spcPct val="0"/>
              </a:spcAft>
            </a:pPr>
            <a:r>
              <a:rPr lang="en-CA" sz="1600" b="0" i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Accent colours</a:t>
            </a:r>
          </a:p>
        </p:txBody>
      </p:sp>
      <p:graphicFrame>
        <p:nvGraphicFramePr>
          <p:cNvPr id="20" name="Table 21">
            <a:extLst>
              <a:ext uri="{FF2B5EF4-FFF2-40B4-BE49-F238E27FC236}">
                <a16:creationId xmlns:a16="http://schemas.microsoft.com/office/drawing/2014/main" id="{FEDA26FE-7595-2548-C17E-A389ACE31B4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26688995"/>
              </p:ext>
            </p:extLst>
          </p:nvPr>
        </p:nvGraphicFramePr>
        <p:xfrm>
          <a:off x="2063551" y="2901614"/>
          <a:ext cx="7056000" cy="81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6000">
                <a:tc>
                  <a:txBody>
                    <a:bodyPr/>
                    <a:lstStyle/>
                    <a:p>
                      <a:pPr marL="0" marR="0" lvl="0" indent="0" algn="ctr" defTabSz="455613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CA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222, 22, 29</a:t>
                      </a:r>
                    </a:p>
                  </a:txBody>
                  <a:tcPr marL="144000" marR="144000" marT="36000" marB="3600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1588" algn="l"/>
                      <a:r>
                        <a:rPr lang="en-CA" sz="1100" b="0" i="1" noProof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Red</a:t>
                      </a:r>
                      <a:r>
                        <a:rPr lang="en-CA" sz="1100" b="0" i="0" noProof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 can be used sparingly to highlight an element or certain important words on a page. It is also used for message box text.</a:t>
                      </a:r>
                      <a:endParaRPr lang="en-CA" sz="1100" b="0" i="1" baseline="0" noProof="0">
                        <a:solidFill>
                          <a:schemeClr val="tx1"/>
                        </a:solidFill>
                        <a:latin typeface="+mn-lt"/>
                        <a:ea typeface="+mn-ea"/>
                      </a:endParaRPr>
                    </a:p>
                  </a:txBody>
                  <a:tcPr marL="144000" marR="144000" marT="36000" marB="3600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marL="0" marR="0" lvl="0" indent="0" algn="ctr" defTabSz="455613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CA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206, 202, 197</a:t>
                      </a:r>
                    </a:p>
                  </a:txBody>
                  <a:tcPr marL="144000" marR="144000" marT="36000" marB="3600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1588" algn="l"/>
                      <a:r>
                        <a:rPr lang="en-CA" sz="1100" b="0" i="1" baseline="0" noProof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Warm grey </a:t>
                      </a:r>
                      <a:r>
                        <a:rPr lang="en-CA" sz="1100"/>
                        <a:t>is a colour frequently used in the creation of your pages.</a:t>
                      </a:r>
                      <a:br>
                        <a:rPr lang="en-CA" sz="1100"/>
                      </a:br>
                      <a:r>
                        <a:rPr lang="en-CA" sz="1100"/>
                        <a:t>This colour is also used as a background colour on certain pages.</a:t>
                      </a:r>
                      <a:endParaRPr lang="en-CA" sz="1100" b="0" i="0" baseline="0" noProof="0">
                        <a:solidFill>
                          <a:schemeClr val="tx1"/>
                        </a:solidFill>
                        <a:latin typeface="+mn-lt"/>
                        <a:ea typeface="+mn-ea"/>
                      </a:endParaRPr>
                    </a:p>
                  </a:txBody>
                  <a:tcPr marL="144000" marR="144000" marT="36000" marB="3600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3495383"/>
                  </a:ext>
                </a:extLst>
              </a:tr>
            </a:tbl>
          </a:graphicData>
        </a:graphic>
      </p:graphicFrame>
      <p:sp>
        <p:nvSpPr>
          <p:cNvPr id="11" name="Rectangle 10">
            <a:extLst>
              <a:ext uri="{FF2B5EF4-FFF2-40B4-BE49-F238E27FC236}">
                <a16:creationId xmlns:a16="http://schemas.microsoft.com/office/drawing/2014/main" id="{43DC493A-FDCD-5295-D878-1B5866333FDA}"/>
              </a:ext>
            </a:extLst>
          </p:cNvPr>
          <p:cNvSpPr/>
          <p:nvPr userDrawn="1"/>
        </p:nvSpPr>
        <p:spPr bwMode="auto">
          <a:xfrm>
            <a:off x="246000" y="3886200"/>
            <a:ext cx="1548000" cy="91440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innerShdw dist="6350" dir="16200000">
              <a:prstClr val="black"/>
            </a:innerShdw>
          </a:effectLst>
        </p:spPr>
        <p:txBody>
          <a:bodyPr vert="horz" wrap="square" lIns="0" tIns="36000" rIns="0" bIns="36000" numCol="1" rtlCol="0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ts val="800"/>
              </a:spcBef>
              <a:spcAft>
                <a:spcPct val="0"/>
              </a:spcAft>
            </a:pPr>
            <a:r>
              <a:rPr lang="en-CA" sz="1600" b="0" i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Contrast </a:t>
            </a:r>
            <a:br>
              <a:rPr lang="en-CA" sz="1600" b="0" i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CA" sz="1600" b="0" i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colours</a:t>
            </a:r>
          </a:p>
        </p:txBody>
      </p:sp>
      <p:graphicFrame>
        <p:nvGraphicFramePr>
          <p:cNvPr id="13" name="Table 21">
            <a:extLst>
              <a:ext uri="{FF2B5EF4-FFF2-40B4-BE49-F238E27FC236}">
                <a16:creationId xmlns:a16="http://schemas.microsoft.com/office/drawing/2014/main" id="{13D6A64F-C164-52AD-812E-DBFEF4797C5D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901686074"/>
              </p:ext>
            </p:extLst>
          </p:nvPr>
        </p:nvGraphicFramePr>
        <p:xfrm>
          <a:off x="2063552" y="3886200"/>
          <a:ext cx="4284000" cy="814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6800">
                <a:tc>
                  <a:txBody>
                    <a:bodyPr/>
                    <a:lstStyle/>
                    <a:p>
                      <a:pPr marL="0" marR="0" lvl="0" indent="0" algn="ctr" defTabSz="455613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CA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247, 244, 240</a:t>
                      </a:r>
                    </a:p>
                  </a:txBody>
                  <a:tcPr marL="144000" marR="144000" marT="36000" marB="3600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/>
                      <a:r>
                        <a:rPr lang="en-CA" sz="1100" b="0" i="1">
                          <a:solidFill>
                            <a:schemeClr val="tx1"/>
                          </a:solidFill>
                        </a:rPr>
                        <a:t>Cream</a:t>
                      </a:r>
                      <a:r>
                        <a:rPr lang="en-CA" sz="1100" b="0">
                          <a:solidFill>
                            <a:schemeClr val="tx1"/>
                          </a:solidFill>
                        </a:rPr>
                        <a:t> is the other frequently used colour,</a:t>
                      </a:r>
                      <a:br>
                        <a:rPr lang="en-CA" sz="1100" b="0">
                          <a:solidFill>
                            <a:schemeClr val="tx1"/>
                          </a:solidFill>
                        </a:rPr>
                      </a:br>
                      <a:r>
                        <a:rPr lang="en-CA" sz="1100" b="0">
                          <a:solidFill>
                            <a:schemeClr val="tx1"/>
                          </a:solidFill>
                        </a:rPr>
                        <a:t>but mainly as a background colour.</a:t>
                      </a:r>
                      <a:endParaRPr lang="en-CA" sz="1100" b="0" i="1" noProof="0">
                        <a:solidFill>
                          <a:schemeClr val="tx1"/>
                        </a:solidFill>
                        <a:latin typeface="+mn-lt"/>
                        <a:ea typeface="+mn-ea"/>
                      </a:endParaRPr>
                    </a:p>
                  </a:txBody>
                  <a:tcPr marL="144000" marR="144000" marT="36000" marB="3600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6800">
                <a:tc>
                  <a:txBody>
                    <a:bodyPr/>
                    <a:lstStyle/>
                    <a:p>
                      <a:pPr marL="0" marR="0" lvl="0" indent="0" algn="ctr" defTabSz="455613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CA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0, 0, 0</a:t>
                      </a:r>
                    </a:p>
                  </a:txBody>
                  <a:tcPr marL="144000" marR="144000" marT="36000" marB="3600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/>
                      <a:r>
                        <a:rPr lang="en-CA" sz="1100"/>
                        <a:t>Dark contrast colour used for text.</a:t>
                      </a:r>
                      <a:endParaRPr lang="en-CA" sz="1100" b="0" i="0" noProof="0">
                        <a:solidFill>
                          <a:schemeClr val="tx1"/>
                        </a:solidFill>
                        <a:latin typeface="+mn-lt"/>
                        <a:ea typeface="+mn-ea"/>
                      </a:endParaRPr>
                    </a:p>
                  </a:txBody>
                  <a:tcPr marL="144000" marR="144000" marT="36000" marB="3600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2995116"/>
                  </a:ext>
                </a:extLst>
              </a:tr>
            </a:tbl>
          </a:graphicData>
        </a:graphic>
      </p:graphicFrame>
      <p:sp>
        <p:nvSpPr>
          <p:cNvPr id="14" name="Rectangle 13">
            <a:extLst>
              <a:ext uri="{FF2B5EF4-FFF2-40B4-BE49-F238E27FC236}">
                <a16:creationId xmlns:a16="http://schemas.microsoft.com/office/drawing/2014/main" id="{D546B155-6DF6-5602-E5D8-02694C01799E}"/>
              </a:ext>
            </a:extLst>
          </p:cNvPr>
          <p:cNvSpPr/>
          <p:nvPr userDrawn="1"/>
        </p:nvSpPr>
        <p:spPr bwMode="auto">
          <a:xfrm>
            <a:off x="246000" y="5002186"/>
            <a:ext cx="15480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innerShdw dist="6350" dir="16200000">
              <a:prstClr val="black"/>
            </a:innerShdw>
          </a:effectLst>
        </p:spPr>
        <p:txBody>
          <a:bodyPr vert="horz" wrap="square" lIns="0" tIns="36000" rIns="0" bIns="36000" numCol="1" rtlCol="0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ts val="800"/>
              </a:spcBef>
              <a:spcAft>
                <a:spcPct val="0"/>
              </a:spcAft>
            </a:pPr>
            <a:r>
              <a:rPr lang="en-CA" sz="1600" b="0" i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Chart colours</a:t>
            </a: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3151F852-32BF-9547-4785-D52FC1D509B4}"/>
              </a:ext>
            </a:extLst>
          </p:cNvPr>
          <p:cNvSpPr>
            <a:spLocks/>
          </p:cNvSpPr>
          <p:nvPr userDrawn="1"/>
        </p:nvSpPr>
        <p:spPr>
          <a:xfrm>
            <a:off x="2063551" y="5002186"/>
            <a:ext cx="1017551" cy="57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rIns="0" rtlCol="0" anchor="ctr">
            <a:noAutofit/>
          </a:bodyPr>
          <a:lstStyle/>
          <a:p>
            <a:pPr algn="ctr">
              <a:spcBef>
                <a:spcPts val="500"/>
              </a:spcBef>
            </a:pPr>
            <a:r>
              <a:rPr lang="en-CA" sz="1200">
                <a:solidFill>
                  <a:schemeClr val="bg1"/>
                </a:solidFill>
              </a:rPr>
              <a:t>222, 22, 29</a:t>
            </a: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9CFB9CA2-3FA3-491C-1A24-E8197B9BAF23}"/>
              </a:ext>
            </a:extLst>
          </p:cNvPr>
          <p:cNvSpPr>
            <a:spLocks/>
          </p:cNvSpPr>
          <p:nvPr userDrawn="1"/>
        </p:nvSpPr>
        <p:spPr>
          <a:xfrm>
            <a:off x="3172542" y="5002186"/>
            <a:ext cx="1017551" cy="576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rIns="0" rtlCol="0" anchor="ctr">
            <a:noAutofit/>
          </a:bodyPr>
          <a:lstStyle/>
          <a:p>
            <a:pPr algn="ctr">
              <a:spcBef>
                <a:spcPts val="500"/>
              </a:spcBef>
            </a:pPr>
            <a:r>
              <a:rPr lang="en-CA" sz="1200">
                <a:solidFill>
                  <a:schemeClr val="bg1"/>
                </a:solidFill>
              </a:rPr>
              <a:t>110, 110, 113</a:t>
            </a: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384AE20F-609D-18AE-F6AC-DF8EC7FA5A16}"/>
              </a:ext>
            </a:extLst>
          </p:cNvPr>
          <p:cNvSpPr>
            <a:spLocks/>
          </p:cNvSpPr>
          <p:nvPr userDrawn="1"/>
        </p:nvSpPr>
        <p:spPr>
          <a:xfrm>
            <a:off x="4281533" y="5002186"/>
            <a:ext cx="1017551" cy="576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rIns="0" rtlCol="0" anchor="ctr">
            <a:noAutofit/>
          </a:bodyPr>
          <a:lstStyle/>
          <a:p>
            <a:pPr algn="ctr">
              <a:spcBef>
                <a:spcPts val="500"/>
              </a:spcBef>
            </a:pPr>
            <a:r>
              <a:rPr lang="en-CA" sz="1200">
                <a:solidFill>
                  <a:schemeClr val="tx1"/>
                </a:solidFill>
              </a:rPr>
              <a:t>168, 193, 184</a:t>
            </a: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79C511CD-EC17-32F4-63D7-3A6D979E4D2D}"/>
              </a:ext>
            </a:extLst>
          </p:cNvPr>
          <p:cNvSpPr>
            <a:spLocks/>
          </p:cNvSpPr>
          <p:nvPr userDrawn="1"/>
        </p:nvSpPr>
        <p:spPr>
          <a:xfrm>
            <a:off x="5390524" y="5002186"/>
            <a:ext cx="1017551" cy="576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rIns="0" rtlCol="0" anchor="ctr">
            <a:noAutofit/>
          </a:bodyPr>
          <a:lstStyle/>
          <a:p>
            <a:pPr algn="ctr">
              <a:spcBef>
                <a:spcPts val="500"/>
              </a:spcBef>
            </a:pPr>
            <a:r>
              <a:rPr lang="en-CA" sz="1200">
                <a:solidFill>
                  <a:schemeClr val="bg1"/>
                </a:solidFill>
              </a:rPr>
              <a:t>21, 37, 50</a:t>
            </a: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B85F8766-CA98-7368-40B8-BA7666D46144}"/>
              </a:ext>
            </a:extLst>
          </p:cNvPr>
          <p:cNvSpPr>
            <a:spLocks/>
          </p:cNvSpPr>
          <p:nvPr userDrawn="1"/>
        </p:nvSpPr>
        <p:spPr>
          <a:xfrm>
            <a:off x="6499515" y="5002186"/>
            <a:ext cx="1017551" cy="576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rIns="0" rtlCol="0" anchor="ctr">
            <a:noAutofit/>
          </a:bodyPr>
          <a:lstStyle/>
          <a:p>
            <a:pPr algn="ctr">
              <a:spcBef>
                <a:spcPts val="500"/>
              </a:spcBef>
            </a:pPr>
            <a:r>
              <a:rPr lang="en-CA" sz="1200">
                <a:solidFill>
                  <a:schemeClr val="tx1"/>
                </a:solidFill>
              </a:rPr>
              <a:t>203, 234, 164</a:t>
            </a: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C1F908A6-B73B-D17A-6D37-3A3F2B2FA166}"/>
              </a:ext>
            </a:extLst>
          </p:cNvPr>
          <p:cNvSpPr>
            <a:spLocks/>
          </p:cNvSpPr>
          <p:nvPr userDrawn="1"/>
        </p:nvSpPr>
        <p:spPr>
          <a:xfrm>
            <a:off x="7608505" y="5002186"/>
            <a:ext cx="1017551" cy="576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rIns="0" rtlCol="0" anchor="ctr">
            <a:noAutofit/>
          </a:bodyPr>
          <a:lstStyle/>
          <a:p>
            <a:pPr algn="ctr">
              <a:spcBef>
                <a:spcPts val="500"/>
              </a:spcBef>
            </a:pPr>
            <a:r>
              <a:rPr lang="en-CA" sz="1200">
                <a:solidFill>
                  <a:schemeClr val="tx1"/>
                </a:solidFill>
              </a:rPr>
              <a:t>190, 170, 145</a:t>
            </a: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A4825B77-7DBB-BF6D-8DCF-C2CC08E7DCEE}"/>
              </a:ext>
            </a:extLst>
          </p:cNvPr>
          <p:cNvSpPr>
            <a:spLocks/>
          </p:cNvSpPr>
          <p:nvPr userDrawn="1"/>
        </p:nvSpPr>
        <p:spPr>
          <a:xfrm>
            <a:off x="8717497" y="5002186"/>
            <a:ext cx="1017551" cy="576000"/>
          </a:xfrm>
          <a:prstGeom prst="rect">
            <a:avLst/>
          </a:prstGeom>
          <a:solidFill>
            <a:srgbClr val="58876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rIns="0" rtlCol="0" anchor="ctr">
            <a:noAutofit/>
          </a:bodyPr>
          <a:lstStyle/>
          <a:p>
            <a:pPr algn="ctr">
              <a:spcBef>
                <a:spcPts val="500"/>
              </a:spcBef>
            </a:pPr>
            <a:r>
              <a:rPr lang="en-CA" sz="1200">
                <a:solidFill>
                  <a:schemeClr val="bg1"/>
                </a:solidFill>
              </a:rPr>
              <a:t>88, 135, 97</a:t>
            </a: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E6F7E341-1BFE-5766-950D-C86BB95531FD}"/>
              </a:ext>
            </a:extLst>
          </p:cNvPr>
          <p:cNvSpPr>
            <a:spLocks/>
          </p:cNvSpPr>
          <p:nvPr userDrawn="1"/>
        </p:nvSpPr>
        <p:spPr>
          <a:xfrm>
            <a:off x="9826488" y="5002186"/>
            <a:ext cx="1017551" cy="576000"/>
          </a:xfrm>
          <a:prstGeom prst="rect">
            <a:avLst/>
          </a:prstGeom>
          <a:solidFill>
            <a:srgbClr val="4D4D5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rIns="0" rtlCol="0" anchor="ctr">
            <a:noAutofit/>
          </a:bodyPr>
          <a:lstStyle/>
          <a:p>
            <a:pPr algn="ctr">
              <a:spcBef>
                <a:spcPts val="500"/>
              </a:spcBef>
            </a:pPr>
            <a:r>
              <a:rPr lang="en-CA" sz="1200">
                <a:solidFill>
                  <a:schemeClr val="bg1"/>
                </a:solidFill>
              </a:rPr>
              <a:t>77, 77, 92</a:t>
            </a: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7998F59B-34D5-BFA9-9B5E-67E11507AB72}"/>
              </a:ext>
            </a:extLst>
          </p:cNvPr>
          <p:cNvSpPr>
            <a:spLocks/>
          </p:cNvSpPr>
          <p:nvPr userDrawn="1"/>
        </p:nvSpPr>
        <p:spPr>
          <a:xfrm>
            <a:off x="10935479" y="5002186"/>
            <a:ext cx="1017551" cy="576000"/>
          </a:xfrm>
          <a:prstGeom prst="rect">
            <a:avLst/>
          </a:prstGeom>
          <a:solidFill>
            <a:srgbClr val="BCBE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rIns="0" rtlCol="0" anchor="ctr">
            <a:noAutofit/>
          </a:bodyPr>
          <a:lstStyle/>
          <a:p>
            <a:pPr algn="ctr">
              <a:spcBef>
                <a:spcPts val="500"/>
              </a:spcBef>
            </a:pPr>
            <a:r>
              <a:rPr lang="en-CA" sz="1200">
                <a:solidFill>
                  <a:schemeClr val="tx1"/>
                </a:solidFill>
              </a:rPr>
              <a:t>188, 190, 192</a:t>
            </a: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D86E8102-EE49-39C9-A976-9F274BB96AE5}"/>
              </a:ext>
            </a:extLst>
          </p:cNvPr>
          <p:cNvSpPr/>
          <p:nvPr userDrawn="1"/>
        </p:nvSpPr>
        <p:spPr bwMode="auto">
          <a:xfrm>
            <a:off x="246000" y="5769000"/>
            <a:ext cx="15480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innerShdw dist="6350" dir="16200000">
              <a:prstClr val="black"/>
            </a:innerShdw>
          </a:effectLst>
        </p:spPr>
        <p:txBody>
          <a:bodyPr vert="horz" wrap="square" lIns="0" tIns="36000" rIns="0" bIns="36000" numCol="1" rtlCol="0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ts val="800"/>
              </a:spcBef>
              <a:spcAft>
                <a:spcPct val="0"/>
              </a:spcAft>
            </a:pPr>
            <a:r>
              <a:rPr lang="en-CA" sz="1600" b="0" i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Dashboard colours</a:t>
            </a: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DB945DE3-E6F2-49F5-AB92-4986D0D382C8}"/>
              </a:ext>
            </a:extLst>
          </p:cNvPr>
          <p:cNvSpPr>
            <a:spLocks/>
          </p:cNvSpPr>
          <p:nvPr userDrawn="1"/>
        </p:nvSpPr>
        <p:spPr>
          <a:xfrm>
            <a:off x="2063551" y="5769000"/>
            <a:ext cx="1017551" cy="576000"/>
          </a:xfrm>
          <a:prstGeom prst="rect">
            <a:avLst/>
          </a:prstGeom>
          <a:solidFill>
            <a:srgbClr val="91B76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rIns="0" rtlCol="0" anchor="ctr">
            <a:noAutofit/>
          </a:bodyPr>
          <a:lstStyle/>
          <a:p>
            <a:pPr algn="ctr">
              <a:spcBef>
                <a:spcPts val="500"/>
              </a:spcBef>
            </a:pPr>
            <a:r>
              <a:rPr lang="en-CA" sz="1200">
                <a:solidFill>
                  <a:schemeClr val="bg1"/>
                </a:solidFill>
              </a:rPr>
              <a:t>145, 183, 110</a:t>
            </a: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18FAAB88-DE8D-698A-92D6-317EB316E97A}"/>
              </a:ext>
            </a:extLst>
          </p:cNvPr>
          <p:cNvSpPr>
            <a:spLocks/>
          </p:cNvSpPr>
          <p:nvPr userDrawn="1"/>
        </p:nvSpPr>
        <p:spPr>
          <a:xfrm>
            <a:off x="3172542" y="5769000"/>
            <a:ext cx="1017551" cy="576000"/>
          </a:xfrm>
          <a:prstGeom prst="rect">
            <a:avLst/>
          </a:prstGeom>
          <a:solidFill>
            <a:srgbClr val="F6C45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rIns="0" rtlCol="0" anchor="ctr">
            <a:noAutofit/>
          </a:bodyPr>
          <a:lstStyle/>
          <a:p>
            <a:pPr algn="ctr">
              <a:spcBef>
                <a:spcPts val="500"/>
              </a:spcBef>
            </a:pPr>
            <a:r>
              <a:rPr lang="en-CA" sz="1200">
                <a:solidFill>
                  <a:schemeClr val="tx1"/>
                </a:solidFill>
              </a:rPr>
              <a:t>246, 196, 94</a:t>
            </a: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D3DDB588-F13F-7F93-0C12-B153B0D16372}"/>
              </a:ext>
            </a:extLst>
          </p:cNvPr>
          <p:cNvSpPr>
            <a:spLocks/>
          </p:cNvSpPr>
          <p:nvPr userDrawn="1"/>
        </p:nvSpPr>
        <p:spPr>
          <a:xfrm>
            <a:off x="4281533" y="5769000"/>
            <a:ext cx="1017551" cy="576000"/>
          </a:xfrm>
          <a:prstGeom prst="rect">
            <a:avLst/>
          </a:prstGeom>
          <a:solidFill>
            <a:srgbClr val="DE161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rIns="0" rtlCol="0" anchor="ctr">
            <a:noAutofit/>
          </a:bodyPr>
          <a:lstStyle/>
          <a:p>
            <a:pPr algn="ctr">
              <a:spcBef>
                <a:spcPts val="500"/>
              </a:spcBef>
            </a:pPr>
            <a:r>
              <a:rPr lang="en-CA" sz="1200">
                <a:solidFill>
                  <a:schemeClr val="bg1"/>
                </a:solidFill>
              </a:rPr>
              <a:t>222, 22, 29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7C54BAC-BCF7-29E9-5A31-CB7259D2B7D3}"/>
              </a:ext>
            </a:extLst>
          </p:cNvPr>
          <p:cNvSpPr/>
          <p:nvPr userDrawn="1"/>
        </p:nvSpPr>
        <p:spPr>
          <a:xfrm>
            <a:off x="10866000" y="3114000"/>
            <a:ext cx="1087029" cy="21600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46800" rIns="108000" bIns="46800" rtlCol="0" anchor="ctr"/>
          <a:lstStyle/>
          <a:p>
            <a:pPr algn="ctr">
              <a:spcBef>
                <a:spcPts val="800"/>
              </a:spcBef>
            </a:pPr>
            <a:endParaRPr lang="en-CA" sz="1600"/>
          </a:p>
        </p:txBody>
      </p:sp>
      <p:sp>
        <p:nvSpPr>
          <p:cNvPr id="17" name="Speech Bubble: Rectangle 75">
            <a:extLst>
              <a:ext uri="{FF2B5EF4-FFF2-40B4-BE49-F238E27FC236}">
                <a16:creationId xmlns:a16="http://schemas.microsoft.com/office/drawing/2014/main" id="{8DA55C24-D3B4-E2B7-EACF-E9020687548F}"/>
              </a:ext>
            </a:extLst>
          </p:cNvPr>
          <p:cNvSpPr/>
          <p:nvPr userDrawn="1"/>
        </p:nvSpPr>
        <p:spPr>
          <a:xfrm>
            <a:off x="9220200" y="2362200"/>
            <a:ext cx="2725736" cy="473400"/>
          </a:xfrm>
          <a:prstGeom prst="wedgeRectCallout">
            <a:avLst>
              <a:gd name="adj1" fmla="val 33593"/>
              <a:gd name="adj2" fmla="val 102174"/>
            </a:avLst>
          </a:prstGeom>
          <a:solidFill>
            <a:schemeClr val="tx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lvl="0" algn="l">
              <a:spcBef>
                <a:spcPts val="0"/>
              </a:spcBef>
            </a:pPr>
            <a:r>
              <a:rPr lang="en-CA" sz="1200" noProof="0">
                <a:solidFill>
                  <a:schemeClr val="tx1"/>
                </a:solidFill>
              </a:rPr>
              <a:t>The last 6 colours are used by default </a:t>
            </a:r>
          </a:p>
          <a:p>
            <a:pPr lvl="0" algn="l">
              <a:spcBef>
                <a:spcPts val="0"/>
              </a:spcBef>
            </a:pPr>
            <a:r>
              <a:rPr lang="en-CA" sz="1200" noProof="0">
                <a:solidFill>
                  <a:schemeClr val="tx1"/>
                </a:solidFill>
              </a:rPr>
              <a:t>in this sequence for charts</a:t>
            </a: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EB9603ED-ADE9-4F24-BDCF-8889CC8B2301}"/>
              </a:ext>
            </a:extLst>
          </p:cNvPr>
          <p:cNvSpPr/>
          <p:nvPr userDrawn="1"/>
        </p:nvSpPr>
        <p:spPr>
          <a:xfrm>
            <a:off x="10167100" y="4234818"/>
            <a:ext cx="1017551" cy="58903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46800" rIns="108000" bIns="46800" rtlCol="0" anchor="ctr"/>
          <a:lstStyle/>
          <a:p>
            <a:pPr algn="ctr">
              <a:spcBef>
                <a:spcPts val="800"/>
              </a:spcBef>
            </a:pPr>
            <a:endParaRPr lang="en-CA" sz="1600"/>
          </a:p>
        </p:txBody>
      </p:sp>
      <p:sp>
        <p:nvSpPr>
          <p:cNvPr id="107" name="Speech Bubble: Rectangle 75">
            <a:extLst>
              <a:ext uri="{FF2B5EF4-FFF2-40B4-BE49-F238E27FC236}">
                <a16:creationId xmlns:a16="http://schemas.microsoft.com/office/drawing/2014/main" id="{CFFBBDC2-AB22-AE84-6661-A0C29A931C93}"/>
              </a:ext>
            </a:extLst>
          </p:cNvPr>
          <p:cNvSpPr/>
          <p:nvPr userDrawn="1"/>
        </p:nvSpPr>
        <p:spPr>
          <a:xfrm>
            <a:off x="7924800" y="3754134"/>
            <a:ext cx="2041200" cy="1159866"/>
          </a:xfrm>
          <a:prstGeom prst="wedgeRectCallout">
            <a:avLst>
              <a:gd name="adj1" fmla="val 57110"/>
              <a:gd name="adj2" fmla="val 9071"/>
            </a:avLst>
          </a:prstGeom>
          <a:solidFill>
            <a:schemeClr val="tx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lvl="0" algn="l">
              <a:spcBef>
                <a:spcPts val="0"/>
              </a:spcBef>
            </a:pPr>
            <a:r>
              <a:rPr lang="en-CA" sz="1200" noProof="0">
                <a:solidFill>
                  <a:schemeClr val="tx1"/>
                </a:solidFill>
              </a:rPr>
              <a:t>6 custom colours are also programmed</a:t>
            </a:r>
          </a:p>
          <a:p>
            <a:pPr marL="108000" lvl="0" indent="-108000"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CA" sz="1050" noProof="0">
                <a:solidFill>
                  <a:schemeClr val="tx1"/>
                </a:solidFill>
              </a:rPr>
              <a:t>3 additional colours for charts</a:t>
            </a:r>
            <a:br>
              <a:rPr lang="en-CA" sz="1050" noProof="0">
                <a:solidFill>
                  <a:schemeClr val="tx1"/>
                </a:solidFill>
              </a:rPr>
            </a:br>
            <a:r>
              <a:rPr lang="en-CA" sz="1050" noProof="0">
                <a:solidFill>
                  <a:schemeClr val="tx1"/>
                </a:solidFill>
              </a:rPr>
              <a:t>in the 1</a:t>
            </a:r>
            <a:r>
              <a:rPr lang="en-CA" sz="1050" baseline="30000" noProof="0">
                <a:solidFill>
                  <a:schemeClr val="tx1"/>
                </a:solidFill>
              </a:rPr>
              <a:t>st </a:t>
            </a:r>
            <a:r>
              <a:rPr lang="en-CA" sz="1050" noProof="0">
                <a:solidFill>
                  <a:schemeClr val="tx1"/>
                </a:solidFill>
              </a:rPr>
              <a:t>row</a:t>
            </a:r>
          </a:p>
          <a:p>
            <a:pPr marL="108000" lvl="0" indent="-108000"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CA" sz="1050" noProof="0">
                <a:solidFill>
                  <a:schemeClr val="tx1"/>
                </a:solidFill>
              </a:rPr>
              <a:t>3 dashboard colours </a:t>
            </a:r>
            <a:br>
              <a:rPr lang="en-CA" sz="1050" noProof="0">
                <a:solidFill>
                  <a:schemeClr val="tx1"/>
                </a:solidFill>
              </a:rPr>
            </a:br>
            <a:r>
              <a:rPr lang="en-CA" sz="1050" noProof="0">
                <a:solidFill>
                  <a:schemeClr val="tx1"/>
                </a:solidFill>
              </a:rPr>
              <a:t>in the 2</a:t>
            </a:r>
            <a:r>
              <a:rPr lang="en-CA" sz="1050" baseline="30000" noProof="0">
                <a:solidFill>
                  <a:schemeClr val="tx1"/>
                </a:solidFill>
              </a:rPr>
              <a:t>nd</a:t>
            </a:r>
            <a:r>
              <a:rPr lang="en-CA" sz="1050" noProof="0">
                <a:solidFill>
                  <a:schemeClr val="tx1"/>
                </a:solidFill>
              </a:rPr>
              <a:t> row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871D0960-6028-30EA-F646-A47F40FFD18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738C8BA-4E5E-1225-1416-59FCF1FA1B9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1DAE3DD-E46F-48E2-BAED-1C2B457B4828}" type="slidenum">
              <a:rPr lang="en-CA" smtClean="0"/>
              <a:pPr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86852290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ve your them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UJET">
            <a:extLst>
              <a:ext uri="{FF2B5EF4-FFF2-40B4-BE49-F238E27FC236}">
                <a16:creationId xmlns:a16="http://schemas.microsoft.com/office/drawing/2014/main" id="{EB1184CA-F6AB-A714-E7DE-BF7D047FB61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46063" y="233999"/>
            <a:ext cx="5714937" cy="180001"/>
          </a:xfrm>
        </p:spPr>
        <p:txBody>
          <a:bodyPr lIns="18000" tIns="0" rIns="18000" bIns="0" anchor="ctr">
            <a:noAutofit/>
          </a:bodyPr>
          <a:lstStyle>
            <a:lvl1pPr marL="0" indent="0"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  <a:lvl2pPr>
              <a:defRPr sz="1200"/>
            </a:lvl2pPr>
            <a:lvl3pPr>
              <a:defRPr sz="110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en-CA"/>
              <a:t>Click to add a subject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3BC9199-76E3-E4B1-18CC-119B22AF30DD}"/>
              </a:ext>
            </a:extLst>
          </p:cNvPr>
          <p:cNvSpPr/>
          <p:nvPr userDrawn="1"/>
        </p:nvSpPr>
        <p:spPr bwMode="auto">
          <a:xfrm>
            <a:off x="246000" y="413999"/>
            <a:ext cx="11699938" cy="76551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45720" rIns="72000" bIns="45720" numCol="1" rtlCol="0" anchor="t" anchorCtr="0" compatLnSpc="1">
            <a:prstTxWarp prst="textNoShape">
              <a:avLst/>
            </a:prstTxWarp>
          </a:bodyPr>
          <a:lstStyle/>
          <a:p>
            <a:pPr>
              <a:lnSpc>
                <a:spcPct val="90000"/>
              </a:lnSpc>
            </a:pPr>
            <a:r>
              <a:rPr lang="en-CA" sz="2800" b="0" i="0" noProof="0">
                <a:solidFill>
                  <a:schemeClr val="tx1"/>
                </a:solidFill>
                <a:latin typeface="+mn-lt"/>
                <a:cs typeface="+mn-cs"/>
              </a:rPr>
              <a:t>Save your </a:t>
            </a:r>
            <a:r>
              <a:rPr lang="en-CA" sz="2800" b="0" i="0" noProof="0">
                <a:solidFill>
                  <a:schemeClr val="accent1"/>
                </a:solidFill>
                <a:latin typeface="+mn-lt"/>
                <a:cs typeface="+mn-cs"/>
              </a:rPr>
              <a:t>theme</a:t>
            </a:r>
            <a:r>
              <a:rPr lang="en-CA" sz="2800" b="0" i="0" noProof="0">
                <a:solidFill>
                  <a:schemeClr val="tx1"/>
                </a:solidFill>
                <a:latin typeface="+mn-lt"/>
                <a:cs typeface="+mn-cs"/>
              </a:rPr>
              <a:t> to easily reuse programmed colours </a:t>
            </a:r>
            <a:br>
              <a:rPr lang="en-CA" sz="2800" b="0" i="0" noProof="0">
                <a:solidFill>
                  <a:schemeClr val="tx1"/>
                </a:solidFill>
                <a:latin typeface="+mn-lt"/>
                <a:cs typeface="+mn-cs"/>
              </a:rPr>
            </a:br>
            <a:r>
              <a:rPr lang="en-CA" sz="2800" b="0" i="0" noProof="0">
                <a:solidFill>
                  <a:schemeClr val="tx1"/>
                </a:solidFill>
                <a:latin typeface="+mn-lt"/>
                <a:cs typeface="+mn-cs"/>
              </a:rPr>
              <a:t>and fonts across Microsoft Office</a:t>
            </a:r>
          </a:p>
        </p:txBody>
      </p:sp>
      <p:sp>
        <p:nvSpPr>
          <p:cNvPr id="33" name="Rectangle : coins arrondis 32">
            <a:extLst>
              <a:ext uri="{FF2B5EF4-FFF2-40B4-BE49-F238E27FC236}">
                <a16:creationId xmlns:a16="http://schemas.microsoft.com/office/drawing/2014/main" id="{067C831E-0E77-F911-8CD5-698F973CFB8B}"/>
              </a:ext>
            </a:extLst>
          </p:cNvPr>
          <p:cNvSpPr/>
          <p:nvPr userDrawn="1"/>
        </p:nvSpPr>
        <p:spPr>
          <a:xfrm>
            <a:off x="471001" y="1506592"/>
            <a:ext cx="824400" cy="39600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</a:pPr>
            <a:r>
              <a:rPr lang="en-CA" sz="1800">
                <a:solidFill>
                  <a:schemeClr val="tx1"/>
                </a:solidFill>
              </a:rPr>
              <a:t>Save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634504-4829-B8AE-10E5-C85CCC76F7FC}"/>
              </a:ext>
            </a:extLst>
          </p:cNvPr>
          <p:cNvSpPr txBox="1">
            <a:spLocks/>
          </p:cNvSpPr>
          <p:nvPr userDrawn="1"/>
        </p:nvSpPr>
        <p:spPr>
          <a:xfrm>
            <a:off x="246063" y="2001592"/>
            <a:ext cx="11699875" cy="1157408"/>
          </a:xfrm>
          <a:prstGeom prst="rect">
            <a:avLst/>
          </a:prstGeom>
          <a:noFill/>
        </p:spPr>
        <p:txBody>
          <a:bodyPr lIns="180000" tIns="36000" rIns="180000" bIns="36000" anchor="t"/>
          <a:lstStyle>
            <a:lvl1pPr marL="287338" indent="-233363" algn="l" rtl="0" eaLnBrk="1" fontAlgn="base" hangingPunct="1">
              <a:spcBef>
                <a:spcPts val="800"/>
              </a:spcBef>
              <a:spcAft>
                <a:spcPct val="0"/>
              </a:spcAft>
              <a:buClr>
                <a:schemeClr val="dk1"/>
              </a:buClr>
              <a:buSzPct val="85000"/>
              <a:buFont typeface="Arial" panose="020B0604020202020204" pitchFamily="34" charset="0"/>
              <a:buChar char="n"/>
              <a:defRPr sz="18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81013" indent="-195263" algn="l" rtl="0" eaLnBrk="1" fontAlgn="base" hangingPunct="1">
              <a:spcBef>
                <a:spcPts val="200"/>
              </a:spcBef>
              <a:spcAft>
                <a:spcPct val="0"/>
              </a:spcAft>
              <a:buClr>
                <a:schemeClr val="dk1"/>
              </a:buClr>
              <a:buSzPct val="85000"/>
              <a:buFont typeface="Arial" panose="020B0604020202020204" pitchFamily="34" charset="0"/>
              <a:buChar char="n"/>
              <a:defRPr sz="1600" baseline="0">
                <a:solidFill>
                  <a:schemeClr val="accent1"/>
                </a:solidFill>
                <a:latin typeface="+mn-lt"/>
                <a:ea typeface="+mn-ea"/>
              </a:defRPr>
            </a:lvl2pPr>
            <a:lvl3pPr marL="627063" indent="-144463" algn="l" rtl="0" eaLnBrk="1" fontAlgn="base" hangingPunct="1">
              <a:spcBef>
                <a:spcPts val="0"/>
              </a:spcBef>
              <a:spcAft>
                <a:spcPct val="0"/>
              </a:spcAft>
              <a:buClr>
                <a:schemeClr val="dk1"/>
              </a:buClr>
              <a:buSzPct val="80000"/>
              <a:buFont typeface="Arial" panose="020B0604020202020204" pitchFamily="34" charset="0"/>
              <a:buChar char="n"/>
              <a:defRPr sz="1400" baseline="0">
                <a:solidFill>
                  <a:schemeClr val="accent1"/>
                </a:solidFill>
                <a:latin typeface="+mn-lt"/>
                <a:ea typeface="+mn-ea"/>
              </a:defRPr>
            </a:lvl3pPr>
            <a:lvl4pPr marL="863600" indent="-193675" algn="l" rtl="0" eaLnBrk="1" fontAlgn="base" hangingPunct="1">
              <a:spcBef>
                <a:spcPct val="15000"/>
              </a:spcBef>
              <a:spcAft>
                <a:spcPct val="0"/>
              </a:spcAft>
              <a:buClr>
                <a:schemeClr val="dk1"/>
              </a:buClr>
              <a:buSzPct val="80000"/>
              <a:buFont typeface="Arial" panose="020B0604020202020204" pitchFamily="34" charset="0"/>
              <a:buChar char="n"/>
              <a:defRPr sz="1400">
                <a:solidFill>
                  <a:schemeClr val="accent1"/>
                </a:solidFill>
                <a:latin typeface="+mn-lt"/>
                <a:ea typeface="+mn-ea"/>
              </a:defRPr>
            </a:lvl4pPr>
            <a:lvl5pPr marL="2135188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92388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3049588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506788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963988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spcBef>
                <a:spcPts val="500"/>
              </a:spcBef>
              <a:buClrTx/>
              <a:buSzPct val="100000"/>
              <a:buFont typeface="Arial" panose="020B0604020202020204" pitchFamily="34" charset="0"/>
              <a:buChar char="•"/>
            </a:pPr>
            <a:r>
              <a:rPr lang="en-CA" sz="1600" kern="0">
                <a:solidFill>
                  <a:schemeClr val="tx1"/>
                </a:solidFill>
                <a:latin typeface="+mn-lt"/>
              </a:rPr>
              <a:t>Open your PPT Corporate template and click on the </a:t>
            </a:r>
            <a:r>
              <a:rPr lang="en-CA" sz="1600" i="1" kern="0">
                <a:solidFill>
                  <a:schemeClr val="accent1"/>
                </a:solidFill>
                <a:latin typeface="+mn-lt"/>
              </a:rPr>
              <a:t>Design</a:t>
            </a:r>
            <a:r>
              <a:rPr lang="en-CA" sz="1600" kern="0">
                <a:solidFill>
                  <a:schemeClr val="tx1"/>
                </a:solidFill>
                <a:latin typeface="+mn-lt"/>
              </a:rPr>
              <a:t> menu tab in PowerPoint</a:t>
            </a:r>
            <a:endParaRPr lang="en-CA" sz="1600" b="0" kern="0">
              <a:solidFill>
                <a:schemeClr val="accent1"/>
              </a:solidFill>
              <a:latin typeface="+mn-lt"/>
            </a:endParaRPr>
          </a:p>
          <a:p>
            <a:pPr>
              <a:spcBef>
                <a:spcPts val="500"/>
              </a:spcBef>
              <a:buClrTx/>
              <a:buSzPct val="100000"/>
              <a:buFont typeface="Arial" panose="020B0604020202020204" pitchFamily="34" charset="0"/>
              <a:buChar char="•"/>
            </a:pPr>
            <a:r>
              <a:rPr lang="en-CA" sz="1600" kern="0">
                <a:solidFill>
                  <a:schemeClr val="tx1"/>
                </a:solidFill>
                <a:latin typeface="+mn-lt"/>
              </a:rPr>
              <a:t>Click on the scroll down arrow, which will reveal a </a:t>
            </a:r>
            <a:r>
              <a:rPr lang="en-CA" sz="1600" i="1" kern="0">
                <a:solidFill>
                  <a:schemeClr val="accent1"/>
                </a:solidFill>
                <a:latin typeface="+mn-lt"/>
              </a:rPr>
              <a:t>Save Current Theme </a:t>
            </a:r>
            <a:r>
              <a:rPr lang="en-CA" sz="1600" kern="0">
                <a:solidFill>
                  <a:schemeClr val="tx1"/>
                </a:solidFill>
                <a:latin typeface="+mn-lt"/>
              </a:rPr>
              <a:t>menu option</a:t>
            </a:r>
          </a:p>
          <a:p>
            <a:pPr>
              <a:spcBef>
                <a:spcPts val="500"/>
              </a:spcBef>
              <a:buClrTx/>
              <a:buSzPct val="100000"/>
              <a:buFont typeface="Arial" panose="020B0604020202020204" pitchFamily="34" charset="0"/>
              <a:buChar char="•"/>
            </a:pPr>
            <a:r>
              <a:rPr lang="en-CA" sz="1600" kern="0">
                <a:solidFill>
                  <a:schemeClr val="tx1"/>
                </a:solidFill>
                <a:latin typeface="+mn-lt"/>
              </a:rPr>
              <a:t>Name the theme to be saved (as a THMX file) and click on </a:t>
            </a:r>
            <a:r>
              <a:rPr lang="en-CA" sz="1600" i="1" kern="0">
                <a:solidFill>
                  <a:schemeClr val="accent1"/>
                </a:solidFill>
                <a:latin typeface="+mn-lt"/>
              </a:rPr>
              <a:t>Save</a:t>
            </a:r>
          </a:p>
        </p:txBody>
      </p:sp>
      <p:cxnSp>
        <p:nvCxnSpPr>
          <p:cNvPr id="36" name="Connecteur : en angle 35">
            <a:extLst>
              <a:ext uri="{FF2B5EF4-FFF2-40B4-BE49-F238E27FC236}">
                <a16:creationId xmlns:a16="http://schemas.microsoft.com/office/drawing/2014/main" id="{1C1C4CAB-7898-7F71-6F34-7737167EA536}"/>
              </a:ext>
            </a:extLst>
          </p:cNvPr>
          <p:cNvCxnSpPr>
            <a:cxnSpLocks/>
            <a:stCxn id="33" idx="1"/>
            <a:endCxn id="34" idx="1"/>
          </p:cNvCxnSpPr>
          <p:nvPr userDrawn="1"/>
        </p:nvCxnSpPr>
        <p:spPr>
          <a:xfrm rot="10800000" flipV="1">
            <a:off x="471001" y="1704592"/>
            <a:ext cx="1" cy="1742408"/>
          </a:xfrm>
          <a:prstGeom prst="bentConnector3">
            <a:avLst>
              <a:gd name="adj1" fmla="val 22860100000"/>
            </a:avLst>
          </a:prstGeom>
          <a:ln w="63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 : coins arrondis 33">
            <a:extLst>
              <a:ext uri="{FF2B5EF4-FFF2-40B4-BE49-F238E27FC236}">
                <a16:creationId xmlns:a16="http://schemas.microsoft.com/office/drawing/2014/main" id="{07C85B55-6EDB-1209-9307-1738984B89BB}"/>
              </a:ext>
            </a:extLst>
          </p:cNvPr>
          <p:cNvSpPr/>
          <p:nvPr userDrawn="1"/>
        </p:nvSpPr>
        <p:spPr>
          <a:xfrm>
            <a:off x="471000" y="3249000"/>
            <a:ext cx="824400" cy="39600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</a:pPr>
            <a:r>
              <a:rPr lang="en-CA" sz="1800">
                <a:solidFill>
                  <a:schemeClr val="tx1"/>
                </a:solidFill>
              </a:rPr>
              <a:t>Use</a:t>
            </a:r>
          </a:p>
        </p:txBody>
      </p:sp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EA3C634D-A98F-0D62-ABE4-C56097614E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-223" y="3855395"/>
            <a:ext cx="12192000" cy="576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lIns="144000" tIns="45720" rIns="144000" anchor="ctr"/>
          <a:lstStyle>
            <a:lvl1pPr marL="0" marR="0" indent="0" algn="l" defTabSz="914400" rtl="0" eaLnBrk="1" fontAlgn="base" latinLnBrk="0" hangingPunct="1">
              <a:lnSpc>
                <a:spcPct val="100000"/>
              </a:lnSpc>
              <a:spcBef>
                <a:spcPct val="75000"/>
              </a:spcBef>
              <a:spcAft>
                <a:spcPct val="0"/>
              </a:spcAft>
              <a:buClr>
                <a:schemeClr val="dk1"/>
              </a:buClr>
              <a:buSzPct val="85000"/>
              <a:buFont typeface="Arial" panose="020B0604020202020204" pitchFamily="34" charset="0"/>
              <a:buNone/>
              <a:tabLst/>
              <a:defRPr sz="2000" b="1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81013" indent="-195263" algn="l" rtl="0" eaLnBrk="1" fontAlgn="base" hangingPunct="1">
              <a:spcBef>
                <a:spcPct val="30000"/>
              </a:spcBef>
              <a:spcAft>
                <a:spcPct val="0"/>
              </a:spcAft>
              <a:buClr>
                <a:schemeClr val="dk1"/>
              </a:buClr>
              <a:buSzPct val="85000"/>
              <a:buFont typeface="Arial" panose="020B0604020202020204" pitchFamily="34" charset="0"/>
              <a:buChar char="n"/>
              <a:defRPr sz="1600">
                <a:solidFill>
                  <a:schemeClr val="accent1"/>
                </a:solidFill>
                <a:latin typeface="+mn-lt"/>
                <a:ea typeface="+mn-ea"/>
              </a:defRPr>
            </a:lvl2pPr>
            <a:lvl3pPr marL="668338" indent="-18573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80000"/>
              <a:buFont typeface="Arial" panose="020B0604020202020204" pitchFamily="34" charset="0"/>
              <a:buChar char="n"/>
              <a:defRPr sz="1400">
                <a:solidFill>
                  <a:schemeClr val="accent1"/>
                </a:solidFill>
                <a:latin typeface="+mn-lt"/>
                <a:ea typeface="+mn-ea"/>
              </a:defRPr>
            </a:lvl3pPr>
            <a:lvl4pPr marL="863600" indent="-193675" algn="l" rtl="0" eaLnBrk="1" fontAlgn="base" hangingPunct="1">
              <a:spcBef>
                <a:spcPct val="15000"/>
              </a:spcBef>
              <a:spcAft>
                <a:spcPct val="0"/>
              </a:spcAft>
              <a:buClr>
                <a:schemeClr val="dk1"/>
              </a:buClr>
              <a:buSzPct val="80000"/>
              <a:buFont typeface="Arial" panose="020B0604020202020204" pitchFamily="34" charset="0"/>
              <a:buChar char="n"/>
              <a:defRPr sz="1400">
                <a:solidFill>
                  <a:schemeClr val="accent1"/>
                </a:solidFill>
                <a:latin typeface="+mn-lt"/>
                <a:ea typeface="+mn-ea"/>
              </a:defRPr>
            </a:lvl4pPr>
            <a:lvl5pPr marL="2135188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92388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3049588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506788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963988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tabLst>
                <a:tab pos="1619250" algn="l"/>
              </a:tabLst>
              <a:defRPr/>
            </a:pPr>
            <a:r>
              <a:rPr lang="en-CA" sz="1600" b="0" kern="0" noProof="0">
                <a:solidFill>
                  <a:schemeClr val="accent1"/>
                </a:solidFill>
                <a:latin typeface="+mn-lt"/>
                <a:cs typeface="+mn-cs"/>
              </a:rPr>
              <a:t>	</a:t>
            </a:r>
            <a:endParaRPr lang="en-CA" sz="1600" kern="0" noProof="0">
              <a:solidFill>
                <a:schemeClr val="accent1"/>
              </a:solidFill>
              <a:latin typeface="+mn-lt"/>
              <a:cs typeface="+mn-cs"/>
            </a:endParaRPr>
          </a:p>
        </p:txBody>
      </p:sp>
      <p:pic>
        <p:nvPicPr>
          <p:cNvPr id="7" name="Picture 8" descr="Résultats de recherche d'images pour « logo powerpoint 2016 »">
            <a:extLst>
              <a:ext uri="{FF2B5EF4-FFF2-40B4-BE49-F238E27FC236}">
                <a16:creationId xmlns:a16="http://schemas.microsoft.com/office/drawing/2014/main" id="{DAB07FC8-00EE-8135-D2AF-DE1FE14188C1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411937" y="3789000"/>
            <a:ext cx="742562" cy="7158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Ellipse 7">
            <a:extLst>
              <a:ext uri="{FF2B5EF4-FFF2-40B4-BE49-F238E27FC236}">
                <a16:creationId xmlns:a16="http://schemas.microsoft.com/office/drawing/2014/main" id="{49E70FBA-1A11-4BC4-65E6-C8C341852F80}"/>
              </a:ext>
            </a:extLst>
          </p:cNvPr>
          <p:cNvSpPr/>
          <p:nvPr userDrawn="1"/>
        </p:nvSpPr>
        <p:spPr bwMode="auto">
          <a:xfrm>
            <a:off x="1400429" y="3918338"/>
            <a:ext cx="457200" cy="457200"/>
          </a:xfrm>
          <a:prstGeom prst="ellipse">
            <a:avLst/>
          </a:prstGeom>
          <a:solidFill>
            <a:schemeClr val="bg2"/>
          </a:solidFill>
          <a:ln>
            <a:noFill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CA" sz="1400" b="0" i="0" u="none" strike="noStrike" cap="none" normalizeH="0" baseline="0" noProof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08CD5112-5B4C-2B99-B57F-051378C02B6F}"/>
              </a:ext>
            </a:extLst>
          </p:cNvPr>
          <p:cNvSpPr txBox="1">
            <a:spLocks/>
          </p:cNvSpPr>
          <p:nvPr userDrawn="1"/>
        </p:nvSpPr>
        <p:spPr>
          <a:xfrm>
            <a:off x="1847564" y="3868470"/>
            <a:ext cx="4203985" cy="556935"/>
          </a:xfrm>
          <a:prstGeom prst="rect">
            <a:avLst/>
          </a:prstGeom>
          <a:noFill/>
        </p:spPr>
        <p:txBody>
          <a:bodyPr lIns="91440" anchor="ctr"/>
          <a:lstStyle>
            <a:lvl1pPr marL="339725" indent="-285750" algn="l" rtl="0" eaLnBrk="1" fontAlgn="base" hangingPunct="1">
              <a:spcBef>
                <a:spcPts val="800"/>
              </a:spcBef>
              <a:spcAft>
                <a:spcPct val="0"/>
              </a:spcAft>
              <a:buClr>
                <a:schemeClr val="dk1"/>
              </a:buClr>
              <a:buSzPct val="85000"/>
              <a:buFont typeface="Arial" panose="020B0604020202020204" pitchFamily="34" charset="0"/>
              <a:buChar char="n"/>
              <a:defRPr lang="en-CA" sz="1800" baseline="0" noProof="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81013" indent="-195263" algn="l" rtl="0" eaLnBrk="1" fontAlgn="base" hangingPunct="1">
              <a:spcBef>
                <a:spcPts val="200"/>
              </a:spcBef>
              <a:spcAft>
                <a:spcPct val="0"/>
              </a:spcAft>
              <a:buClr>
                <a:schemeClr val="dk1"/>
              </a:buClr>
              <a:buSzPct val="85000"/>
              <a:buFont typeface="Arial" panose="020B0604020202020204" pitchFamily="34" charset="0"/>
              <a:buChar char="n"/>
              <a:defRPr sz="1600">
                <a:solidFill>
                  <a:schemeClr val="accent1"/>
                </a:solidFill>
                <a:latin typeface="+mn-lt"/>
                <a:ea typeface="+mn-ea"/>
              </a:defRPr>
            </a:lvl2pPr>
            <a:lvl3pPr marL="627063" indent="-144463" algn="l" rtl="0" eaLnBrk="1" fontAlgn="base" hangingPunct="1">
              <a:spcBef>
                <a:spcPts val="0"/>
              </a:spcBef>
              <a:spcAft>
                <a:spcPct val="0"/>
              </a:spcAft>
              <a:buClr>
                <a:schemeClr val="dk1"/>
              </a:buClr>
              <a:buSzPct val="80000"/>
              <a:buFont typeface="Arial" panose="020B0604020202020204" pitchFamily="34" charset="0"/>
              <a:buChar char="n"/>
              <a:defRPr sz="1400">
                <a:solidFill>
                  <a:schemeClr val="accent1"/>
                </a:solidFill>
                <a:latin typeface="+mn-lt"/>
                <a:ea typeface="+mn-ea"/>
              </a:defRPr>
            </a:lvl3pPr>
            <a:lvl4pPr marL="863600" indent="-193675" algn="l" rtl="0" eaLnBrk="1" fontAlgn="base" hangingPunct="1">
              <a:spcBef>
                <a:spcPct val="15000"/>
              </a:spcBef>
              <a:spcAft>
                <a:spcPct val="0"/>
              </a:spcAft>
              <a:buClr>
                <a:schemeClr val="dk1"/>
              </a:buClr>
              <a:buSzPct val="80000"/>
              <a:buFont typeface="Arial" panose="020B0604020202020204" pitchFamily="34" charset="0"/>
              <a:buChar char="n"/>
              <a:defRPr sz="1400">
                <a:solidFill>
                  <a:schemeClr val="accent1"/>
                </a:solidFill>
                <a:latin typeface="+mn-lt"/>
                <a:ea typeface="+mn-ea"/>
              </a:defRPr>
            </a:lvl4pPr>
            <a:lvl5pPr marL="2135188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92388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3049588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506788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963988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53975" indent="0">
              <a:buNone/>
              <a:defRPr/>
            </a:pPr>
            <a:r>
              <a:rPr lang="en-CA" sz="1200" b="0" kern="0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Open PowerPoint then click </a:t>
            </a:r>
            <a:r>
              <a:rPr lang="en-CA" sz="1200" b="0" i="1" kern="0">
                <a:solidFill>
                  <a:schemeClr val="accent1"/>
                </a:solidFill>
                <a:latin typeface="+mn-lt"/>
                <a:cs typeface="Arial" panose="020B0604020202020204" pitchFamily="34" charset="0"/>
              </a:rPr>
              <a:t>File</a:t>
            </a:r>
            <a:r>
              <a:rPr lang="en-CA" sz="1200" b="0" kern="0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, </a:t>
            </a:r>
            <a:r>
              <a:rPr lang="en-CA" sz="1200" b="0" i="1" kern="0">
                <a:solidFill>
                  <a:schemeClr val="accent1"/>
                </a:solidFill>
                <a:latin typeface="+mn-lt"/>
                <a:cs typeface="Arial" panose="020B0604020202020204" pitchFamily="34" charset="0"/>
              </a:rPr>
              <a:t>New</a:t>
            </a:r>
            <a:r>
              <a:rPr lang="en-CA" sz="1200" b="0" kern="0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, </a:t>
            </a:r>
            <a:r>
              <a:rPr lang="en-CA" sz="1200" b="0" i="1" kern="0">
                <a:solidFill>
                  <a:schemeClr val="accent1"/>
                </a:solidFill>
                <a:latin typeface="+mn-lt"/>
                <a:cs typeface="Arial" panose="020B0604020202020204" pitchFamily="34" charset="0"/>
              </a:rPr>
              <a:t>Custom</a:t>
            </a:r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370A5BA6-3F64-96BB-2509-57D619A231D6}"/>
              </a:ext>
            </a:extLst>
          </p:cNvPr>
          <p:cNvSpPr/>
          <p:nvPr userDrawn="1"/>
        </p:nvSpPr>
        <p:spPr bwMode="auto">
          <a:xfrm>
            <a:off x="6131680" y="3918338"/>
            <a:ext cx="457200" cy="457200"/>
          </a:xfrm>
          <a:prstGeom prst="ellipse">
            <a:avLst/>
          </a:prstGeom>
          <a:solidFill>
            <a:schemeClr val="bg2"/>
          </a:solidFill>
          <a:ln>
            <a:noFill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CA" sz="1400" b="0" i="0" u="none" strike="noStrike" cap="none" normalizeH="0" baseline="0" noProof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33AF1DF0-3042-8816-2B81-B7CD7F8FD762}"/>
              </a:ext>
            </a:extLst>
          </p:cNvPr>
          <p:cNvSpPr txBox="1">
            <a:spLocks/>
          </p:cNvSpPr>
          <p:nvPr userDrawn="1"/>
        </p:nvSpPr>
        <p:spPr>
          <a:xfrm>
            <a:off x="6589387" y="3868470"/>
            <a:ext cx="2859892" cy="556935"/>
          </a:xfrm>
          <a:prstGeom prst="rect">
            <a:avLst/>
          </a:prstGeom>
          <a:noFill/>
        </p:spPr>
        <p:txBody>
          <a:bodyPr lIns="91440" anchor="ctr"/>
          <a:lstStyle>
            <a:lvl1pPr marL="339725" indent="-285750" algn="l" rtl="0" eaLnBrk="1" fontAlgn="base" hangingPunct="1">
              <a:spcBef>
                <a:spcPts val="800"/>
              </a:spcBef>
              <a:spcAft>
                <a:spcPct val="0"/>
              </a:spcAft>
              <a:buClr>
                <a:schemeClr val="dk1"/>
              </a:buClr>
              <a:buSzPct val="85000"/>
              <a:buFont typeface="Arial" panose="020B0604020202020204" pitchFamily="34" charset="0"/>
              <a:buChar char="n"/>
              <a:defRPr lang="en-CA" sz="1800" baseline="0" noProof="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81013" indent="-195263" algn="l" rtl="0" eaLnBrk="1" fontAlgn="base" hangingPunct="1">
              <a:spcBef>
                <a:spcPts val="200"/>
              </a:spcBef>
              <a:spcAft>
                <a:spcPct val="0"/>
              </a:spcAft>
              <a:buClr>
                <a:schemeClr val="dk1"/>
              </a:buClr>
              <a:buSzPct val="85000"/>
              <a:buFont typeface="Arial" panose="020B0604020202020204" pitchFamily="34" charset="0"/>
              <a:buChar char="n"/>
              <a:defRPr sz="1600">
                <a:solidFill>
                  <a:schemeClr val="accent1"/>
                </a:solidFill>
                <a:latin typeface="+mn-lt"/>
                <a:ea typeface="+mn-ea"/>
              </a:defRPr>
            </a:lvl2pPr>
            <a:lvl3pPr marL="627063" indent="-144463" algn="l" rtl="0" eaLnBrk="1" fontAlgn="base" hangingPunct="1">
              <a:spcBef>
                <a:spcPts val="0"/>
              </a:spcBef>
              <a:spcAft>
                <a:spcPct val="0"/>
              </a:spcAft>
              <a:buClr>
                <a:schemeClr val="dk1"/>
              </a:buClr>
              <a:buSzPct val="80000"/>
              <a:buFont typeface="Arial" panose="020B0604020202020204" pitchFamily="34" charset="0"/>
              <a:buChar char="n"/>
              <a:defRPr sz="1400">
                <a:solidFill>
                  <a:schemeClr val="accent1"/>
                </a:solidFill>
                <a:latin typeface="+mn-lt"/>
                <a:ea typeface="+mn-ea"/>
              </a:defRPr>
            </a:lvl3pPr>
            <a:lvl4pPr marL="863600" indent="-193675" algn="l" rtl="0" eaLnBrk="1" fontAlgn="base" hangingPunct="1">
              <a:spcBef>
                <a:spcPct val="15000"/>
              </a:spcBef>
              <a:spcAft>
                <a:spcPct val="0"/>
              </a:spcAft>
              <a:buClr>
                <a:schemeClr val="dk1"/>
              </a:buClr>
              <a:buSzPct val="80000"/>
              <a:buFont typeface="Arial" panose="020B0604020202020204" pitchFamily="34" charset="0"/>
              <a:buChar char="n"/>
              <a:defRPr sz="1400">
                <a:solidFill>
                  <a:schemeClr val="accent1"/>
                </a:solidFill>
                <a:latin typeface="+mn-lt"/>
                <a:ea typeface="+mn-ea"/>
              </a:defRPr>
            </a:lvl4pPr>
            <a:lvl5pPr marL="2135188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92388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3049588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506788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963988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53975" indent="0">
              <a:buNone/>
            </a:pPr>
            <a:r>
              <a:rPr lang="en-CA" sz="1200" b="0" kern="0" noProof="0">
                <a:solidFill>
                  <a:schemeClr val="tx1"/>
                </a:solidFill>
                <a:latin typeface="+mn-lt"/>
                <a:cs typeface="+mn-cs"/>
              </a:rPr>
              <a:t>Click </a:t>
            </a:r>
            <a:r>
              <a:rPr lang="en-CA" sz="1200" b="0" i="1" kern="0" noProof="0">
                <a:solidFill>
                  <a:schemeClr val="accent1"/>
                </a:solidFill>
                <a:latin typeface="+mn-lt"/>
                <a:cs typeface="+mn-cs"/>
              </a:rPr>
              <a:t>Document Themes</a:t>
            </a:r>
          </a:p>
        </p:txBody>
      </p:sp>
      <p:sp>
        <p:nvSpPr>
          <p:cNvPr id="12" name="Ellipse 39">
            <a:extLst>
              <a:ext uri="{FF2B5EF4-FFF2-40B4-BE49-F238E27FC236}">
                <a16:creationId xmlns:a16="http://schemas.microsoft.com/office/drawing/2014/main" id="{1DD1066D-9795-45FC-2993-1AEF1EB9FFF4}"/>
              </a:ext>
            </a:extLst>
          </p:cNvPr>
          <p:cNvSpPr/>
          <p:nvPr userDrawn="1"/>
        </p:nvSpPr>
        <p:spPr bwMode="auto">
          <a:xfrm>
            <a:off x="9695283" y="3918338"/>
            <a:ext cx="457200" cy="457200"/>
          </a:xfrm>
          <a:prstGeom prst="ellipse">
            <a:avLst/>
          </a:prstGeom>
          <a:solidFill>
            <a:schemeClr val="bg2"/>
          </a:solidFill>
          <a:ln>
            <a:noFill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CA" sz="1400" b="0" i="0" u="none" strike="noStrike" cap="none" normalizeH="0" baseline="0" noProof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4573929B-8DC1-4F22-DF64-01D367BECA90}"/>
              </a:ext>
            </a:extLst>
          </p:cNvPr>
          <p:cNvSpPr txBox="1">
            <a:spLocks/>
          </p:cNvSpPr>
          <p:nvPr userDrawn="1"/>
        </p:nvSpPr>
        <p:spPr>
          <a:xfrm>
            <a:off x="10145996" y="3868470"/>
            <a:ext cx="1800000" cy="556935"/>
          </a:xfrm>
          <a:prstGeom prst="rect">
            <a:avLst/>
          </a:prstGeom>
          <a:noFill/>
        </p:spPr>
        <p:txBody>
          <a:bodyPr lIns="91440" anchor="ctr"/>
          <a:lstStyle>
            <a:lvl1pPr marL="339725" indent="-285750" algn="l" rtl="0" eaLnBrk="1" fontAlgn="base" hangingPunct="1">
              <a:spcBef>
                <a:spcPts val="800"/>
              </a:spcBef>
              <a:spcAft>
                <a:spcPct val="0"/>
              </a:spcAft>
              <a:buClr>
                <a:schemeClr val="dk1"/>
              </a:buClr>
              <a:buSzPct val="85000"/>
              <a:buFont typeface="Arial" panose="020B0604020202020204" pitchFamily="34" charset="0"/>
              <a:buChar char="n"/>
              <a:defRPr lang="en-CA" sz="1800" baseline="0" noProof="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81013" indent="-195263" algn="l" rtl="0" eaLnBrk="1" fontAlgn="base" hangingPunct="1">
              <a:spcBef>
                <a:spcPts val="200"/>
              </a:spcBef>
              <a:spcAft>
                <a:spcPct val="0"/>
              </a:spcAft>
              <a:buClr>
                <a:schemeClr val="dk1"/>
              </a:buClr>
              <a:buSzPct val="85000"/>
              <a:buFont typeface="Arial" panose="020B0604020202020204" pitchFamily="34" charset="0"/>
              <a:buChar char="n"/>
              <a:defRPr sz="1600">
                <a:solidFill>
                  <a:schemeClr val="accent1"/>
                </a:solidFill>
                <a:latin typeface="+mn-lt"/>
                <a:ea typeface="+mn-ea"/>
              </a:defRPr>
            </a:lvl2pPr>
            <a:lvl3pPr marL="627063" indent="-144463" algn="l" rtl="0" eaLnBrk="1" fontAlgn="base" hangingPunct="1">
              <a:spcBef>
                <a:spcPts val="0"/>
              </a:spcBef>
              <a:spcAft>
                <a:spcPct val="0"/>
              </a:spcAft>
              <a:buClr>
                <a:schemeClr val="dk1"/>
              </a:buClr>
              <a:buSzPct val="80000"/>
              <a:buFont typeface="Arial" panose="020B0604020202020204" pitchFamily="34" charset="0"/>
              <a:buChar char="n"/>
              <a:defRPr sz="1400">
                <a:solidFill>
                  <a:schemeClr val="accent1"/>
                </a:solidFill>
                <a:latin typeface="+mn-lt"/>
                <a:ea typeface="+mn-ea"/>
              </a:defRPr>
            </a:lvl3pPr>
            <a:lvl4pPr marL="863600" indent="-193675" algn="l" rtl="0" eaLnBrk="1" fontAlgn="base" hangingPunct="1">
              <a:spcBef>
                <a:spcPct val="15000"/>
              </a:spcBef>
              <a:spcAft>
                <a:spcPct val="0"/>
              </a:spcAft>
              <a:buClr>
                <a:schemeClr val="dk1"/>
              </a:buClr>
              <a:buSzPct val="80000"/>
              <a:buFont typeface="Arial" panose="020B0604020202020204" pitchFamily="34" charset="0"/>
              <a:buChar char="n"/>
              <a:defRPr sz="1400">
                <a:solidFill>
                  <a:schemeClr val="accent1"/>
                </a:solidFill>
                <a:latin typeface="+mn-lt"/>
                <a:ea typeface="+mn-ea"/>
              </a:defRPr>
            </a:lvl4pPr>
            <a:lvl5pPr marL="2135188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92388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3049588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506788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963988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53975" indent="0">
              <a:buNone/>
            </a:pPr>
            <a:r>
              <a:rPr lang="en-CA" sz="1200" kern="0" noProof="0">
                <a:solidFill>
                  <a:schemeClr val="tx1"/>
                </a:solidFill>
                <a:latin typeface="+mn-lt"/>
                <a:cs typeface="+mn-cs"/>
              </a:rPr>
              <a:t>Select your theme</a:t>
            </a:r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31C9D174-F164-A40A-8163-A1C45064FD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1" y="4728012"/>
            <a:ext cx="12192000" cy="576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lIns="144000" tIns="45720" rIns="144000" anchor="ctr"/>
          <a:lstStyle>
            <a:lvl1pPr marL="0" marR="0" indent="0" algn="l" defTabSz="914400" rtl="0" eaLnBrk="1" fontAlgn="base" latinLnBrk="0" hangingPunct="1">
              <a:lnSpc>
                <a:spcPct val="100000"/>
              </a:lnSpc>
              <a:spcBef>
                <a:spcPct val="75000"/>
              </a:spcBef>
              <a:spcAft>
                <a:spcPct val="0"/>
              </a:spcAft>
              <a:buClr>
                <a:schemeClr val="dk1"/>
              </a:buClr>
              <a:buSzPct val="85000"/>
              <a:buFont typeface="Arial" panose="020B0604020202020204" pitchFamily="34" charset="0"/>
              <a:buNone/>
              <a:tabLst/>
              <a:defRPr sz="2000" b="1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81013" indent="-195263" algn="l" rtl="0" eaLnBrk="1" fontAlgn="base" hangingPunct="1">
              <a:spcBef>
                <a:spcPct val="30000"/>
              </a:spcBef>
              <a:spcAft>
                <a:spcPct val="0"/>
              </a:spcAft>
              <a:buClr>
                <a:schemeClr val="dk1"/>
              </a:buClr>
              <a:buSzPct val="85000"/>
              <a:buFont typeface="Arial" panose="020B0604020202020204" pitchFamily="34" charset="0"/>
              <a:buChar char="n"/>
              <a:defRPr sz="1600">
                <a:solidFill>
                  <a:schemeClr val="accent1"/>
                </a:solidFill>
                <a:latin typeface="+mn-lt"/>
                <a:ea typeface="+mn-ea"/>
              </a:defRPr>
            </a:lvl2pPr>
            <a:lvl3pPr marL="668338" indent="-18573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80000"/>
              <a:buFont typeface="Arial" panose="020B0604020202020204" pitchFamily="34" charset="0"/>
              <a:buChar char="n"/>
              <a:defRPr sz="1400">
                <a:solidFill>
                  <a:schemeClr val="accent1"/>
                </a:solidFill>
                <a:latin typeface="+mn-lt"/>
                <a:ea typeface="+mn-ea"/>
              </a:defRPr>
            </a:lvl3pPr>
            <a:lvl4pPr marL="863600" indent="-193675" algn="l" rtl="0" eaLnBrk="1" fontAlgn="base" hangingPunct="1">
              <a:spcBef>
                <a:spcPct val="15000"/>
              </a:spcBef>
              <a:spcAft>
                <a:spcPct val="0"/>
              </a:spcAft>
              <a:buClr>
                <a:schemeClr val="dk1"/>
              </a:buClr>
              <a:buSzPct val="80000"/>
              <a:buFont typeface="Arial" panose="020B0604020202020204" pitchFamily="34" charset="0"/>
              <a:buChar char="n"/>
              <a:defRPr sz="1400">
                <a:solidFill>
                  <a:schemeClr val="accent1"/>
                </a:solidFill>
                <a:latin typeface="+mn-lt"/>
                <a:ea typeface="+mn-ea"/>
              </a:defRPr>
            </a:lvl4pPr>
            <a:lvl5pPr marL="2135188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92388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3049588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506788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963988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tabLst>
                <a:tab pos="1619250" algn="l"/>
              </a:tabLst>
              <a:defRPr/>
            </a:pPr>
            <a:r>
              <a:rPr lang="en-CA" sz="1600" b="0" kern="0" noProof="0">
                <a:solidFill>
                  <a:schemeClr val="accent1"/>
                </a:solidFill>
                <a:latin typeface="+mn-lt"/>
                <a:cs typeface="+mn-cs"/>
              </a:rPr>
              <a:t>	</a:t>
            </a:r>
            <a:endParaRPr lang="en-CA" sz="1600" kern="0" noProof="0">
              <a:solidFill>
                <a:schemeClr val="accent1"/>
              </a:solidFill>
              <a:latin typeface="+mn-lt"/>
              <a:cs typeface="+mn-cs"/>
            </a:endParaRPr>
          </a:p>
        </p:txBody>
      </p:sp>
      <p:pic>
        <p:nvPicPr>
          <p:cNvPr id="17" name="Picture 4" descr="Résultats de recherche d'images pour « logo excel 2016 »">
            <a:extLst>
              <a:ext uri="{FF2B5EF4-FFF2-40B4-BE49-F238E27FC236}">
                <a16:creationId xmlns:a16="http://schemas.microsoft.com/office/drawing/2014/main" id="{4DD2D179-D470-6790-30E5-906BC72B668C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396745" y="4661616"/>
            <a:ext cx="772946" cy="7158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Ellipse 17">
            <a:extLst>
              <a:ext uri="{FF2B5EF4-FFF2-40B4-BE49-F238E27FC236}">
                <a16:creationId xmlns:a16="http://schemas.microsoft.com/office/drawing/2014/main" id="{23A47BBB-1243-4D85-AB69-03BF0418E7D0}"/>
              </a:ext>
            </a:extLst>
          </p:cNvPr>
          <p:cNvSpPr/>
          <p:nvPr userDrawn="1"/>
        </p:nvSpPr>
        <p:spPr bwMode="auto">
          <a:xfrm>
            <a:off x="1397564" y="4790954"/>
            <a:ext cx="457200" cy="457200"/>
          </a:xfrm>
          <a:prstGeom prst="ellipse">
            <a:avLst/>
          </a:prstGeom>
          <a:solidFill>
            <a:schemeClr val="bg2"/>
          </a:solidFill>
          <a:ln>
            <a:noFill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CA" sz="1400" b="0" i="0" u="none" strike="noStrike" cap="none" normalizeH="0" baseline="0" noProof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B968B154-6356-5768-E035-AB47F0997165}"/>
              </a:ext>
            </a:extLst>
          </p:cNvPr>
          <p:cNvSpPr txBox="1">
            <a:spLocks/>
          </p:cNvSpPr>
          <p:nvPr userDrawn="1"/>
        </p:nvSpPr>
        <p:spPr>
          <a:xfrm>
            <a:off x="1847566" y="4741087"/>
            <a:ext cx="4203984" cy="556935"/>
          </a:xfrm>
          <a:prstGeom prst="rect">
            <a:avLst/>
          </a:prstGeom>
          <a:noFill/>
        </p:spPr>
        <p:txBody>
          <a:bodyPr lIns="91440" anchor="ctr"/>
          <a:lstStyle>
            <a:lvl1pPr marL="339725" indent="-285750" algn="l" rtl="0" eaLnBrk="1" fontAlgn="base" hangingPunct="1">
              <a:spcBef>
                <a:spcPts val="800"/>
              </a:spcBef>
              <a:spcAft>
                <a:spcPct val="0"/>
              </a:spcAft>
              <a:buClr>
                <a:schemeClr val="dk1"/>
              </a:buClr>
              <a:buSzPct val="85000"/>
              <a:buFont typeface="Arial" panose="020B0604020202020204" pitchFamily="34" charset="0"/>
              <a:buChar char="n"/>
              <a:defRPr lang="en-CA" sz="1800" baseline="0" noProof="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81013" indent="-195263" algn="l" rtl="0" eaLnBrk="1" fontAlgn="base" hangingPunct="1">
              <a:spcBef>
                <a:spcPts val="200"/>
              </a:spcBef>
              <a:spcAft>
                <a:spcPct val="0"/>
              </a:spcAft>
              <a:buClr>
                <a:schemeClr val="dk1"/>
              </a:buClr>
              <a:buSzPct val="85000"/>
              <a:buFont typeface="Arial" panose="020B0604020202020204" pitchFamily="34" charset="0"/>
              <a:buChar char="n"/>
              <a:defRPr sz="1600">
                <a:solidFill>
                  <a:schemeClr val="accent1"/>
                </a:solidFill>
                <a:latin typeface="+mn-lt"/>
                <a:ea typeface="+mn-ea"/>
              </a:defRPr>
            </a:lvl2pPr>
            <a:lvl3pPr marL="627063" indent="-144463" algn="l" rtl="0" eaLnBrk="1" fontAlgn="base" hangingPunct="1">
              <a:spcBef>
                <a:spcPts val="0"/>
              </a:spcBef>
              <a:spcAft>
                <a:spcPct val="0"/>
              </a:spcAft>
              <a:buClr>
                <a:schemeClr val="dk1"/>
              </a:buClr>
              <a:buSzPct val="80000"/>
              <a:buFont typeface="Arial" panose="020B0604020202020204" pitchFamily="34" charset="0"/>
              <a:buChar char="n"/>
              <a:defRPr sz="1400">
                <a:solidFill>
                  <a:schemeClr val="accent1"/>
                </a:solidFill>
                <a:latin typeface="+mn-lt"/>
                <a:ea typeface="+mn-ea"/>
              </a:defRPr>
            </a:lvl3pPr>
            <a:lvl4pPr marL="863600" indent="-193675" algn="l" rtl="0" eaLnBrk="1" fontAlgn="base" hangingPunct="1">
              <a:spcBef>
                <a:spcPct val="15000"/>
              </a:spcBef>
              <a:spcAft>
                <a:spcPct val="0"/>
              </a:spcAft>
              <a:buClr>
                <a:schemeClr val="dk1"/>
              </a:buClr>
              <a:buSzPct val="80000"/>
              <a:buFont typeface="Arial" panose="020B0604020202020204" pitchFamily="34" charset="0"/>
              <a:buChar char="n"/>
              <a:defRPr sz="1400">
                <a:solidFill>
                  <a:schemeClr val="accent1"/>
                </a:solidFill>
                <a:latin typeface="+mn-lt"/>
                <a:ea typeface="+mn-ea"/>
              </a:defRPr>
            </a:lvl4pPr>
            <a:lvl5pPr marL="2135188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92388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3049588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506788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963988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53975" indent="0">
              <a:buNone/>
            </a:pPr>
            <a:r>
              <a:rPr lang="en-CA" sz="1200" b="0" kern="0" noProof="0">
                <a:solidFill>
                  <a:schemeClr val="tx1"/>
                </a:solidFill>
                <a:latin typeface="+mn-lt"/>
                <a:cs typeface="+mn-cs"/>
              </a:rPr>
              <a:t>Open Excel then click </a:t>
            </a:r>
            <a:r>
              <a:rPr lang="en-CA" sz="1200" b="0" i="1" kern="0" noProof="0">
                <a:solidFill>
                  <a:schemeClr val="accent1"/>
                </a:solidFill>
                <a:latin typeface="+mn-lt"/>
                <a:cs typeface="+mn-cs"/>
              </a:rPr>
              <a:t>Blank workbook</a:t>
            </a:r>
            <a:br>
              <a:rPr lang="en-CA" sz="1200" b="0" i="1" kern="0" noProof="0">
                <a:solidFill>
                  <a:schemeClr val="accent1"/>
                </a:solidFill>
                <a:latin typeface="+mn-lt"/>
                <a:cs typeface="+mn-cs"/>
              </a:rPr>
            </a:br>
            <a:r>
              <a:rPr lang="en-CA" sz="900" b="0" kern="0" noProof="0">
                <a:solidFill>
                  <a:schemeClr val="tx1"/>
                </a:solidFill>
                <a:latin typeface="+mn-lt"/>
                <a:cs typeface="+mn-cs"/>
              </a:rPr>
              <a:t>If already open, click on  </a:t>
            </a:r>
            <a:r>
              <a:rPr lang="en-CA" sz="900" b="0" i="1" kern="0" noProof="0">
                <a:solidFill>
                  <a:schemeClr val="accent1"/>
                </a:solidFill>
                <a:latin typeface="+mn-lt"/>
                <a:cs typeface="+mn-cs"/>
              </a:rPr>
              <a:t>File</a:t>
            </a:r>
            <a:r>
              <a:rPr lang="en-CA" sz="900" b="0" i="0" kern="0" noProof="0">
                <a:solidFill>
                  <a:schemeClr val="tx1"/>
                </a:solidFill>
                <a:latin typeface="+mn-lt"/>
                <a:cs typeface="+mn-cs"/>
              </a:rPr>
              <a:t>, </a:t>
            </a:r>
            <a:r>
              <a:rPr lang="en-CA" sz="900" b="0" i="1" kern="0" noProof="0">
                <a:solidFill>
                  <a:schemeClr val="accent1"/>
                </a:solidFill>
                <a:latin typeface="+mn-lt"/>
                <a:cs typeface="+mn-cs"/>
              </a:rPr>
              <a:t>New</a:t>
            </a:r>
            <a:r>
              <a:rPr lang="en-CA" sz="900" b="0" i="0" kern="0" noProof="0">
                <a:solidFill>
                  <a:schemeClr val="tx1"/>
                </a:solidFill>
                <a:latin typeface="+mn-lt"/>
                <a:cs typeface="+mn-cs"/>
              </a:rPr>
              <a:t>, </a:t>
            </a:r>
            <a:r>
              <a:rPr lang="en-CA" sz="900" b="0" i="1" kern="0" noProof="0">
                <a:solidFill>
                  <a:schemeClr val="accent1"/>
                </a:solidFill>
                <a:latin typeface="+mn-lt"/>
                <a:cs typeface="+mn-cs"/>
              </a:rPr>
              <a:t>Blank workbook</a:t>
            </a:r>
            <a:endParaRPr lang="en-CA" sz="1200" b="0" i="1" kern="0" noProof="0">
              <a:solidFill>
                <a:schemeClr val="accent1"/>
              </a:solidFill>
              <a:latin typeface="+mn-lt"/>
              <a:cs typeface="+mn-cs"/>
            </a:endParaRPr>
          </a:p>
        </p:txBody>
      </p:sp>
      <p:sp>
        <p:nvSpPr>
          <p:cNvPr id="20" name="Ellipse 19">
            <a:extLst>
              <a:ext uri="{FF2B5EF4-FFF2-40B4-BE49-F238E27FC236}">
                <a16:creationId xmlns:a16="http://schemas.microsoft.com/office/drawing/2014/main" id="{B9B388AC-8977-2625-C3F2-9CDE5891D249}"/>
              </a:ext>
            </a:extLst>
          </p:cNvPr>
          <p:cNvSpPr/>
          <p:nvPr userDrawn="1"/>
        </p:nvSpPr>
        <p:spPr bwMode="auto">
          <a:xfrm>
            <a:off x="6131680" y="4790954"/>
            <a:ext cx="457200" cy="457200"/>
          </a:xfrm>
          <a:prstGeom prst="ellipse">
            <a:avLst/>
          </a:prstGeom>
          <a:solidFill>
            <a:schemeClr val="bg2"/>
          </a:solidFill>
          <a:ln>
            <a:noFill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CA" sz="1400" b="0" i="0" u="none" strike="noStrike" cap="none" normalizeH="0" baseline="0" noProof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A3C9B7EA-2448-A0F8-9A9F-17EB985102EA}"/>
              </a:ext>
            </a:extLst>
          </p:cNvPr>
          <p:cNvSpPr txBox="1">
            <a:spLocks/>
          </p:cNvSpPr>
          <p:nvPr userDrawn="1"/>
        </p:nvSpPr>
        <p:spPr>
          <a:xfrm>
            <a:off x="6589386" y="4741087"/>
            <a:ext cx="2859892" cy="556935"/>
          </a:xfrm>
          <a:prstGeom prst="rect">
            <a:avLst/>
          </a:prstGeom>
          <a:noFill/>
        </p:spPr>
        <p:txBody>
          <a:bodyPr lIns="91440" anchor="ctr"/>
          <a:lstStyle>
            <a:lvl1pPr marL="339725" indent="-285750" algn="l" rtl="0" eaLnBrk="1" fontAlgn="base" hangingPunct="1">
              <a:spcBef>
                <a:spcPts val="800"/>
              </a:spcBef>
              <a:spcAft>
                <a:spcPct val="0"/>
              </a:spcAft>
              <a:buClr>
                <a:schemeClr val="dk1"/>
              </a:buClr>
              <a:buSzPct val="85000"/>
              <a:buFont typeface="Arial" panose="020B0604020202020204" pitchFamily="34" charset="0"/>
              <a:buChar char="n"/>
              <a:defRPr lang="en-CA" sz="1800" baseline="0" noProof="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81013" indent="-195263" algn="l" rtl="0" eaLnBrk="1" fontAlgn="base" hangingPunct="1">
              <a:spcBef>
                <a:spcPts val="200"/>
              </a:spcBef>
              <a:spcAft>
                <a:spcPct val="0"/>
              </a:spcAft>
              <a:buClr>
                <a:schemeClr val="dk1"/>
              </a:buClr>
              <a:buSzPct val="85000"/>
              <a:buFont typeface="Arial" panose="020B0604020202020204" pitchFamily="34" charset="0"/>
              <a:buChar char="n"/>
              <a:defRPr sz="1600">
                <a:solidFill>
                  <a:schemeClr val="accent1"/>
                </a:solidFill>
                <a:latin typeface="+mn-lt"/>
                <a:ea typeface="+mn-ea"/>
              </a:defRPr>
            </a:lvl2pPr>
            <a:lvl3pPr marL="627063" indent="-144463" algn="l" rtl="0" eaLnBrk="1" fontAlgn="base" hangingPunct="1">
              <a:spcBef>
                <a:spcPts val="0"/>
              </a:spcBef>
              <a:spcAft>
                <a:spcPct val="0"/>
              </a:spcAft>
              <a:buClr>
                <a:schemeClr val="dk1"/>
              </a:buClr>
              <a:buSzPct val="80000"/>
              <a:buFont typeface="Arial" panose="020B0604020202020204" pitchFamily="34" charset="0"/>
              <a:buChar char="n"/>
              <a:defRPr sz="1400">
                <a:solidFill>
                  <a:schemeClr val="accent1"/>
                </a:solidFill>
                <a:latin typeface="+mn-lt"/>
                <a:ea typeface="+mn-ea"/>
              </a:defRPr>
            </a:lvl3pPr>
            <a:lvl4pPr marL="863600" indent="-193675" algn="l" rtl="0" eaLnBrk="1" fontAlgn="base" hangingPunct="1">
              <a:spcBef>
                <a:spcPct val="15000"/>
              </a:spcBef>
              <a:spcAft>
                <a:spcPct val="0"/>
              </a:spcAft>
              <a:buClr>
                <a:schemeClr val="dk1"/>
              </a:buClr>
              <a:buSzPct val="80000"/>
              <a:buFont typeface="Arial" panose="020B0604020202020204" pitchFamily="34" charset="0"/>
              <a:buChar char="n"/>
              <a:defRPr sz="1400">
                <a:solidFill>
                  <a:schemeClr val="accent1"/>
                </a:solidFill>
                <a:latin typeface="+mn-lt"/>
                <a:ea typeface="+mn-ea"/>
              </a:defRPr>
            </a:lvl4pPr>
            <a:lvl5pPr marL="2135188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92388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3049588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506788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963988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53975" indent="0">
              <a:buNone/>
            </a:pPr>
            <a:r>
              <a:rPr lang="en-CA" sz="1200" b="0" kern="0" noProof="0">
                <a:solidFill>
                  <a:schemeClr val="tx1"/>
                </a:solidFill>
                <a:latin typeface="+mn-lt"/>
                <a:cs typeface="+mn-cs"/>
              </a:rPr>
              <a:t>On the </a:t>
            </a:r>
            <a:r>
              <a:rPr lang="en-CA" sz="1200" b="0" i="1" kern="0" noProof="0">
                <a:solidFill>
                  <a:schemeClr val="accent1"/>
                </a:solidFill>
                <a:latin typeface="+mn-lt"/>
                <a:cs typeface="+mn-cs"/>
              </a:rPr>
              <a:t>Page Layout menu </a:t>
            </a:r>
            <a:r>
              <a:rPr lang="en-CA" sz="1200" b="0" kern="0" noProof="0">
                <a:solidFill>
                  <a:schemeClr val="tx1"/>
                </a:solidFill>
                <a:latin typeface="+mn-lt"/>
                <a:cs typeface="+mn-cs"/>
              </a:rPr>
              <a:t>tab,</a:t>
            </a:r>
            <a:br>
              <a:rPr lang="en-CA" sz="1200" b="0" kern="0" noProof="0">
                <a:solidFill>
                  <a:schemeClr val="tx1"/>
                </a:solidFill>
                <a:latin typeface="+mn-lt"/>
                <a:cs typeface="+mn-cs"/>
              </a:rPr>
            </a:br>
            <a:r>
              <a:rPr lang="en-CA" sz="1200" b="0" kern="0" noProof="0">
                <a:solidFill>
                  <a:schemeClr val="tx1"/>
                </a:solidFill>
                <a:latin typeface="+mn-lt"/>
                <a:cs typeface="+mn-cs"/>
              </a:rPr>
              <a:t>click </a:t>
            </a:r>
            <a:r>
              <a:rPr lang="en-CA" sz="1200" b="0" i="1" kern="0" noProof="0">
                <a:solidFill>
                  <a:schemeClr val="accent1"/>
                </a:solidFill>
                <a:latin typeface="+mn-lt"/>
                <a:cs typeface="+mn-cs"/>
              </a:rPr>
              <a:t>Theme</a:t>
            </a:r>
            <a:endParaRPr lang="en-CA" sz="1200" b="0" i="1" kern="0" noProof="0">
              <a:solidFill>
                <a:schemeClr val="tx2"/>
              </a:solidFill>
              <a:latin typeface="+mn-lt"/>
              <a:cs typeface="+mn-cs"/>
            </a:endParaRPr>
          </a:p>
        </p:txBody>
      </p:sp>
      <p:sp>
        <p:nvSpPr>
          <p:cNvPr id="22" name="Ellipse 21">
            <a:extLst>
              <a:ext uri="{FF2B5EF4-FFF2-40B4-BE49-F238E27FC236}">
                <a16:creationId xmlns:a16="http://schemas.microsoft.com/office/drawing/2014/main" id="{19032459-2F45-11C4-CAA4-A94B04046A32}"/>
              </a:ext>
            </a:extLst>
          </p:cNvPr>
          <p:cNvSpPr/>
          <p:nvPr userDrawn="1"/>
        </p:nvSpPr>
        <p:spPr bwMode="auto">
          <a:xfrm>
            <a:off x="9695283" y="4790954"/>
            <a:ext cx="457200" cy="457200"/>
          </a:xfrm>
          <a:prstGeom prst="ellipse">
            <a:avLst/>
          </a:prstGeom>
          <a:solidFill>
            <a:schemeClr val="bg2"/>
          </a:solidFill>
          <a:ln>
            <a:noFill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CA" sz="1400" b="0" i="0" u="none" strike="noStrike" cap="none" normalizeH="0" baseline="0" noProof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858D6C80-D653-743F-FD28-3A20D14D8782}"/>
              </a:ext>
            </a:extLst>
          </p:cNvPr>
          <p:cNvSpPr txBox="1">
            <a:spLocks/>
          </p:cNvSpPr>
          <p:nvPr userDrawn="1"/>
        </p:nvSpPr>
        <p:spPr>
          <a:xfrm>
            <a:off x="10145996" y="4741087"/>
            <a:ext cx="1800000" cy="556935"/>
          </a:xfrm>
          <a:prstGeom prst="rect">
            <a:avLst/>
          </a:prstGeom>
          <a:noFill/>
        </p:spPr>
        <p:txBody>
          <a:bodyPr lIns="91440" anchor="ctr"/>
          <a:lstStyle>
            <a:lvl1pPr marL="339725" indent="-285750" algn="l" rtl="0" eaLnBrk="1" fontAlgn="base" hangingPunct="1">
              <a:spcBef>
                <a:spcPts val="800"/>
              </a:spcBef>
              <a:spcAft>
                <a:spcPct val="0"/>
              </a:spcAft>
              <a:buClr>
                <a:schemeClr val="dk1"/>
              </a:buClr>
              <a:buSzPct val="85000"/>
              <a:buFont typeface="Arial" panose="020B0604020202020204" pitchFamily="34" charset="0"/>
              <a:buChar char="n"/>
              <a:defRPr lang="en-CA" sz="1800" baseline="0" noProof="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81013" indent="-195263" algn="l" rtl="0" eaLnBrk="1" fontAlgn="base" hangingPunct="1">
              <a:spcBef>
                <a:spcPts val="200"/>
              </a:spcBef>
              <a:spcAft>
                <a:spcPct val="0"/>
              </a:spcAft>
              <a:buClr>
                <a:schemeClr val="dk1"/>
              </a:buClr>
              <a:buSzPct val="85000"/>
              <a:buFont typeface="Arial" panose="020B0604020202020204" pitchFamily="34" charset="0"/>
              <a:buChar char="n"/>
              <a:defRPr sz="1600">
                <a:solidFill>
                  <a:schemeClr val="accent1"/>
                </a:solidFill>
                <a:latin typeface="+mn-lt"/>
                <a:ea typeface="+mn-ea"/>
              </a:defRPr>
            </a:lvl2pPr>
            <a:lvl3pPr marL="627063" indent="-144463" algn="l" rtl="0" eaLnBrk="1" fontAlgn="base" hangingPunct="1">
              <a:spcBef>
                <a:spcPts val="0"/>
              </a:spcBef>
              <a:spcAft>
                <a:spcPct val="0"/>
              </a:spcAft>
              <a:buClr>
                <a:schemeClr val="dk1"/>
              </a:buClr>
              <a:buSzPct val="80000"/>
              <a:buFont typeface="Arial" panose="020B0604020202020204" pitchFamily="34" charset="0"/>
              <a:buChar char="n"/>
              <a:defRPr sz="1400">
                <a:solidFill>
                  <a:schemeClr val="accent1"/>
                </a:solidFill>
                <a:latin typeface="+mn-lt"/>
                <a:ea typeface="+mn-ea"/>
              </a:defRPr>
            </a:lvl3pPr>
            <a:lvl4pPr marL="863600" indent="-193675" algn="l" rtl="0" eaLnBrk="1" fontAlgn="base" hangingPunct="1">
              <a:spcBef>
                <a:spcPct val="15000"/>
              </a:spcBef>
              <a:spcAft>
                <a:spcPct val="0"/>
              </a:spcAft>
              <a:buClr>
                <a:schemeClr val="dk1"/>
              </a:buClr>
              <a:buSzPct val="80000"/>
              <a:buFont typeface="Arial" panose="020B0604020202020204" pitchFamily="34" charset="0"/>
              <a:buChar char="n"/>
              <a:defRPr sz="1400">
                <a:solidFill>
                  <a:schemeClr val="accent1"/>
                </a:solidFill>
                <a:latin typeface="+mn-lt"/>
                <a:ea typeface="+mn-ea"/>
              </a:defRPr>
            </a:lvl4pPr>
            <a:lvl5pPr marL="2135188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92388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3049588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506788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963988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53975" indent="0">
              <a:buNone/>
            </a:pPr>
            <a:r>
              <a:rPr lang="en-CA" sz="1200" kern="0" noProof="0">
                <a:solidFill>
                  <a:schemeClr val="tx1"/>
                </a:solidFill>
                <a:latin typeface="+mn-lt"/>
                <a:cs typeface="+mn-cs"/>
              </a:rPr>
              <a:t>Select your theme</a:t>
            </a:r>
          </a:p>
        </p:txBody>
      </p:sp>
      <p:sp>
        <p:nvSpPr>
          <p:cNvPr id="25" name="Text Placeholder 9">
            <a:extLst>
              <a:ext uri="{FF2B5EF4-FFF2-40B4-BE49-F238E27FC236}">
                <a16:creationId xmlns:a16="http://schemas.microsoft.com/office/drawing/2014/main" id="{E51AB87C-6D72-B464-CB4E-827F684A21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1" y="5600308"/>
            <a:ext cx="12192000" cy="576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lIns="144000" tIns="45720" rIns="144000" anchor="ctr"/>
          <a:lstStyle>
            <a:lvl1pPr marL="0" marR="0" indent="0" algn="l" defTabSz="914400" rtl="0" eaLnBrk="1" fontAlgn="base" latinLnBrk="0" hangingPunct="1">
              <a:lnSpc>
                <a:spcPct val="100000"/>
              </a:lnSpc>
              <a:spcBef>
                <a:spcPct val="75000"/>
              </a:spcBef>
              <a:spcAft>
                <a:spcPct val="0"/>
              </a:spcAft>
              <a:buClr>
                <a:schemeClr val="dk1"/>
              </a:buClr>
              <a:buSzPct val="85000"/>
              <a:buFont typeface="Arial" panose="020B0604020202020204" pitchFamily="34" charset="0"/>
              <a:buNone/>
              <a:tabLst/>
              <a:defRPr sz="2000" b="1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81013" indent="-195263" algn="l" rtl="0" eaLnBrk="1" fontAlgn="base" hangingPunct="1">
              <a:spcBef>
                <a:spcPct val="30000"/>
              </a:spcBef>
              <a:spcAft>
                <a:spcPct val="0"/>
              </a:spcAft>
              <a:buClr>
                <a:schemeClr val="dk1"/>
              </a:buClr>
              <a:buSzPct val="85000"/>
              <a:buFont typeface="Arial" panose="020B0604020202020204" pitchFamily="34" charset="0"/>
              <a:buChar char="n"/>
              <a:defRPr sz="1600">
                <a:solidFill>
                  <a:schemeClr val="accent1"/>
                </a:solidFill>
                <a:latin typeface="+mn-lt"/>
                <a:ea typeface="+mn-ea"/>
              </a:defRPr>
            </a:lvl2pPr>
            <a:lvl3pPr marL="668338" indent="-18573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80000"/>
              <a:buFont typeface="Arial" panose="020B0604020202020204" pitchFamily="34" charset="0"/>
              <a:buChar char="n"/>
              <a:defRPr sz="1400">
                <a:solidFill>
                  <a:schemeClr val="accent1"/>
                </a:solidFill>
                <a:latin typeface="+mn-lt"/>
                <a:ea typeface="+mn-ea"/>
              </a:defRPr>
            </a:lvl3pPr>
            <a:lvl4pPr marL="863600" indent="-193675" algn="l" rtl="0" eaLnBrk="1" fontAlgn="base" hangingPunct="1">
              <a:spcBef>
                <a:spcPct val="15000"/>
              </a:spcBef>
              <a:spcAft>
                <a:spcPct val="0"/>
              </a:spcAft>
              <a:buClr>
                <a:schemeClr val="dk1"/>
              </a:buClr>
              <a:buSzPct val="80000"/>
              <a:buFont typeface="Arial" panose="020B0604020202020204" pitchFamily="34" charset="0"/>
              <a:buChar char="n"/>
              <a:defRPr sz="1400">
                <a:solidFill>
                  <a:schemeClr val="accent1"/>
                </a:solidFill>
                <a:latin typeface="+mn-lt"/>
                <a:ea typeface="+mn-ea"/>
              </a:defRPr>
            </a:lvl4pPr>
            <a:lvl5pPr marL="2135188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92388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3049588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506788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963988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tabLst>
                <a:tab pos="1619250" algn="l"/>
              </a:tabLst>
              <a:defRPr/>
            </a:pPr>
            <a:r>
              <a:rPr lang="en-CA" sz="1600" b="0" kern="0" noProof="0">
                <a:solidFill>
                  <a:schemeClr val="accent1"/>
                </a:solidFill>
                <a:latin typeface="+mn-lt"/>
                <a:cs typeface="+mn-cs"/>
              </a:rPr>
              <a:t>	</a:t>
            </a:r>
            <a:endParaRPr lang="en-CA" sz="1600" kern="0" noProof="0">
              <a:solidFill>
                <a:schemeClr val="accent1"/>
              </a:solidFill>
              <a:latin typeface="+mn-lt"/>
              <a:cs typeface="+mn-cs"/>
            </a:endParaRPr>
          </a:p>
        </p:txBody>
      </p:sp>
      <p:pic>
        <p:nvPicPr>
          <p:cNvPr id="26" name="Picture 6" descr="Résultats de recherche d'images pour « logo word 2016 »">
            <a:extLst>
              <a:ext uri="{FF2B5EF4-FFF2-40B4-BE49-F238E27FC236}">
                <a16:creationId xmlns:a16="http://schemas.microsoft.com/office/drawing/2014/main" id="{0CF56E70-63BF-47A3-20D5-A003C3DDF923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2" b="-161"/>
          <a:stretch/>
        </p:blipFill>
        <p:spPr bwMode="auto">
          <a:xfrm>
            <a:off x="381000" y="5533912"/>
            <a:ext cx="794284" cy="7158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Ellipse 26">
            <a:extLst>
              <a:ext uri="{FF2B5EF4-FFF2-40B4-BE49-F238E27FC236}">
                <a16:creationId xmlns:a16="http://schemas.microsoft.com/office/drawing/2014/main" id="{55E1D52A-4431-776E-9C27-2335213D4BED}"/>
              </a:ext>
            </a:extLst>
          </p:cNvPr>
          <p:cNvSpPr/>
          <p:nvPr userDrawn="1"/>
        </p:nvSpPr>
        <p:spPr bwMode="auto">
          <a:xfrm>
            <a:off x="1400429" y="5663250"/>
            <a:ext cx="457200" cy="457200"/>
          </a:xfrm>
          <a:prstGeom prst="ellipse">
            <a:avLst/>
          </a:prstGeom>
          <a:solidFill>
            <a:schemeClr val="bg2"/>
          </a:solidFill>
          <a:ln>
            <a:noFill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CA" sz="1400" b="0" i="0" u="none" strike="noStrike" cap="none" normalizeH="0" baseline="0" noProof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DBA2D45E-ED79-0986-7EDF-B0129C813D33}"/>
              </a:ext>
            </a:extLst>
          </p:cNvPr>
          <p:cNvSpPr txBox="1">
            <a:spLocks/>
          </p:cNvSpPr>
          <p:nvPr userDrawn="1"/>
        </p:nvSpPr>
        <p:spPr>
          <a:xfrm>
            <a:off x="1847566" y="5613383"/>
            <a:ext cx="4203984" cy="556935"/>
          </a:xfrm>
          <a:prstGeom prst="rect">
            <a:avLst/>
          </a:prstGeom>
          <a:noFill/>
        </p:spPr>
        <p:txBody>
          <a:bodyPr lIns="91440" anchor="ctr"/>
          <a:lstStyle>
            <a:lvl1pPr marL="339725" indent="-285750" algn="l" rtl="0" eaLnBrk="1" fontAlgn="base" hangingPunct="1">
              <a:spcBef>
                <a:spcPts val="800"/>
              </a:spcBef>
              <a:spcAft>
                <a:spcPct val="0"/>
              </a:spcAft>
              <a:buClr>
                <a:schemeClr val="dk1"/>
              </a:buClr>
              <a:buSzPct val="85000"/>
              <a:buFont typeface="Arial" panose="020B0604020202020204" pitchFamily="34" charset="0"/>
              <a:buChar char="n"/>
              <a:defRPr lang="en-CA" sz="1800" baseline="0" noProof="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81013" indent="-195263" algn="l" rtl="0" eaLnBrk="1" fontAlgn="base" hangingPunct="1">
              <a:spcBef>
                <a:spcPts val="200"/>
              </a:spcBef>
              <a:spcAft>
                <a:spcPct val="0"/>
              </a:spcAft>
              <a:buClr>
                <a:schemeClr val="dk1"/>
              </a:buClr>
              <a:buSzPct val="85000"/>
              <a:buFont typeface="Arial" panose="020B0604020202020204" pitchFamily="34" charset="0"/>
              <a:buChar char="n"/>
              <a:defRPr sz="1600">
                <a:solidFill>
                  <a:schemeClr val="accent1"/>
                </a:solidFill>
                <a:latin typeface="+mn-lt"/>
                <a:ea typeface="+mn-ea"/>
              </a:defRPr>
            </a:lvl2pPr>
            <a:lvl3pPr marL="627063" indent="-144463" algn="l" rtl="0" eaLnBrk="1" fontAlgn="base" hangingPunct="1">
              <a:spcBef>
                <a:spcPts val="0"/>
              </a:spcBef>
              <a:spcAft>
                <a:spcPct val="0"/>
              </a:spcAft>
              <a:buClr>
                <a:schemeClr val="dk1"/>
              </a:buClr>
              <a:buSzPct val="80000"/>
              <a:buFont typeface="Arial" panose="020B0604020202020204" pitchFamily="34" charset="0"/>
              <a:buChar char="n"/>
              <a:defRPr sz="1400">
                <a:solidFill>
                  <a:schemeClr val="accent1"/>
                </a:solidFill>
                <a:latin typeface="+mn-lt"/>
                <a:ea typeface="+mn-ea"/>
              </a:defRPr>
            </a:lvl3pPr>
            <a:lvl4pPr marL="863600" indent="-193675" algn="l" rtl="0" eaLnBrk="1" fontAlgn="base" hangingPunct="1">
              <a:spcBef>
                <a:spcPct val="15000"/>
              </a:spcBef>
              <a:spcAft>
                <a:spcPct val="0"/>
              </a:spcAft>
              <a:buClr>
                <a:schemeClr val="dk1"/>
              </a:buClr>
              <a:buSzPct val="80000"/>
              <a:buFont typeface="Arial" panose="020B0604020202020204" pitchFamily="34" charset="0"/>
              <a:buChar char="n"/>
              <a:defRPr sz="1400">
                <a:solidFill>
                  <a:schemeClr val="accent1"/>
                </a:solidFill>
                <a:latin typeface="+mn-lt"/>
                <a:ea typeface="+mn-ea"/>
              </a:defRPr>
            </a:lvl4pPr>
            <a:lvl5pPr marL="2135188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92388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3049588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506788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963988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53975" indent="0">
              <a:buNone/>
            </a:pPr>
            <a:r>
              <a:rPr lang="en-CA" sz="1200" b="0" kern="0" noProof="0">
                <a:solidFill>
                  <a:schemeClr val="tx1"/>
                </a:solidFill>
                <a:latin typeface="+mn-lt"/>
                <a:cs typeface="+mn-cs"/>
              </a:rPr>
              <a:t>Open Word, click </a:t>
            </a:r>
            <a:r>
              <a:rPr lang="en-CA" sz="1200" b="0" i="1" kern="0" noProof="0">
                <a:solidFill>
                  <a:schemeClr val="accent1"/>
                </a:solidFill>
                <a:latin typeface="+mn-lt"/>
                <a:cs typeface="+mn-cs"/>
              </a:rPr>
              <a:t>Blank document</a:t>
            </a:r>
            <a:br>
              <a:rPr lang="en-CA" sz="1200" b="0" kern="0" noProof="0">
                <a:solidFill>
                  <a:schemeClr val="tx1"/>
                </a:solidFill>
                <a:latin typeface="+mn-lt"/>
                <a:cs typeface="+mn-cs"/>
              </a:rPr>
            </a:br>
            <a:r>
              <a:rPr lang="en-CA" sz="900" b="0" kern="0" noProof="0">
                <a:solidFill>
                  <a:schemeClr val="tx1"/>
                </a:solidFill>
                <a:latin typeface="+mn-lt"/>
                <a:cs typeface="+mn-cs"/>
              </a:rPr>
              <a:t>If already open, click on  </a:t>
            </a:r>
            <a:r>
              <a:rPr lang="en-CA" sz="900" b="0" i="1" kern="0" noProof="0">
                <a:solidFill>
                  <a:schemeClr val="accent1"/>
                </a:solidFill>
                <a:latin typeface="+mn-lt"/>
                <a:cs typeface="+mn-cs"/>
              </a:rPr>
              <a:t>File</a:t>
            </a:r>
            <a:r>
              <a:rPr lang="en-CA" sz="900" b="0" i="0" kern="0" noProof="0">
                <a:solidFill>
                  <a:schemeClr val="tx1"/>
                </a:solidFill>
                <a:latin typeface="+mn-lt"/>
                <a:cs typeface="+mn-cs"/>
              </a:rPr>
              <a:t>, </a:t>
            </a:r>
            <a:r>
              <a:rPr lang="en-CA" sz="900" b="0" i="1" kern="0" noProof="0">
                <a:solidFill>
                  <a:schemeClr val="accent1"/>
                </a:solidFill>
                <a:latin typeface="+mn-lt"/>
                <a:cs typeface="+mn-cs"/>
              </a:rPr>
              <a:t>New</a:t>
            </a:r>
            <a:r>
              <a:rPr lang="en-CA" sz="900" b="0" i="0" kern="0" noProof="0">
                <a:solidFill>
                  <a:schemeClr val="tx1"/>
                </a:solidFill>
                <a:latin typeface="+mn-lt"/>
                <a:cs typeface="+mn-cs"/>
              </a:rPr>
              <a:t>, </a:t>
            </a:r>
            <a:r>
              <a:rPr lang="en-CA" sz="900" b="0" i="1" kern="0" noProof="0">
                <a:solidFill>
                  <a:schemeClr val="accent1"/>
                </a:solidFill>
                <a:latin typeface="+mn-lt"/>
                <a:cs typeface="+mn-cs"/>
              </a:rPr>
              <a:t>Blank document</a:t>
            </a:r>
            <a:endParaRPr lang="en-CA" sz="1200" b="0" i="1" kern="0" noProof="0">
              <a:solidFill>
                <a:schemeClr val="accent1"/>
              </a:solidFill>
              <a:latin typeface="+mn-lt"/>
              <a:cs typeface="+mn-cs"/>
            </a:endParaRPr>
          </a:p>
        </p:txBody>
      </p:sp>
      <p:sp>
        <p:nvSpPr>
          <p:cNvPr id="29" name="Ellipse 28">
            <a:extLst>
              <a:ext uri="{FF2B5EF4-FFF2-40B4-BE49-F238E27FC236}">
                <a16:creationId xmlns:a16="http://schemas.microsoft.com/office/drawing/2014/main" id="{58DB4BB3-8D88-4134-A13C-642DD2A2BE47}"/>
              </a:ext>
            </a:extLst>
          </p:cNvPr>
          <p:cNvSpPr/>
          <p:nvPr userDrawn="1"/>
        </p:nvSpPr>
        <p:spPr bwMode="auto">
          <a:xfrm>
            <a:off x="6131680" y="5663250"/>
            <a:ext cx="457200" cy="457200"/>
          </a:xfrm>
          <a:prstGeom prst="ellipse">
            <a:avLst/>
          </a:prstGeom>
          <a:solidFill>
            <a:schemeClr val="bg2"/>
          </a:solidFill>
          <a:ln>
            <a:noFill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CA" sz="1400" b="0" i="0" u="none" strike="noStrike" cap="none" normalizeH="0" baseline="0" noProof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</a:t>
            </a:r>
          </a:p>
        </p:txBody>
      </p:sp>
      <p:sp>
        <p:nvSpPr>
          <p:cNvPr id="30" name="Text Placeholder 2">
            <a:extLst>
              <a:ext uri="{FF2B5EF4-FFF2-40B4-BE49-F238E27FC236}">
                <a16:creationId xmlns:a16="http://schemas.microsoft.com/office/drawing/2014/main" id="{9B6DB54B-EFF8-979A-5900-322E87C40029}"/>
              </a:ext>
            </a:extLst>
          </p:cNvPr>
          <p:cNvSpPr txBox="1">
            <a:spLocks/>
          </p:cNvSpPr>
          <p:nvPr userDrawn="1"/>
        </p:nvSpPr>
        <p:spPr>
          <a:xfrm>
            <a:off x="6589388" y="5613383"/>
            <a:ext cx="2859892" cy="556935"/>
          </a:xfrm>
          <a:prstGeom prst="rect">
            <a:avLst/>
          </a:prstGeom>
          <a:noFill/>
        </p:spPr>
        <p:txBody>
          <a:bodyPr lIns="91440" anchor="ctr"/>
          <a:lstStyle>
            <a:lvl1pPr marL="339725" indent="-285750" algn="l" rtl="0" eaLnBrk="1" fontAlgn="base" hangingPunct="1">
              <a:spcBef>
                <a:spcPts val="800"/>
              </a:spcBef>
              <a:spcAft>
                <a:spcPct val="0"/>
              </a:spcAft>
              <a:buClr>
                <a:schemeClr val="dk1"/>
              </a:buClr>
              <a:buSzPct val="85000"/>
              <a:buFont typeface="Arial" panose="020B0604020202020204" pitchFamily="34" charset="0"/>
              <a:buChar char="n"/>
              <a:defRPr lang="en-CA" sz="1800" baseline="0" noProof="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81013" indent="-195263" algn="l" rtl="0" eaLnBrk="1" fontAlgn="base" hangingPunct="1">
              <a:spcBef>
                <a:spcPts val="200"/>
              </a:spcBef>
              <a:spcAft>
                <a:spcPct val="0"/>
              </a:spcAft>
              <a:buClr>
                <a:schemeClr val="dk1"/>
              </a:buClr>
              <a:buSzPct val="85000"/>
              <a:buFont typeface="Arial" panose="020B0604020202020204" pitchFamily="34" charset="0"/>
              <a:buChar char="n"/>
              <a:defRPr sz="1600">
                <a:solidFill>
                  <a:schemeClr val="accent1"/>
                </a:solidFill>
                <a:latin typeface="+mn-lt"/>
                <a:ea typeface="+mn-ea"/>
              </a:defRPr>
            </a:lvl2pPr>
            <a:lvl3pPr marL="627063" indent="-144463" algn="l" rtl="0" eaLnBrk="1" fontAlgn="base" hangingPunct="1">
              <a:spcBef>
                <a:spcPts val="0"/>
              </a:spcBef>
              <a:spcAft>
                <a:spcPct val="0"/>
              </a:spcAft>
              <a:buClr>
                <a:schemeClr val="dk1"/>
              </a:buClr>
              <a:buSzPct val="80000"/>
              <a:buFont typeface="Arial" panose="020B0604020202020204" pitchFamily="34" charset="0"/>
              <a:buChar char="n"/>
              <a:defRPr sz="1400">
                <a:solidFill>
                  <a:schemeClr val="accent1"/>
                </a:solidFill>
                <a:latin typeface="+mn-lt"/>
                <a:ea typeface="+mn-ea"/>
              </a:defRPr>
            </a:lvl3pPr>
            <a:lvl4pPr marL="863600" indent="-193675" algn="l" rtl="0" eaLnBrk="1" fontAlgn="base" hangingPunct="1">
              <a:spcBef>
                <a:spcPct val="15000"/>
              </a:spcBef>
              <a:spcAft>
                <a:spcPct val="0"/>
              </a:spcAft>
              <a:buClr>
                <a:schemeClr val="dk1"/>
              </a:buClr>
              <a:buSzPct val="80000"/>
              <a:buFont typeface="Arial" panose="020B0604020202020204" pitchFamily="34" charset="0"/>
              <a:buChar char="n"/>
              <a:defRPr sz="1400">
                <a:solidFill>
                  <a:schemeClr val="accent1"/>
                </a:solidFill>
                <a:latin typeface="+mn-lt"/>
                <a:ea typeface="+mn-ea"/>
              </a:defRPr>
            </a:lvl4pPr>
            <a:lvl5pPr marL="2135188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92388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3049588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506788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963988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53975" indent="0">
              <a:buNone/>
            </a:pPr>
            <a:r>
              <a:rPr lang="en-CA" sz="1200" b="0" kern="0" noProof="0">
                <a:solidFill>
                  <a:schemeClr val="tx1"/>
                </a:solidFill>
                <a:latin typeface="+mn-lt"/>
                <a:cs typeface="+mn-cs"/>
              </a:rPr>
              <a:t>On the </a:t>
            </a:r>
            <a:r>
              <a:rPr lang="en-CA" sz="1200" b="0" i="1" kern="0" noProof="0">
                <a:solidFill>
                  <a:schemeClr val="accent1"/>
                </a:solidFill>
                <a:latin typeface="+mn-lt"/>
                <a:cs typeface="+mn-cs"/>
              </a:rPr>
              <a:t>Design menu </a:t>
            </a:r>
            <a:r>
              <a:rPr lang="en-CA" sz="1200" b="0" kern="0" noProof="0">
                <a:solidFill>
                  <a:schemeClr val="tx1"/>
                </a:solidFill>
                <a:latin typeface="+mn-lt"/>
                <a:cs typeface="+mn-cs"/>
              </a:rPr>
              <a:t>tab,</a:t>
            </a:r>
            <a:br>
              <a:rPr lang="en-CA" sz="1200" b="0" kern="0" noProof="0">
                <a:solidFill>
                  <a:schemeClr val="tx1"/>
                </a:solidFill>
                <a:latin typeface="+mn-lt"/>
                <a:cs typeface="+mn-cs"/>
              </a:rPr>
            </a:br>
            <a:r>
              <a:rPr lang="en-CA" sz="1200" b="0" kern="0" noProof="0">
                <a:solidFill>
                  <a:schemeClr val="tx1"/>
                </a:solidFill>
                <a:latin typeface="+mn-lt"/>
                <a:cs typeface="+mn-cs"/>
              </a:rPr>
              <a:t>click </a:t>
            </a:r>
            <a:r>
              <a:rPr lang="en-CA" sz="1200" b="0" i="1" kern="0" noProof="0">
                <a:solidFill>
                  <a:schemeClr val="accent1"/>
                </a:solidFill>
                <a:latin typeface="+mn-lt"/>
                <a:cs typeface="+mn-cs"/>
              </a:rPr>
              <a:t>Theme</a:t>
            </a:r>
            <a:endParaRPr lang="en-CA" sz="1200" b="0" i="1" kern="0" noProof="0">
              <a:solidFill>
                <a:schemeClr val="tx2"/>
              </a:solidFill>
              <a:latin typeface="+mn-lt"/>
              <a:cs typeface="+mn-cs"/>
            </a:endParaRPr>
          </a:p>
        </p:txBody>
      </p:sp>
      <p:sp>
        <p:nvSpPr>
          <p:cNvPr id="31" name="Ellipse 30">
            <a:extLst>
              <a:ext uri="{FF2B5EF4-FFF2-40B4-BE49-F238E27FC236}">
                <a16:creationId xmlns:a16="http://schemas.microsoft.com/office/drawing/2014/main" id="{99BEFE46-DC64-6F8B-674E-274E45DFA2B2}"/>
              </a:ext>
            </a:extLst>
          </p:cNvPr>
          <p:cNvSpPr/>
          <p:nvPr userDrawn="1"/>
        </p:nvSpPr>
        <p:spPr bwMode="auto">
          <a:xfrm>
            <a:off x="9695283" y="5663250"/>
            <a:ext cx="457200" cy="457200"/>
          </a:xfrm>
          <a:prstGeom prst="ellipse">
            <a:avLst/>
          </a:prstGeom>
          <a:solidFill>
            <a:schemeClr val="bg2"/>
          </a:solidFill>
          <a:ln>
            <a:noFill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CA" sz="1400" b="0" i="0" u="none" strike="noStrike" cap="none" normalizeH="0" baseline="0" noProof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</a:t>
            </a:r>
          </a:p>
        </p:txBody>
      </p:sp>
      <p:sp>
        <p:nvSpPr>
          <p:cNvPr id="32" name="Text Placeholder 2">
            <a:extLst>
              <a:ext uri="{FF2B5EF4-FFF2-40B4-BE49-F238E27FC236}">
                <a16:creationId xmlns:a16="http://schemas.microsoft.com/office/drawing/2014/main" id="{98E4DEDF-2489-60A1-7254-9C5D979C5DBF}"/>
              </a:ext>
            </a:extLst>
          </p:cNvPr>
          <p:cNvSpPr txBox="1">
            <a:spLocks/>
          </p:cNvSpPr>
          <p:nvPr userDrawn="1"/>
        </p:nvSpPr>
        <p:spPr>
          <a:xfrm>
            <a:off x="10146000" y="5613383"/>
            <a:ext cx="1800000" cy="556935"/>
          </a:xfrm>
          <a:prstGeom prst="rect">
            <a:avLst/>
          </a:prstGeom>
          <a:noFill/>
        </p:spPr>
        <p:txBody>
          <a:bodyPr lIns="91440" anchor="ctr"/>
          <a:lstStyle>
            <a:lvl1pPr marL="339725" indent="-285750" algn="l" rtl="0" eaLnBrk="1" fontAlgn="base" hangingPunct="1">
              <a:spcBef>
                <a:spcPts val="800"/>
              </a:spcBef>
              <a:spcAft>
                <a:spcPct val="0"/>
              </a:spcAft>
              <a:buClr>
                <a:schemeClr val="dk1"/>
              </a:buClr>
              <a:buSzPct val="85000"/>
              <a:buFont typeface="Arial" panose="020B0604020202020204" pitchFamily="34" charset="0"/>
              <a:buChar char="n"/>
              <a:defRPr lang="en-CA" sz="1800" baseline="0" noProof="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81013" indent="-195263" algn="l" rtl="0" eaLnBrk="1" fontAlgn="base" hangingPunct="1">
              <a:spcBef>
                <a:spcPts val="200"/>
              </a:spcBef>
              <a:spcAft>
                <a:spcPct val="0"/>
              </a:spcAft>
              <a:buClr>
                <a:schemeClr val="dk1"/>
              </a:buClr>
              <a:buSzPct val="85000"/>
              <a:buFont typeface="Arial" panose="020B0604020202020204" pitchFamily="34" charset="0"/>
              <a:buChar char="n"/>
              <a:defRPr sz="1600">
                <a:solidFill>
                  <a:schemeClr val="accent1"/>
                </a:solidFill>
                <a:latin typeface="+mn-lt"/>
                <a:ea typeface="+mn-ea"/>
              </a:defRPr>
            </a:lvl2pPr>
            <a:lvl3pPr marL="627063" indent="-144463" algn="l" rtl="0" eaLnBrk="1" fontAlgn="base" hangingPunct="1">
              <a:spcBef>
                <a:spcPts val="0"/>
              </a:spcBef>
              <a:spcAft>
                <a:spcPct val="0"/>
              </a:spcAft>
              <a:buClr>
                <a:schemeClr val="dk1"/>
              </a:buClr>
              <a:buSzPct val="80000"/>
              <a:buFont typeface="Arial" panose="020B0604020202020204" pitchFamily="34" charset="0"/>
              <a:buChar char="n"/>
              <a:defRPr sz="1400">
                <a:solidFill>
                  <a:schemeClr val="accent1"/>
                </a:solidFill>
                <a:latin typeface="+mn-lt"/>
                <a:ea typeface="+mn-ea"/>
              </a:defRPr>
            </a:lvl3pPr>
            <a:lvl4pPr marL="863600" indent="-193675" algn="l" rtl="0" eaLnBrk="1" fontAlgn="base" hangingPunct="1">
              <a:spcBef>
                <a:spcPct val="15000"/>
              </a:spcBef>
              <a:spcAft>
                <a:spcPct val="0"/>
              </a:spcAft>
              <a:buClr>
                <a:schemeClr val="dk1"/>
              </a:buClr>
              <a:buSzPct val="80000"/>
              <a:buFont typeface="Arial" panose="020B0604020202020204" pitchFamily="34" charset="0"/>
              <a:buChar char="n"/>
              <a:defRPr sz="1400">
                <a:solidFill>
                  <a:schemeClr val="accent1"/>
                </a:solidFill>
                <a:latin typeface="+mn-lt"/>
                <a:ea typeface="+mn-ea"/>
              </a:defRPr>
            </a:lvl4pPr>
            <a:lvl5pPr marL="2135188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92388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3049588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506788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963988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53975" indent="0">
              <a:buNone/>
            </a:pPr>
            <a:r>
              <a:rPr lang="en-CA" sz="1200" kern="0" noProof="0">
                <a:solidFill>
                  <a:schemeClr val="tx1"/>
                </a:solidFill>
                <a:latin typeface="+mn-lt"/>
                <a:cs typeface="+mn-cs"/>
              </a:rPr>
              <a:t>Select your theme</a:t>
            </a:r>
          </a:p>
        </p:txBody>
      </p:sp>
    </p:spTree>
    <p:extLst>
      <p:ext uri="{BB962C8B-B14F-4D97-AF65-F5344CB8AC3E}">
        <p14:creationId xmlns:p14="http://schemas.microsoft.com/office/powerpoint/2010/main" val="1621735957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CHECK page assessment check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UJET">
            <a:extLst>
              <a:ext uri="{FF2B5EF4-FFF2-40B4-BE49-F238E27FC236}">
                <a16:creationId xmlns:a16="http://schemas.microsoft.com/office/drawing/2014/main" id="{9F70D95C-81DA-6632-66FD-AE8132950A3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46063" y="233999"/>
            <a:ext cx="5714937" cy="180001"/>
          </a:xfrm>
        </p:spPr>
        <p:txBody>
          <a:bodyPr lIns="18000" tIns="0" rIns="18000" bIns="0" anchor="ctr">
            <a:noAutofit/>
          </a:bodyPr>
          <a:lstStyle>
            <a:lvl1pPr marL="0" indent="0"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  <a:lvl2pPr>
              <a:defRPr sz="1200"/>
            </a:lvl2pPr>
            <a:lvl3pPr>
              <a:defRPr sz="110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en-CA"/>
              <a:t>Click to add a subject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3BC9199-76E3-E4B1-18CC-119B22AF30DD}"/>
              </a:ext>
            </a:extLst>
          </p:cNvPr>
          <p:cNvSpPr/>
          <p:nvPr userDrawn="1"/>
        </p:nvSpPr>
        <p:spPr bwMode="auto">
          <a:xfrm>
            <a:off x="246000" y="413999"/>
            <a:ext cx="11699938" cy="76551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45720" rIns="72000" bIns="45720" numCol="1" rtlCol="0" anchor="t" anchorCtr="0" compatLnSpc="1">
            <a:prstTxWarp prst="textNoShape">
              <a:avLst/>
            </a:prstTxWarp>
          </a:bodyPr>
          <a:lstStyle/>
          <a:p>
            <a:pPr>
              <a:lnSpc>
                <a:spcPct val="90000"/>
              </a:lnSpc>
            </a:pPr>
            <a:r>
              <a:rPr lang="en-CA" sz="2800" b="0" i="1" noProof="0">
                <a:solidFill>
                  <a:schemeClr val="tx1"/>
                </a:solidFill>
                <a:latin typeface="+mn-lt"/>
                <a:cs typeface="+mn-cs"/>
              </a:rPr>
              <a:t>pCHECK</a:t>
            </a:r>
            <a:r>
              <a:rPr lang="en-CA" sz="1200" b="0" i="0" noProof="0">
                <a:solidFill>
                  <a:schemeClr val="tx1"/>
                </a:solidFill>
                <a:latin typeface="+mn-lt"/>
                <a:cs typeface="+mn-cs"/>
              </a:rPr>
              <a:t> </a:t>
            </a:r>
            <a:r>
              <a:rPr lang="en-CA" sz="2000" b="0" i="0" baseline="60000" noProof="0">
                <a:solidFill>
                  <a:schemeClr val="tx1"/>
                </a:solidFill>
                <a:latin typeface="+mn-lt"/>
                <a:cs typeface="+mn-cs"/>
              </a:rPr>
              <a:t>®</a:t>
            </a:r>
            <a:r>
              <a:rPr lang="en-CA" sz="2800" b="0" i="0" noProof="0">
                <a:solidFill>
                  <a:schemeClr val="tx1"/>
                </a:solidFill>
                <a:latin typeface="+mn-lt"/>
                <a:cs typeface="+mn-cs"/>
              </a:rPr>
              <a:t> page assessment checklist</a:t>
            </a:r>
          </a:p>
        </p:txBody>
      </p:sp>
      <p:graphicFrame>
        <p:nvGraphicFramePr>
          <p:cNvPr id="13" name="Tableau 12">
            <a:extLst>
              <a:ext uri="{FF2B5EF4-FFF2-40B4-BE49-F238E27FC236}">
                <a16:creationId xmlns:a16="http://schemas.microsoft.com/office/drawing/2014/main" id="{8B3C997E-C5CD-509A-07EB-E32DD5EF7C3B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621404380"/>
              </p:ext>
            </p:extLst>
          </p:nvPr>
        </p:nvGraphicFramePr>
        <p:xfrm>
          <a:off x="246001" y="1404000"/>
          <a:ext cx="11699875" cy="4665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554569">
                  <a:extLst>
                    <a:ext uri="{9D8B030D-6E8A-4147-A177-3AD203B41FA5}">
                      <a16:colId xmlns:a16="http://schemas.microsoft.com/office/drawing/2014/main" val="566889257"/>
                    </a:ext>
                  </a:extLst>
                </a:gridCol>
                <a:gridCol w="510141">
                  <a:extLst>
                    <a:ext uri="{9D8B030D-6E8A-4147-A177-3AD203B41FA5}">
                      <a16:colId xmlns:a16="http://schemas.microsoft.com/office/drawing/2014/main" val="3205415789"/>
                    </a:ext>
                  </a:extLst>
                </a:gridCol>
                <a:gridCol w="8635165">
                  <a:extLst>
                    <a:ext uri="{9D8B030D-6E8A-4147-A177-3AD203B41FA5}">
                      <a16:colId xmlns:a16="http://schemas.microsoft.com/office/drawing/2014/main" val="2324330360"/>
                    </a:ext>
                  </a:extLst>
                </a:gridCol>
              </a:tblGrid>
              <a:tr h="5832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CA" sz="1800" b="0" noProof="0">
                          <a:solidFill>
                            <a:schemeClr val="accent1"/>
                          </a:solidFill>
                          <a:latin typeface="+mj-lt"/>
                        </a:rPr>
                        <a:t>Page needed?</a:t>
                      </a:r>
                    </a:p>
                  </a:txBody>
                  <a:tcPr marL="0" marR="0" marT="46800" marB="4680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A" sz="1600" b="0" noProof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</a:p>
                  </a:txBody>
                  <a:tcPr marL="0" marR="0" marT="46800" marB="4680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1600" b="0" noProof="0">
                          <a:solidFill>
                            <a:schemeClr val="accent1"/>
                          </a:solidFill>
                          <a:latin typeface="+mn-lt"/>
                          <a:cs typeface="+mn-cs"/>
                        </a:rPr>
                        <a:t>Could you remove or merge this page </a:t>
                      </a:r>
                      <a:r>
                        <a:rPr lang="en-CA" sz="1600" b="0" noProof="0">
                          <a:solidFill>
                            <a:schemeClr val="tx1"/>
                          </a:solidFill>
                          <a:latin typeface="+mn-lt"/>
                          <a:cs typeface="+mn-cs"/>
                        </a:rPr>
                        <a:t>without affecting your storyline?</a:t>
                      </a:r>
                    </a:p>
                  </a:txBody>
                  <a:tcPr marL="0" marR="0" marT="46800" marB="4680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5144494"/>
                  </a:ext>
                </a:extLst>
              </a:tr>
              <a:tr h="583200">
                <a:tc>
                  <a:txBody>
                    <a:bodyPr/>
                    <a:lstStyle/>
                    <a:p>
                      <a:r>
                        <a:rPr lang="en-CA" sz="1800" b="0">
                          <a:solidFill>
                            <a:schemeClr val="accent1"/>
                          </a:solidFill>
                          <a:latin typeface="+mj-lt"/>
                          <a:ea typeface="+mn-ea"/>
                          <a:cs typeface="+mn-cs"/>
                        </a:rPr>
                        <a:t>Headline</a:t>
                      </a:r>
                    </a:p>
                  </a:txBody>
                  <a:tcPr marL="0" marR="0" marT="46800" marB="4680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A" sz="1600" b="0" noProof="0">
                          <a:solidFill>
                            <a:schemeClr val="tx1"/>
                          </a:solidFill>
                          <a:latin typeface="+mn-lt"/>
                        </a:rPr>
                        <a:t>2</a:t>
                      </a:r>
                    </a:p>
                  </a:txBody>
                  <a:tcPr marL="0" marR="0" marT="46800" marB="4680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1600" b="0" noProof="0">
                          <a:solidFill>
                            <a:schemeClr val="accent1"/>
                          </a:solidFill>
                          <a:latin typeface="+mn-lt"/>
                          <a:cs typeface="+mn-cs"/>
                        </a:rPr>
                        <a:t>Did you use a headline </a:t>
                      </a:r>
                      <a:r>
                        <a:rPr lang="en-CA" sz="1600" b="0" noProof="0">
                          <a:solidFill>
                            <a:schemeClr val="tx1"/>
                          </a:solidFill>
                          <a:latin typeface="+mn-lt"/>
                          <a:cs typeface="+mn-cs"/>
                        </a:rPr>
                        <a:t>(maybe with a message box) to communicate the key message </a:t>
                      </a:r>
                      <a:br>
                        <a:rPr lang="en-CA" sz="1600" b="0" noProof="0">
                          <a:solidFill>
                            <a:schemeClr val="tx1"/>
                          </a:solidFill>
                          <a:latin typeface="+mn-lt"/>
                          <a:cs typeface="+mn-cs"/>
                        </a:rPr>
                      </a:br>
                      <a:r>
                        <a:rPr lang="en-CA" sz="1600" b="0" noProof="0">
                          <a:solidFill>
                            <a:schemeClr val="tx1"/>
                          </a:solidFill>
                          <a:latin typeface="+mn-lt"/>
                          <a:cs typeface="+mn-cs"/>
                        </a:rPr>
                        <a:t>of your page?</a:t>
                      </a:r>
                    </a:p>
                  </a:txBody>
                  <a:tcPr marL="0" marR="0" marT="46800" marB="4680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0722726"/>
                  </a:ext>
                </a:extLst>
              </a:tr>
              <a:tr h="583200">
                <a:tc rowSpan="6"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CA" sz="1800" b="0" noProof="0">
                          <a:solidFill>
                            <a:schemeClr val="accent1"/>
                          </a:solidFill>
                          <a:latin typeface="+mj-lt"/>
                        </a:rPr>
                        <a:t>Page optimization</a:t>
                      </a:r>
                    </a:p>
                  </a:txBody>
                  <a:tcPr marL="0" marR="0" marT="46800" marB="4680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A" sz="1600" b="0" noProof="0">
                          <a:solidFill>
                            <a:schemeClr val="tx1"/>
                          </a:solidFill>
                          <a:latin typeface="+mn-lt"/>
                        </a:rPr>
                        <a:t>3</a:t>
                      </a:r>
                    </a:p>
                  </a:txBody>
                  <a:tcPr marL="0" marR="0" marT="46800" marB="4680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1600" b="0" noProof="0">
                          <a:solidFill>
                            <a:schemeClr val="accent1"/>
                          </a:solidFill>
                          <a:latin typeface="+mn-lt"/>
                          <a:cs typeface="+mn-cs"/>
                        </a:rPr>
                        <a:t>Simplicity: </a:t>
                      </a:r>
                      <a:r>
                        <a:rPr lang="en-CA" sz="1600" b="0" noProof="0">
                          <a:solidFill>
                            <a:schemeClr val="tx1"/>
                          </a:solidFill>
                          <a:latin typeface="+mn-lt"/>
                          <a:cs typeface="+mn-cs"/>
                        </a:rPr>
                        <a:t>Could you </a:t>
                      </a:r>
                      <a:r>
                        <a:rPr lang="en-CA" sz="1600" b="0" noProof="0">
                          <a:solidFill>
                            <a:schemeClr val="accent1"/>
                          </a:solidFill>
                          <a:latin typeface="+mn-lt"/>
                          <a:cs typeface="+mn-cs"/>
                        </a:rPr>
                        <a:t>remove information </a:t>
                      </a:r>
                      <a:r>
                        <a:rPr lang="en-CA" sz="1600" b="0" noProof="0">
                          <a:solidFill>
                            <a:schemeClr val="tx1"/>
                          </a:solidFill>
                          <a:latin typeface="+mn-lt"/>
                          <a:cs typeface="+mn-cs"/>
                        </a:rPr>
                        <a:t>without diluting your key points? </a:t>
                      </a:r>
                      <a:br>
                        <a:rPr lang="en-CA" sz="1600" b="0" noProof="0">
                          <a:solidFill>
                            <a:schemeClr val="tx1"/>
                          </a:solidFill>
                          <a:latin typeface="+mn-lt"/>
                          <a:cs typeface="+mn-cs"/>
                        </a:rPr>
                      </a:br>
                      <a:r>
                        <a:rPr lang="en-CA" sz="1600" b="0" noProof="0">
                          <a:solidFill>
                            <a:schemeClr val="tx1"/>
                          </a:solidFill>
                          <a:latin typeface="+mn-lt"/>
                          <a:cs typeface="+mn-cs"/>
                        </a:rPr>
                        <a:t>Or split your page into 2?</a:t>
                      </a:r>
                    </a:p>
                  </a:txBody>
                  <a:tcPr marL="0" marR="0" marT="46800" marB="4680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5998111"/>
                  </a:ext>
                </a:extLst>
              </a:tr>
              <a:tr h="583200">
                <a:tc vMerge="1">
                  <a:txBody>
                    <a:bodyPr/>
                    <a:lstStyle/>
                    <a:p>
                      <a:pPr algn="l">
                        <a:lnSpc>
                          <a:spcPct val="90000"/>
                        </a:lnSpc>
                      </a:pPr>
                      <a:endParaRPr lang="en-CA" sz="1800" b="0" noProof="0">
                        <a:solidFill>
                          <a:schemeClr val="tx1"/>
                        </a:solidFill>
                      </a:endParaRPr>
                    </a:p>
                  </a:txBody>
                  <a:tcPr marL="0" marR="0" marT="46800" marB="46800"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A" sz="1600" b="0" noProof="0">
                          <a:solidFill>
                            <a:schemeClr val="tx1"/>
                          </a:solidFill>
                          <a:latin typeface="+mn-lt"/>
                        </a:rPr>
                        <a:t>4</a:t>
                      </a:r>
                    </a:p>
                  </a:txBody>
                  <a:tcPr marL="0" marR="0" marT="46800" marB="4680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1600" b="0" noProof="0">
                          <a:solidFill>
                            <a:schemeClr val="accent1"/>
                          </a:solidFill>
                          <a:latin typeface="+mn-lt"/>
                          <a:cs typeface="+mn-cs"/>
                        </a:rPr>
                        <a:t>Chunking: </a:t>
                      </a:r>
                      <a:r>
                        <a:rPr lang="en-CA" sz="1600" b="0" noProof="0">
                          <a:solidFill>
                            <a:schemeClr val="tx1"/>
                          </a:solidFill>
                          <a:latin typeface="+mn-lt"/>
                          <a:cs typeface="+mn-cs"/>
                        </a:rPr>
                        <a:t>Did you </a:t>
                      </a:r>
                      <a:r>
                        <a:rPr lang="en-CA" sz="1600" b="0" noProof="0">
                          <a:solidFill>
                            <a:schemeClr val="accent1"/>
                          </a:solidFill>
                          <a:latin typeface="+mn-lt"/>
                          <a:cs typeface="+mn-cs"/>
                        </a:rPr>
                        <a:t>visually group information </a:t>
                      </a:r>
                      <a:r>
                        <a:rPr lang="en-CA" sz="1600" b="0" noProof="0">
                          <a:solidFill>
                            <a:schemeClr val="tx1"/>
                          </a:solidFill>
                          <a:latin typeface="+mn-lt"/>
                          <a:cs typeface="+mn-cs"/>
                        </a:rPr>
                        <a:t>that belongs together?</a:t>
                      </a:r>
                    </a:p>
                  </a:txBody>
                  <a:tcPr marL="0" marR="0" marT="46800" marB="4680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4613774"/>
                  </a:ext>
                </a:extLst>
              </a:tr>
              <a:tr h="583200">
                <a:tc vMerge="1">
                  <a:txBody>
                    <a:bodyPr/>
                    <a:lstStyle/>
                    <a:p>
                      <a:pPr algn="l">
                        <a:lnSpc>
                          <a:spcPct val="90000"/>
                        </a:lnSpc>
                      </a:pPr>
                      <a:endParaRPr lang="en-CA" sz="1800" b="0" noProof="0">
                        <a:solidFill>
                          <a:schemeClr val="tx1"/>
                        </a:solidFill>
                      </a:endParaRPr>
                    </a:p>
                  </a:txBody>
                  <a:tcPr marL="0" marR="0" marT="46800" marB="46800"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A" sz="1600" b="0" noProof="0">
                          <a:solidFill>
                            <a:schemeClr val="tx1"/>
                          </a:solidFill>
                          <a:latin typeface="+mn-lt"/>
                        </a:rPr>
                        <a:t>5</a:t>
                      </a:r>
                    </a:p>
                  </a:txBody>
                  <a:tcPr marL="0" marR="0" marT="46800" marB="4680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1600" b="0" noProof="0">
                          <a:solidFill>
                            <a:schemeClr val="accent1"/>
                          </a:solidFill>
                          <a:latin typeface="+mn-lt"/>
                          <a:cs typeface="+mn-cs"/>
                        </a:rPr>
                        <a:t>Page layout: </a:t>
                      </a:r>
                      <a:r>
                        <a:rPr lang="en-CA" sz="1600" b="0" noProof="0">
                          <a:solidFill>
                            <a:schemeClr val="tx1"/>
                          </a:solidFill>
                          <a:latin typeface="+mn-lt"/>
                          <a:cs typeface="+mn-cs"/>
                        </a:rPr>
                        <a:t>Is your page layout </a:t>
                      </a:r>
                      <a:r>
                        <a:rPr lang="en-CA" sz="1600" b="0" noProof="0">
                          <a:solidFill>
                            <a:schemeClr val="accent1"/>
                          </a:solidFill>
                          <a:latin typeface="+mn-lt"/>
                          <a:cs typeface="+mn-cs"/>
                        </a:rPr>
                        <a:t>intuitive</a:t>
                      </a:r>
                      <a:r>
                        <a:rPr lang="en-CA" sz="1600" b="0" noProof="0">
                          <a:solidFill>
                            <a:schemeClr val="tx1"/>
                          </a:solidFill>
                          <a:latin typeface="+mn-lt"/>
                          <a:cs typeface="+mn-cs"/>
                        </a:rPr>
                        <a:t>? For example, did you use vertical blocks </a:t>
                      </a:r>
                      <a:br>
                        <a:rPr lang="en-CA" sz="1600" b="0" noProof="0">
                          <a:solidFill>
                            <a:schemeClr val="tx1"/>
                          </a:solidFill>
                          <a:latin typeface="+mn-lt"/>
                          <a:cs typeface="+mn-cs"/>
                        </a:rPr>
                      </a:br>
                      <a:r>
                        <a:rPr lang="en-CA" sz="1600" b="0" noProof="0">
                          <a:solidFill>
                            <a:schemeClr val="tx1"/>
                          </a:solidFill>
                          <a:latin typeface="+mn-lt"/>
                          <a:cs typeface="+mn-cs"/>
                        </a:rPr>
                        <a:t>for comparison, horizontal blocks for sequencing, left / right optimization?</a:t>
                      </a:r>
                    </a:p>
                  </a:txBody>
                  <a:tcPr marL="0" marR="0" marT="46800" marB="4680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0534314"/>
                  </a:ext>
                </a:extLst>
              </a:tr>
              <a:tr h="583200">
                <a:tc vMerge="1">
                  <a:txBody>
                    <a:bodyPr/>
                    <a:lstStyle/>
                    <a:p>
                      <a:pPr algn="l">
                        <a:lnSpc>
                          <a:spcPct val="90000"/>
                        </a:lnSpc>
                      </a:pPr>
                      <a:endParaRPr lang="en-CA" sz="1800" b="0" noProof="0">
                        <a:solidFill>
                          <a:schemeClr val="tx1"/>
                        </a:solidFill>
                      </a:endParaRPr>
                    </a:p>
                  </a:txBody>
                  <a:tcPr marL="0" marR="0" marT="46800" marB="46800"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A" sz="1600" b="0" noProof="0">
                          <a:solidFill>
                            <a:schemeClr val="tx1"/>
                          </a:solidFill>
                          <a:latin typeface="+mn-lt"/>
                        </a:rPr>
                        <a:t>6</a:t>
                      </a:r>
                    </a:p>
                  </a:txBody>
                  <a:tcPr marL="0" marR="0" marT="46800" marB="4680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1600" b="0" noProof="0">
                          <a:solidFill>
                            <a:schemeClr val="accent1"/>
                          </a:solidFill>
                          <a:latin typeface="+mn-lt"/>
                          <a:cs typeface="+mn-cs"/>
                        </a:rPr>
                        <a:t>Contrast and hierarchy: </a:t>
                      </a:r>
                      <a:r>
                        <a:rPr lang="en-CA" sz="1600" b="0" noProof="0">
                          <a:solidFill>
                            <a:schemeClr val="tx1"/>
                          </a:solidFill>
                          <a:latin typeface="+mn-lt"/>
                          <a:cs typeface="+mn-cs"/>
                        </a:rPr>
                        <a:t>Are you using </a:t>
                      </a:r>
                      <a:r>
                        <a:rPr lang="en-CA" sz="1600" b="0" noProof="0">
                          <a:solidFill>
                            <a:schemeClr val="accent1"/>
                          </a:solidFill>
                          <a:latin typeface="+mn-lt"/>
                          <a:cs typeface="+mn-cs"/>
                        </a:rPr>
                        <a:t>size</a:t>
                      </a:r>
                      <a:r>
                        <a:rPr lang="en-CA" sz="1600" b="0" noProof="0">
                          <a:solidFill>
                            <a:schemeClr val="tx1"/>
                          </a:solidFill>
                          <a:latin typeface="+mn-lt"/>
                          <a:cs typeface="+mn-cs"/>
                        </a:rPr>
                        <a:t>, </a:t>
                      </a:r>
                      <a:r>
                        <a:rPr lang="en-CA" sz="1600" b="0" noProof="0">
                          <a:solidFill>
                            <a:schemeClr val="accent1"/>
                          </a:solidFill>
                          <a:latin typeface="+mn-lt"/>
                          <a:cs typeface="+mn-cs"/>
                        </a:rPr>
                        <a:t>colour</a:t>
                      </a:r>
                      <a:r>
                        <a:rPr lang="en-CA" sz="1600" b="0" noProof="0">
                          <a:solidFill>
                            <a:schemeClr val="tx1"/>
                          </a:solidFill>
                          <a:latin typeface="+mn-lt"/>
                          <a:cs typeface="+mn-cs"/>
                        </a:rPr>
                        <a:t>, </a:t>
                      </a:r>
                      <a:r>
                        <a:rPr lang="en-CA" sz="1600" b="0" noProof="0">
                          <a:solidFill>
                            <a:schemeClr val="accent1"/>
                          </a:solidFill>
                          <a:latin typeface="+mn-lt"/>
                          <a:cs typeface="+mn-cs"/>
                        </a:rPr>
                        <a:t>shapes</a:t>
                      </a:r>
                      <a:r>
                        <a:rPr lang="en-CA" sz="1600" b="0" noProof="0">
                          <a:solidFill>
                            <a:schemeClr val="tx1"/>
                          </a:solidFill>
                          <a:latin typeface="+mn-lt"/>
                          <a:cs typeface="+mn-cs"/>
                        </a:rPr>
                        <a:t> and </a:t>
                      </a:r>
                      <a:r>
                        <a:rPr lang="en-CA" sz="1600" b="0" noProof="0">
                          <a:solidFill>
                            <a:schemeClr val="accent1"/>
                          </a:solidFill>
                          <a:latin typeface="+mn-lt"/>
                          <a:cs typeface="+mn-cs"/>
                        </a:rPr>
                        <a:t>font styles </a:t>
                      </a:r>
                      <a:br>
                        <a:rPr lang="en-CA" sz="1600" b="0" noProof="0">
                          <a:solidFill>
                            <a:schemeClr val="tx1"/>
                          </a:solidFill>
                          <a:latin typeface="+mn-lt"/>
                          <a:cs typeface="+mn-cs"/>
                        </a:rPr>
                      </a:br>
                      <a:r>
                        <a:rPr lang="en-CA" sz="1600" b="0" noProof="0">
                          <a:solidFill>
                            <a:schemeClr val="tx1"/>
                          </a:solidFill>
                          <a:latin typeface="+mn-lt"/>
                          <a:cs typeface="+mn-cs"/>
                        </a:rPr>
                        <a:t>to create contrast and hierarchy?</a:t>
                      </a:r>
                    </a:p>
                  </a:txBody>
                  <a:tcPr marL="0" marR="0" marT="46800" marB="4680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9333912"/>
                  </a:ext>
                </a:extLst>
              </a:tr>
              <a:tr h="583200">
                <a:tc vMerge="1">
                  <a:txBody>
                    <a:bodyPr/>
                    <a:lstStyle/>
                    <a:p>
                      <a:pPr algn="l">
                        <a:lnSpc>
                          <a:spcPct val="90000"/>
                        </a:lnSpc>
                      </a:pPr>
                      <a:endParaRPr lang="en-CA" sz="1800" b="0" noProof="0">
                        <a:solidFill>
                          <a:schemeClr val="tx1"/>
                        </a:solidFill>
                      </a:endParaRPr>
                    </a:p>
                  </a:txBody>
                  <a:tcPr marL="0" marR="0" marT="46800" marB="46800"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A" sz="1600" b="0" noProof="0">
                          <a:solidFill>
                            <a:schemeClr val="tx1"/>
                          </a:solidFill>
                          <a:latin typeface="+mn-lt"/>
                        </a:rPr>
                        <a:t>7</a:t>
                      </a:r>
                    </a:p>
                  </a:txBody>
                  <a:tcPr marL="0" marR="0" marT="46800" marB="4680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1600" b="0" noProof="0">
                          <a:solidFill>
                            <a:schemeClr val="accent1"/>
                          </a:solidFill>
                          <a:latin typeface="+mn-lt"/>
                          <a:cs typeface="+mn-cs"/>
                        </a:rPr>
                        <a:t>9 elements: </a:t>
                      </a:r>
                      <a:r>
                        <a:rPr lang="en-CA" sz="1600" b="0" noProof="0">
                          <a:solidFill>
                            <a:schemeClr val="tx1"/>
                          </a:solidFill>
                          <a:latin typeface="+mn-lt"/>
                          <a:cs typeface="+mn-cs"/>
                        </a:rPr>
                        <a:t>Are you applying the </a:t>
                      </a:r>
                      <a:r>
                        <a:rPr lang="en-CA" sz="1600" b="0" noProof="0">
                          <a:solidFill>
                            <a:schemeClr val="accent1"/>
                          </a:solidFill>
                          <a:latin typeface="+mn-lt"/>
                          <a:cs typeface="+mn-cs"/>
                        </a:rPr>
                        <a:t>PrezExpert best practices </a:t>
                      </a:r>
                      <a:r>
                        <a:rPr lang="en-CA" sz="1600" b="0" noProof="0">
                          <a:solidFill>
                            <a:schemeClr val="tx1"/>
                          </a:solidFill>
                          <a:latin typeface="+mn-lt"/>
                          <a:cs typeface="+mn-cs"/>
                        </a:rPr>
                        <a:t>to use all 9 elements effectively? </a:t>
                      </a:r>
                    </a:p>
                  </a:txBody>
                  <a:tcPr marL="0" marR="0" marT="46800" marB="4680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1632058"/>
                  </a:ext>
                </a:extLst>
              </a:tr>
              <a:tr h="583200">
                <a:tc vMerge="1">
                  <a:txBody>
                    <a:bodyPr/>
                    <a:lstStyle/>
                    <a:p>
                      <a:pPr algn="l">
                        <a:lnSpc>
                          <a:spcPct val="90000"/>
                        </a:lnSpc>
                      </a:pPr>
                      <a:endParaRPr lang="en-CA" sz="1800" b="0" noProof="0">
                        <a:solidFill>
                          <a:schemeClr val="tx1"/>
                        </a:solidFill>
                      </a:endParaRPr>
                    </a:p>
                  </a:txBody>
                  <a:tcPr marL="0" marR="0" marT="46800" marB="46800"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A" sz="1600" b="0" noProof="0">
                          <a:solidFill>
                            <a:schemeClr val="tx1"/>
                          </a:solidFill>
                          <a:latin typeface="+mn-lt"/>
                        </a:rPr>
                        <a:t>8</a:t>
                      </a:r>
                    </a:p>
                  </a:txBody>
                  <a:tcPr marL="0" marR="0" marT="46800" marB="4680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1600" b="0" noProof="0">
                          <a:solidFill>
                            <a:schemeClr val="accent1"/>
                          </a:solidFill>
                          <a:latin typeface="+mn-lt"/>
                          <a:cs typeface="+mn-cs"/>
                        </a:rPr>
                        <a:t>White space: </a:t>
                      </a:r>
                      <a:r>
                        <a:rPr lang="en-CA" sz="1600" b="0" noProof="0">
                          <a:solidFill>
                            <a:schemeClr val="tx1"/>
                          </a:solidFill>
                          <a:latin typeface="+mn-lt"/>
                          <a:cs typeface="+mn-cs"/>
                        </a:rPr>
                        <a:t>Do you have enough white space?</a:t>
                      </a:r>
                      <a:br>
                        <a:rPr lang="en-CA" sz="1600" b="0" noProof="0">
                          <a:solidFill>
                            <a:schemeClr val="tx1"/>
                          </a:solidFill>
                          <a:latin typeface="+mn-lt"/>
                          <a:cs typeface="+mn-cs"/>
                        </a:rPr>
                      </a:br>
                      <a:r>
                        <a:rPr lang="en-CA" sz="1600" b="0" noProof="0">
                          <a:solidFill>
                            <a:schemeClr val="tx1"/>
                          </a:solidFill>
                          <a:latin typeface="+mn-lt"/>
                          <a:cs typeface="+mn-cs"/>
                        </a:rPr>
                        <a:t>Is it evenly distributed to make your </a:t>
                      </a:r>
                      <a:r>
                        <a:rPr lang="en-CA" sz="1600" b="0" noProof="0">
                          <a:solidFill>
                            <a:schemeClr val="accent1"/>
                          </a:solidFill>
                          <a:latin typeface="+mn-lt"/>
                          <a:cs typeface="+mn-cs"/>
                        </a:rPr>
                        <a:t>page breathe </a:t>
                      </a:r>
                      <a:r>
                        <a:rPr lang="en-CA" sz="1600" b="0" noProof="0">
                          <a:solidFill>
                            <a:schemeClr val="tx1"/>
                          </a:solidFill>
                          <a:latin typeface="+mn-lt"/>
                          <a:cs typeface="+mn-cs"/>
                        </a:rPr>
                        <a:t>properly?</a:t>
                      </a:r>
                      <a:endParaRPr lang="en-CA" sz="1600" b="0" noProof="0">
                        <a:solidFill>
                          <a:schemeClr val="tx2"/>
                        </a:solidFill>
                        <a:latin typeface="+mn-lt"/>
                        <a:cs typeface="+mn-cs"/>
                      </a:endParaRPr>
                    </a:p>
                  </a:txBody>
                  <a:tcPr marL="0" marR="0" marT="46800" marB="4680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1161211"/>
                  </a:ext>
                </a:extLst>
              </a:tr>
            </a:tbl>
          </a:graphicData>
        </a:graphic>
      </p:graphicFrame>
      <p:sp>
        <p:nvSpPr>
          <p:cNvPr id="14" name="Text Box 25">
            <a:extLst>
              <a:ext uri="{FF2B5EF4-FFF2-40B4-BE49-F238E27FC236}">
                <a16:creationId xmlns:a16="http://schemas.microsoft.com/office/drawing/2014/main" id="{12899298-CF50-6ACC-2BC6-82C79DDDDB17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246063" y="6489000"/>
            <a:ext cx="11699875" cy="230832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rIns="0">
            <a:spAutoFit/>
          </a:bodyPr>
          <a:lstStyle>
            <a:lvl1pPr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algn="l">
              <a:defRPr/>
            </a:pPr>
            <a:r>
              <a:rPr lang="en-CA" sz="900" b="0">
                <a:solidFill>
                  <a:schemeClr val="tx1"/>
                </a:solidFill>
                <a:latin typeface="+mn-lt"/>
                <a:cs typeface="+mn-cs"/>
              </a:rPr>
              <a:t>© PREZEXPERT INTL Inc., 2014, updated in 2015-2025.  All rights reserved. Any copy, modification or use without the authorisation of the copyright owner is prohibited.    		                www.prezexpert.com </a:t>
            </a:r>
          </a:p>
        </p:txBody>
      </p:sp>
      <p:pic>
        <p:nvPicPr>
          <p:cNvPr id="2" name="Picture 1" descr="A blue and grey text on a black background&#10;&#10;AI-generated content may be incorrect.">
            <a:extLst>
              <a:ext uri="{FF2B5EF4-FFF2-40B4-BE49-F238E27FC236}">
                <a16:creationId xmlns:a16="http://schemas.microsoft.com/office/drawing/2014/main" id="{BBE5CACC-F312-A8A6-020B-C3BBE9F7AEF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49856" y="350872"/>
            <a:ext cx="2606400" cy="648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805825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Warning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>
            <a:extLst>
              <a:ext uri="{FF2B5EF4-FFF2-40B4-BE49-F238E27FC236}">
                <a16:creationId xmlns:a16="http://schemas.microsoft.com/office/drawing/2014/main" id="{C6B413FA-A402-C68A-45FB-D5608FB6B340}"/>
              </a:ext>
            </a:extLst>
          </p:cNvPr>
          <p:cNvSpPr txBox="1"/>
          <p:nvPr userDrawn="1"/>
        </p:nvSpPr>
        <p:spPr>
          <a:xfrm>
            <a:off x="246064" y="279400"/>
            <a:ext cx="11699874" cy="6299200"/>
          </a:xfrm>
          <a:prstGeom prst="rect">
            <a:avLst/>
          </a:prstGeom>
          <a:noFill/>
        </p:spPr>
        <p:txBody>
          <a:bodyPr wrap="square" lIns="0" rIns="0" rtlCol="0" anchor="ctr">
            <a:noAutofit/>
          </a:bodyPr>
          <a:lstStyle/>
          <a:p>
            <a:pPr algn="ctr">
              <a:lnSpc>
                <a:spcPct val="80000"/>
              </a:lnSpc>
            </a:pPr>
            <a:r>
              <a:rPr lang="en-CA" sz="9600"/>
              <a:t>WARNING</a:t>
            </a:r>
            <a:br>
              <a:rPr lang="en-CA" sz="9600"/>
            </a:br>
            <a:r>
              <a:rPr lang="en-CA" sz="9600"/>
              <a:t>do not use any of</a:t>
            </a:r>
            <a:br>
              <a:rPr lang="en-CA" sz="9600"/>
            </a:br>
            <a:r>
              <a:rPr lang="en-CA" sz="9600"/>
              <a:t>the layouts that may appear after this one</a:t>
            </a:r>
          </a:p>
        </p:txBody>
      </p:sp>
    </p:spTree>
    <p:extLst>
      <p:ext uri="{BB962C8B-B14F-4D97-AF65-F5344CB8AC3E}">
        <p14:creationId xmlns:p14="http://schemas.microsoft.com/office/powerpoint/2010/main" val="302053700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63" Type="http://schemas.openxmlformats.org/officeDocument/2006/relationships/slideLayout" Target="../slideLayouts/slideLayout63.xml"/><Relationship Id="rId68" Type="http://schemas.openxmlformats.org/officeDocument/2006/relationships/slideLayout" Target="../slideLayouts/slideLayout68.xml"/><Relationship Id="rId84" Type="http://schemas.openxmlformats.org/officeDocument/2006/relationships/slideLayout" Target="../slideLayouts/slideLayout84.xml"/><Relationship Id="rId89" Type="http://schemas.openxmlformats.org/officeDocument/2006/relationships/slideLayout" Target="../slideLayouts/slideLayout89.xml"/><Relationship Id="rId16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11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74" Type="http://schemas.openxmlformats.org/officeDocument/2006/relationships/slideLayout" Target="../slideLayouts/slideLayout74.xml"/><Relationship Id="rId79" Type="http://schemas.openxmlformats.org/officeDocument/2006/relationships/slideLayout" Target="../slideLayouts/slideLayout79.xml"/><Relationship Id="rId5" Type="http://schemas.openxmlformats.org/officeDocument/2006/relationships/slideLayout" Target="../slideLayouts/slideLayout5.xml"/><Relationship Id="rId90" Type="http://schemas.openxmlformats.org/officeDocument/2006/relationships/slideLayout" Target="../slideLayouts/slideLayout90.xml"/><Relationship Id="rId95" Type="http://schemas.openxmlformats.org/officeDocument/2006/relationships/slideLayout" Target="../slideLayouts/slideLayout95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64" Type="http://schemas.openxmlformats.org/officeDocument/2006/relationships/slideLayout" Target="../slideLayouts/slideLayout64.xml"/><Relationship Id="rId69" Type="http://schemas.openxmlformats.org/officeDocument/2006/relationships/slideLayout" Target="../slideLayouts/slideLayout69.xml"/><Relationship Id="rId80" Type="http://schemas.openxmlformats.org/officeDocument/2006/relationships/slideLayout" Target="../slideLayouts/slideLayout80.xml"/><Relationship Id="rId85" Type="http://schemas.openxmlformats.org/officeDocument/2006/relationships/slideLayout" Target="../slideLayouts/slideLayout85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67" Type="http://schemas.openxmlformats.org/officeDocument/2006/relationships/slideLayout" Target="../slideLayouts/slideLayout67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70" Type="http://schemas.openxmlformats.org/officeDocument/2006/relationships/slideLayout" Target="../slideLayouts/slideLayout70.xml"/><Relationship Id="rId75" Type="http://schemas.openxmlformats.org/officeDocument/2006/relationships/slideLayout" Target="../slideLayouts/slideLayout75.xml"/><Relationship Id="rId83" Type="http://schemas.openxmlformats.org/officeDocument/2006/relationships/slideLayout" Target="../slideLayouts/slideLayout83.xml"/><Relationship Id="rId88" Type="http://schemas.openxmlformats.org/officeDocument/2006/relationships/slideLayout" Target="../slideLayouts/slideLayout88.xml"/><Relationship Id="rId91" Type="http://schemas.openxmlformats.org/officeDocument/2006/relationships/slideLayout" Target="../slideLayouts/slideLayout91.xml"/><Relationship Id="rId96" Type="http://schemas.openxmlformats.org/officeDocument/2006/relationships/slideLayout" Target="../slideLayouts/slideLayout9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65" Type="http://schemas.openxmlformats.org/officeDocument/2006/relationships/slideLayout" Target="../slideLayouts/slideLayout65.xml"/><Relationship Id="rId73" Type="http://schemas.openxmlformats.org/officeDocument/2006/relationships/slideLayout" Target="../slideLayouts/slideLayout73.xml"/><Relationship Id="rId78" Type="http://schemas.openxmlformats.org/officeDocument/2006/relationships/slideLayout" Target="../slideLayouts/slideLayout78.xml"/><Relationship Id="rId81" Type="http://schemas.openxmlformats.org/officeDocument/2006/relationships/slideLayout" Target="../slideLayouts/slideLayout81.xml"/><Relationship Id="rId86" Type="http://schemas.openxmlformats.org/officeDocument/2006/relationships/slideLayout" Target="../slideLayouts/slideLayout86.xml"/><Relationship Id="rId94" Type="http://schemas.openxmlformats.org/officeDocument/2006/relationships/slideLayout" Target="../slideLayouts/slideLayout94.xml"/><Relationship Id="rId9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9" Type="http://schemas.openxmlformats.org/officeDocument/2006/relationships/slideLayout" Target="../slideLayouts/slideLayout39.xml"/><Relationship Id="rId34" Type="http://schemas.openxmlformats.org/officeDocument/2006/relationships/slideLayout" Target="../slideLayouts/slideLayout34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6" Type="http://schemas.openxmlformats.org/officeDocument/2006/relationships/slideLayout" Target="../slideLayouts/slideLayout76.xml"/><Relationship Id="rId97" Type="http://schemas.openxmlformats.org/officeDocument/2006/relationships/slideLayout" Target="../slideLayouts/slideLayout97.xml"/><Relationship Id="rId7" Type="http://schemas.openxmlformats.org/officeDocument/2006/relationships/slideLayout" Target="../slideLayouts/slideLayout7.xml"/><Relationship Id="rId71" Type="http://schemas.openxmlformats.org/officeDocument/2006/relationships/slideLayout" Target="../slideLayouts/slideLayout71.xml"/><Relationship Id="rId92" Type="http://schemas.openxmlformats.org/officeDocument/2006/relationships/slideLayout" Target="../slideLayouts/slideLayout92.xml"/><Relationship Id="rId2" Type="http://schemas.openxmlformats.org/officeDocument/2006/relationships/slideLayout" Target="../slideLayouts/slideLayout2.xml"/><Relationship Id="rId29" Type="http://schemas.openxmlformats.org/officeDocument/2006/relationships/slideLayout" Target="../slideLayouts/slideLayout29.xml"/><Relationship Id="rId24" Type="http://schemas.openxmlformats.org/officeDocument/2006/relationships/slideLayout" Target="../slideLayouts/slideLayout24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66" Type="http://schemas.openxmlformats.org/officeDocument/2006/relationships/slideLayout" Target="../slideLayouts/slideLayout66.xml"/><Relationship Id="rId87" Type="http://schemas.openxmlformats.org/officeDocument/2006/relationships/slideLayout" Target="../slideLayouts/slideLayout87.xml"/><Relationship Id="rId61" Type="http://schemas.openxmlformats.org/officeDocument/2006/relationships/slideLayout" Target="../slideLayouts/slideLayout61.xml"/><Relationship Id="rId82" Type="http://schemas.openxmlformats.org/officeDocument/2006/relationships/slideLayout" Target="../slideLayouts/slideLayout82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56" Type="http://schemas.openxmlformats.org/officeDocument/2006/relationships/slideLayout" Target="../slideLayouts/slideLayout56.xml"/><Relationship Id="rId77" Type="http://schemas.openxmlformats.org/officeDocument/2006/relationships/slideLayout" Target="../slideLayouts/slideLayout77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72" Type="http://schemas.openxmlformats.org/officeDocument/2006/relationships/slideLayout" Target="../slideLayouts/slideLayout72.xml"/><Relationship Id="rId93" Type="http://schemas.openxmlformats.org/officeDocument/2006/relationships/slideLayout" Target="../slideLayouts/slideLayout93.xml"/><Relationship Id="rId98" Type="http://schemas.openxmlformats.org/officeDocument/2006/relationships/slideLayout" Target="../slideLayouts/slideLayout9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35EF98BF-F482-A151-AA01-B5E6F8F257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063" y="414000"/>
            <a:ext cx="11699875" cy="765514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CA"/>
              <a:t>Click to add a headline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71C2883-FAAB-538F-6B56-40E3CA0065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46063" y="1314450"/>
            <a:ext cx="11699875" cy="5040313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/>
          <a:p>
            <a:pPr lvl="0"/>
            <a:r>
              <a:rPr lang="en-CA"/>
              <a:t>Click to add text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935BE21-7740-8E97-66E6-A8281ABFDD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446000" y="6464920"/>
            <a:ext cx="4114800" cy="223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8018439-D11C-FA3B-399B-19267E4710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86000" y="6464920"/>
            <a:ext cx="359938" cy="2232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21DAE3DD-E46F-48E2-BAED-1C2B457B4828}" type="slidenum">
              <a:rPr lang="en-CA" smtClean="0"/>
              <a:pPr/>
              <a:t>‹#›</a:t>
            </a:fld>
            <a:endParaRPr lang="en-CA"/>
          </a:p>
        </p:txBody>
      </p:sp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id="{44B8A17E-F2D6-5678-44DF-BDE3D80723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 flipV="1">
            <a:off x="246000" y="-216000"/>
            <a:ext cx="0" cy="180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74215A5B-9B0D-CB9E-0AA7-427DFD7B83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 flipV="1">
            <a:off x="11946000" y="-216000"/>
            <a:ext cx="0" cy="180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eur droit 12">
            <a:extLst>
              <a:ext uri="{FF2B5EF4-FFF2-40B4-BE49-F238E27FC236}">
                <a16:creationId xmlns:a16="http://schemas.microsoft.com/office/drawing/2014/main" id="{F1E6D00B-CA13-6548-BF44-2CD5A015BE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12216000" y="279000"/>
            <a:ext cx="180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eur droit 16">
            <a:extLst>
              <a:ext uri="{FF2B5EF4-FFF2-40B4-BE49-F238E27FC236}">
                <a16:creationId xmlns:a16="http://schemas.microsoft.com/office/drawing/2014/main" id="{31765002-8C65-83BD-E210-D54EC737CE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12216000" y="1314000"/>
            <a:ext cx="180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eur droit 14">
            <a:extLst>
              <a:ext uri="{FF2B5EF4-FFF2-40B4-BE49-F238E27FC236}">
                <a16:creationId xmlns:a16="http://schemas.microsoft.com/office/drawing/2014/main" id="{139514AD-A660-4A18-6F3A-15E3E20A32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12216000" y="6354000"/>
            <a:ext cx="180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eur droit 9">
            <a:extLst>
              <a:ext uri="{FF2B5EF4-FFF2-40B4-BE49-F238E27FC236}">
                <a16:creationId xmlns:a16="http://schemas.microsoft.com/office/drawing/2014/main" id="{275E276E-EA5A-D53E-BBD2-9D52F2B439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 flipV="1">
            <a:off x="11946000" y="6894000"/>
            <a:ext cx="0" cy="180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653FE9C1-FD08-4AA3-DA84-EF217A5262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 flipV="1">
            <a:off x="246000" y="6894000"/>
            <a:ext cx="0" cy="180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eur droit 13">
            <a:extLst>
              <a:ext uri="{FF2B5EF4-FFF2-40B4-BE49-F238E27FC236}">
                <a16:creationId xmlns:a16="http://schemas.microsoft.com/office/drawing/2014/main" id="{A5BCDC0E-659F-98FC-C578-0795F81A5A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-204000" y="6354000"/>
            <a:ext cx="180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eur droit 17">
            <a:extLst>
              <a:ext uri="{FF2B5EF4-FFF2-40B4-BE49-F238E27FC236}">
                <a16:creationId xmlns:a16="http://schemas.microsoft.com/office/drawing/2014/main" id="{9A6C3BC6-A2A0-82A4-0DF1-6B8413A884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-204000" y="1314000"/>
            <a:ext cx="180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eur droit 11">
            <a:extLst>
              <a:ext uri="{FF2B5EF4-FFF2-40B4-BE49-F238E27FC236}">
                <a16:creationId xmlns:a16="http://schemas.microsoft.com/office/drawing/2014/main" id="{07513C83-CACD-DFB5-F1B5-DDBD942F19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-204000" y="279000"/>
            <a:ext cx="180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35602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768" r:id="rId2"/>
    <p:sldLayoutId id="2147483660" r:id="rId3"/>
    <p:sldLayoutId id="2147483673" r:id="rId4"/>
    <p:sldLayoutId id="2147483681" r:id="rId5"/>
    <p:sldLayoutId id="2147483691" r:id="rId6"/>
    <p:sldLayoutId id="2147483692" r:id="rId7"/>
    <p:sldLayoutId id="2147483694" r:id="rId8"/>
    <p:sldLayoutId id="2147483680" r:id="rId9"/>
    <p:sldLayoutId id="2147483697" r:id="rId10"/>
    <p:sldLayoutId id="2147483696" r:id="rId11"/>
    <p:sldLayoutId id="2147483695" r:id="rId12"/>
    <p:sldLayoutId id="2147483679" r:id="rId13"/>
    <p:sldLayoutId id="2147483661" r:id="rId14"/>
    <p:sldLayoutId id="2147483674" r:id="rId15"/>
    <p:sldLayoutId id="2147483675" r:id="rId16"/>
    <p:sldLayoutId id="2147483676" r:id="rId17"/>
    <p:sldLayoutId id="2147483677" r:id="rId18"/>
    <p:sldLayoutId id="2147483678" r:id="rId19"/>
    <p:sldLayoutId id="2147483682" r:id="rId20"/>
    <p:sldLayoutId id="2147483662" r:id="rId21"/>
    <p:sldLayoutId id="2147483749" r:id="rId22"/>
    <p:sldLayoutId id="2147483706" r:id="rId23"/>
    <p:sldLayoutId id="2147483698" r:id="rId24"/>
    <p:sldLayoutId id="2147483750" r:id="rId25"/>
    <p:sldLayoutId id="2147483663" r:id="rId26"/>
    <p:sldLayoutId id="2147483751" r:id="rId27"/>
    <p:sldLayoutId id="2147483752" r:id="rId28"/>
    <p:sldLayoutId id="2147483699" r:id="rId29"/>
    <p:sldLayoutId id="2147483664" r:id="rId30"/>
    <p:sldLayoutId id="2147483700" r:id="rId31"/>
    <p:sldLayoutId id="2147483683" r:id="rId32"/>
    <p:sldLayoutId id="2147483665" r:id="rId33"/>
    <p:sldLayoutId id="2147483753" r:id="rId34"/>
    <p:sldLayoutId id="2147483701" r:id="rId35"/>
    <p:sldLayoutId id="2147483754" r:id="rId36"/>
    <p:sldLayoutId id="2147483666" r:id="rId37"/>
    <p:sldLayoutId id="2147483755" r:id="rId38"/>
    <p:sldLayoutId id="2147483667" r:id="rId39"/>
    <p:sldLayoutId id="2147483704" r:id="rId40"/>
    <p:sldLayoutId id="2147483756" r:id="rId41"/>
    <p:sldLayoutId id="2147483705" r:id="rId42"/>
    <p:sldLayoutId id="2147483742" r:id="rId43"/>
    <p:sldLayoutId id="2147483743" r:id="rId44"/>
    <p:sldLayoutId id="2147483709" r:id="rId45"/>
    <p:sldLayoutId id="2147483710" r:id="rId46"/>
    <p:sldLayoutId id="2147483684" r:id="rId47"/>
    <p:sldLayoutId id="2147483711" r:id="rId48"/>
    <p:sldLayoutId id="2147483713" r:id="rId49"/>
    <p:sldLayoutId id="2147483757" r:id="rId50"/>
    <p:sldLayoutId id="2147483712" r:id="rId51"/>
    <p:sldLayoutId id="2147483758" r:id="rId52"/>
    <p:sldLayoutId id="2147483714" r:id="rId53"/>
    <p:sldLayoutId id="2147483715" r:id="rId54"/>
    <p:sldLayoutId id="2147483759" r:id="rId55"/>
    <p:sldLayoutId id="2147483716" r:id="rId56"/>
    <p:sldLayoutId id="2147483760" r:id="rId57"/>
    <p:sldLayoutId id="2147483685" r:id="rId58"/>
    <p:sldLayoutId id="2147483720" r:id="rId59"/>
    <p:sldLayoutId id="2147483721" r:id="rId60"/>
    <p:sldLayoutId id="2147483761" r:id="rId61"/>
    <p:sldLayoutId id="2147483718" r:id="rId62"/>
    <p:sldLayoutId id="2147483719" r:id="rId63"/>
    <p:sldLayoutId id="2147483762" r:id="rId64"/>
    <p:sldLayoutId id="2147483722" r:id="rId65"/>
    <p:sldLayoutId id="2147483724" r:id="rId66"/>
    <p:sldLayoutId id="2147483723" r:id="rId67"/>
    <p:sldLayoutId id="2147483726" r:id="rId68"/>
    <p:sldLayoutId id="2147483725" r:id="rId69"/>
    <p:sldLayoutId id="2147483688" r:id="rId70"/>
    <p:sldLayoutId id="2147483727" r:id="rId71"/>
    <p:sldLayoutId id="2147483731" r:id="rId72"/>
    <p:sldLayoutId id="2147483728" r:id="rId73"/>
    <p:sldLayoutId id="2147483732" r:id="rId74"/>
    <p:sldLayoutId id="2147483729" r:id="rId75"/>
    <p:sldLayoutId id="2147483733" r:id="rId76"/>
    <p:sldLayoutId id="2147483730" r:id="rId77"/>
    <p:sldLayoutId id="2147483686" r:id="rId78"/>
    <p:sldLayoutId id="2147483734" r:id="rId79"/>
    <p:sldLayoutId id="2147483735" r:id="rId80"/>
    <p:sldLayoutId id="2147483736" r:id="rId81"/>
    <p:sldLayoutId id="2147483687" r:id="rId82"/>
    <p:sldLayoutId id="2147483744" r:id="rId83"/>
    <p:sldLayoutId id="2147483738" r:id="rId84"/>
    <p:sldLayoutId id="2147483764" r:id="rId85"/>
    <p:sldLayoutId id="2147483737" r:id="rId86"/>
    <p:sldLayoutId id="2147483763" r:id="rId87"/>
    <p:sldLayoutId id="2147483745" r:id="rId88"/>
    <p:sldLayoutId id="2147483747" r:id="rId89"/>
    <p:sldLayoutId id="2147483746" r:id="rId90"/>
    <p:sldLayoutId id="2147483748" r:id="rId91"/>
    <p:sldLayoutId id="2147483765" r:id="rId92"/>
    <p:sldLayoutId id="2147483717" r:id="rId93"/>
    <p:sldLayoutId id="2147483689" r:id="rId94"/>
    <p:sldLayoutId id="2147483741" r:id="rId95"/>
    <p:sldLayoutId id="2147483740" r:id="rId96"/>
    <p:sldLayoutId id="2147483739" r:id="rId97"/>
    <p:sldLayoutId id="2147483690" r:id="rId98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​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16000" indent="-216000" algn="l" defTabSz="914400" rtl="0" eaLnBrk="1" latinLnBrk="0" hangingPunct="1">
        <a:lnSpc>
          <a:spcPct val="100000"/>
        </a:lnSpc>
        <a:spcBef>
          <a:spcPts val="500"/>
        </a:spcBef>
        <a:buClrTx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06800" indent="-180000" algn="l" defTabSz="914400" rtl="0" eaLnBrk="1" latinLnBrk="0" hangingPunct="1">
        <a:lnSpc>
          <a:spcPct val="100000"/>
        </a:lnSpc>
        <a:spcBef>
          <a:spcPts val="2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406800" indent="-406800" algn="l" defTabSz="914400" rtl="0" eaLnBrk="1" latinLnBrk="0" hangingPunct="1">
        <a:lnSpc>
          <a:spcPct val="100000"/>
        </a:lnSpc>
        <a:spcBef>
          <a:spcPts val="1000"/>
        </a:spcBef>
        <a:buFont typeface="+mj-lt"/>
        <a:buAutoNum type="arabicPeriod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0" indent="0" algn="l" defTabSz="914400" rtl="0" eaLnBrk="1" latinLnBrk="0" hangingPunct="1">
        <a:lnSpc>
          <a:spcPct val="90000"/>
        </a:lnSpc>
        <a:spcBef>
          <a:spcPts val="1400"/>
        </a:spcBef>
        <a:buFont typeface="Arial" panose="020B0604020202020204" pitchFamily="34" charset="0"/>
        <a:buChar char="​"/>
        <a:defRPr sz="2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8" orient="horz" pos="2132" userDrawn="1">
          <p15:clr>
            <a:srgbClr val="F26B43"/>
          </p15:clr>
        </p15:guide>
        <p15:guide id="39" pos="3812" userDrawn="1">
          <p15:clr>
            <a:srgbClr val="F26B43"/>
          </p15:clr>
        </p15:guide>
        <p15:guide id="40" orient="horz" pos="176" userDrawn="1">
          <p15:clr>
            <a:srgbClr val="F26B43"/>
          </p15:clr>
        </p15:guide>
        <p15:guide id="41" orient="horz" pos="743" userDrawn="1">
          <p15:clr>
            <a:srgbClr val="F26B43"/>
          </p15:clr>
        </p15:guide>
        <p15:guide id="42" pos="155" userDrawn="1">
          <p15:clr>
            <a:srgbClr val="F26B43"/>
          </p15:clr>
        </p15:guide>
        <p15:guide id="43" orient="horz" pos="828" userDrawn="1">
          <p15:clr>
            <a:srgbClr val="F26B43"/>
          </p15:clr>
        </p15:guide>
        <p15:guide id="44" orient="horz" pos="1395" userDrawn="1">
          <p15:clr>
            <a:srgbClr val="F26B43"/>
          </p15:clr>
        </p15:guide>
        <p15:guide id="45" orient="horz" pos="1480" userDrawn="1">
          <p15:clr>
            <a:srgbClr val="F26B43"/>
          </p15:clr>
        </p15:guide>
        <p15:guide id="46" orient="horz" pos="2047" userDrawn="1">
          <p15:clr>
            <a:srgbClr val="F26B43"/>
          </p15:clr>
        </p15:guide>
        <p15:guide id="47" orient="horz" pos="2699" userDrawn="1">
          <p15:clr>
            <a:srgbClr val="F26B43"/>
          </p15:clr>
        </p15:guide>
        <p15:guide id="48" orient="horz" pos="2784" userDrawn="1">
          <p15:clr>
            <a:srgbClr val="F26B43"/>
          </p15:clr>
        </p15:guide>
        <p15:guide id="49" orient="horz" pos="3351" userDrawn="1">
          <p15:clr>
            <a:srgbClr val="F26B43"/>
          </p15:clr>
        </p15:guide>
        <p15:guide id="50" orient="horz" pos="3436" userDrawn="1">
          <p15:clr>
            <a:srgbClr val="F26B43"/>
          </p15:clr>
        </p15:guide>
        <p15:guide id="51" orient="horz" pos="4003" userDrawn="1">
          <p15:clr>
            <a:srgbClr val="F26B43"/>
          </p15:clr>
        </p15:guide>
        <p15:guide id="52" orient="horz" pos="4144" userDrawn="1">
          <p15:clr>
            <a:srgbClr val="F26B43"/>
          </p15:clr>
        </p15:guide>
        <p15:guide id="53" pos="7525" userDrawn="1">
          <p15:clr>
            <a:srgbClr val="F26B43"/>
          </p15:clr>
        </p15:guide>
        <p15:guide id="54" pos="697" userDrawn="1">
          <p15:clr>
            <a:srgbClr val="F26B43"/>
          </p15:clr>
        </p15:guide>
        <p15:guide id="55" pos="779" userDrawn="1">
          <p15:clr>
            <a:srgbClr val="F26B43"/>
          </p15:clr>
        </p15:guide>
        <p15:guide id="56" pos="1317" userDrawn="1">
          <p15:clr>
            <a:srgbClr val="F26B43"/>
          </p15:clr>
        </p15:guide>
        <p15:guide id="57" pos="1402" userDrawn="1">
          <p15:clr>
            <a:srgbClr val="F26B43"/>
          </p15:clr>
        </p15:guide>
        <p15:guide id="58" pos="1941" userDrawn="1">
          <p15:clr>
            <a:srgbClr val="F26B43"/>
          </p15:clr>
        </p15:guide>
        <p15:guide id="59" pos="2026" userDrawn="1">
          <p15:clr>
            <a:srgbClr val="F26B43"/>
          </p15:clr>
        </p15:guide>
        <p15:guide id="60" pos="2564" userDrawn="1">
          <p15:clr>
            <a:srgbClr val="F26B43"/>
          </p15:clr>
        </p15:guide>
        <p15:guide id="61" pos="2649" userDrawn="1">
          <p15:clr>
            <a:srgbClr val="F26B43"/>
          </p15:clr>
        </p15:guide>
        <p15:guide id="62" pos="3188" userDrawn="1">
          <p15:clr>
            <a:srgbClr val="F26B43"/>
          </p15:clr>
        </p15:guide>
        <p15:guide id="63" pos="3273" userDrawn="1">
          <p15:clr>
            <a:srgbClr val="F26B43"/>
          </p15:clr>
        </p15:guide>
        <p15:guide id="64" pos="3868" userDrawn="1">
          <p15:clr>
            <a:srgbClr val="F26B43"/>
          </p15:clr>
        </p15:guide>
        <p15:guide id="65" pos="4407" userDrawn="1">
          <p15:clr>
            <a:srgbClr val="F26B43"/>
          </p15:clr>
        </p15:guide>
        <p15:guide id="66" pos="4492" userDrawn="1">
          <p15:clr>
            <a:srgbClr val="F26B43"/>
          </p15:clr>
        </p15:guide>
        <p15:guide id="67" pos="5031" userDrawn="1">
          <p15:clr>
            <a:srgbClr val="F26B43"/>
          </p15:clr>
        </p15:guide>
        <p15:guide id="68" pos="5116" userDrawn="1">
          <p15:clr>
            <a:srgbClr val="F26B43"/>
          </p15:clr>
        </p15:guide>
        <p15:guide id="69" pos="5654" userDrawn="1">
          <p15:clr>
            <a:srgbClr val="F26B43"/>
          </p15:clr>
        </p15:guide>
        <p15:guide id="70" pos="5739" userDrawn="1">
          <p15:clr>
            <a:srgbClr val="F26B43"/>
          </p15:clr>
        </p15:guide>
        <p15:guide id="71" pos="6278" userDrawn="1">
          <p15:clr>
            <a:srgbClr val="F26B43"/>
          </p15:clr>
        </p15:guide>
        <p15:guide id="72" pos="6363" userDrawn="1">
          <p15:clr>
            <a:srgbClr val="F26B43"/>
          </p15:clr>
        </p15:guide>
        <p15:guide id="73" pos="6901" userDrawn="1">
          <p15:clr>
            <a:srgbClr val="F26B43"/>
          </p15:clr>
        </p15:guide>
        <p15:guide id="74" pos="698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7FFFFFB3_7AE49B4A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2">
            <a:extLst>
              <a:ext uri="{FF2B5EF4-FFF2-40B4-BE49-F238E27FC236}">
                <a16:creationId xmlns:a16="http://schemas.microsoft.com/office/drawing/2014/main" id="{3DD6D0A5-253F-F31D-32B9-4364ED08EB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113977"/>
            <a:ext cx="2579583" cy="8199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971C0073-C809-3A44-8D09-D3C534C850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6000" y="1313999"/>
            <a:ext cx="4478400" cy="2970663"/>
          </a:xfrm>
        </p:spPr>
        <p:txBody>
          <a:bodyPr/>
          <a:lstStyle/>
          <a:p>
            <a:r>
              <a:rPr lang="fr-CA">
                <a:latin typeface="Aptos" panose="020B0004020202020204" pitchFamily="34" charset="0"/>
              </a:rPr>
              <a:t>F&amp;UM Deep-Dive </a:t>
            </a:r>
            <a:br>
              <a:rPr lang="fr-CA">
                <a:latin typeface="Aptos" panose="020B0004020202020204" pitchFamily="34" charset="0"/>
              </a:rPr>
            </a:br>
            <a:r>
              <a:rPr lang="fr-CA" sz="3200" err="1">
                <a:solidFill>
                  <a:schemeClr val="bg1">
                    <a:lumMod val="65000"/>
                  </a:schemeClr>
                </a:solidFill>
                <a:latin typeface="Aptos" panose="020B0004020202020204" pitchFamily="34" charset="0"/>
              </a:rPr>
              <a:t>with</a:t>
            </a:r>
            <a:r>
              <a:rPr lang="fr-CA" sz="3200">
                <a:solidFill>
                  <a:schemeClr val="bg1">
                    <a:lumMod val="65000"/>
                  </a:schemeClr>
                </a:solidFill>
                <a:latin typeface="Aptos" panose="020B0004020202020204" pitchFamily="34" charset="0"/>
              </a:rPr>
              <a:t> Ray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52BF119A-8329-2631-986E-02C0FDDB8F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6000" y="6321670"/>
            <a:ext cx="4365000" cy="270485"/>
          </a:xfrm>
        </p:spPr>
        <p:txBody>
          <a:bodyPr vert="horz" lIns="18000" tIns="45720" rIns="0" bIns="45720" rtlCol="0" anchor="t">
            <a:noAutofit/>
          </a:bodyPr>
          <a:lstStyle/>
          <a:p>
            <a:r>
              <a:rPr lang="fr-CA" sz="1400">
                <a:latin typeface="Aptos" panose="020B0004020202020204" pitchFamily="34" charset="0"/>
              </a:rPr>
              <a:t>October 2026</a:t>
            </a:r>
          </a:p>
        </p:txBody>
      </p:sp>
    </p:spTree>
    <p:extLst>
      <p:ext uri="{BB962C8B-B14F-4D97-AF65-F5344CB8AC3E}">
        <p14:creationId xmlns:p14="http://schemas.microsoft.com/office/powerpoint/2010/main" val="42407011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2692605-08F5-5C25-7CDF-44F97976F1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/>
              <a:t>Contents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56E563-D751-98D1-2A8B-858B33ADC3B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/>
              <a:t>1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DDB6A8-1E2B-B98C-AADB-B25A5D6B936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 vert="horz" lIns="0" tIns="72000" rIns="0" bIns="0" rtlCol="0" anchor="t">
            <a:noAutofit/>
          </a:bodyPr>
          <a:lstStyle/>
          <a:p>
            <a:r>
              <a:rPr lang="en-US"/>
              <a:t>Unified Access Request Management</a:t>
            </a:r>
            <a:endParaRPr lang="en-US">
              <a:cs typeface="Arial"/>
            </a:endParaRP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E59749C-2672-ECF2-4AE8-877FE1C2CA7C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4205288" y="777480"/>
            <a:ext cx="7740650" cy="468000"/>
          </a:xfrm>
        </p:spPr>
        <p:txBody>
          <a:bodyPr/>
          <a:lstStyle/>
          <a:p>
            <a:r>
              <a:rPr lang="en-US"/>
              <a:t>2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A2B3850-0977-2E1B-571B-CDDEAA034606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195888" y="777480"/>
            <a:ext cx="6750050" cy="468000"/>
          </a:xfrm>
        </p:spPr>
        <p:txBody>
          <a:bodyPr vert="horz" lIns="0" tIns="72000" rIns="0" bIns="0" rtlCol="0" anchor="t">
            <a:noAutofit/>
          </a:bodyPr>
          <a:lstStyle/>
          <a:p>
            <a:r>
              <a:rPr lang="en-US"/>
              <a:t>Multi-Firm</a:t>
            </a:r>
          </a:p>
        </p:txBody>
      </p:sp>
      <p:sp>
        <p:nvSpPr>
          <p:cNvPr id="27" name="Footer Placeholder 26">
            <a:extLst>
              <a:ext uri="{FF2B5EF4-FFF2-40B4-BE49-F238E27FC236}">
                <a16:creationId xmlns:a16="http://schemas.microsoft.com/office/drawing/2014/main" id="{46E6D1CC-5303-D80A-9FE7-34CEF9947AF7}"/>
              </a:ext>
            </a:extLst>
          </p:cNvPr>
          <p:cNvSpPr>
            <a:spLocks noGrp="1"/>
          </p:cNvSpPr>
          <p:nvPr>
            <p:ph type="ftr" sz="quarter" idx="62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28" name="Slide Number Placeholder 27">
            <a:extLst>
              <a:ext uri="{FF2B5EF4-FFF2-40B4-BE49-F238E27FC236}">
                <a16:creationId xmlns:a16="http://schemas.microsoft.com/office/drawing/2014/main" id="{66C502D4-3A60-F818-0802-297173638047}"/>
              </a:ext>
            </a:extLst>
          </p:cNvPr>
          <p:cNvSpPr>
            <a:spLocks noGrp="1"/>
          </p:cNvSpPr>
          <p:nvPr>
            <p:ph type="sldNum" sz="quarter" idx="63"/>
          </p:nvPr>
        </p:nvSpPr>
        <p:spPr/>
        <p:txBody>
          <a:bodyPr/>
          <a:lstStyle/>
          <a:p>
            <a:fld id="{21DAE3DD-E46F-48E2-BAED-1C2B457B4828}" type="slidenum">
              <a:rPr lang="en-CA" smtClean="0"/>
              <a:pPr/>
              <a:t>2</a:t>
            </a:fld>
            <a:endParaRPr lang="en-CA"/>
          </a:p>
        </p:txBody>
      </p:sp>
      <p:sp>
        <p:nvSpPr>
          <p:cNvPr id="35" name="Text Placeholder 8">
            <a:extLst>
              <a:ext uri="{FF2B5EF4-FFF2-40B4-BE49-F238E27FC236}">
                <a16:creationId xmlns:a16="http://schemas.microsoft.com/office/drawing/2014/main" id="{9AA330EB-3B0A-A928-5836-E17392E20EF3}"/>
              </a:ext>
            </a:extLst>
          </p:cNvPr>
          <p:cNvSpPr txBox="1">
            <a:spLocks/>
          </p:cNvSpPr>
          <p:nvPr/>
        </p:nvSpPr>
        <p:spPr>
          <a:xfrm>
            <a:off x="4204576" y="1297066"/>
            <a:ext cx="7740650" cy="468000"/>
          </a:xfrm>
          <a:prstGeom prst="rect">
            <a:avLst/>
          </a:prstGeom>
          <a:solidFill>
            <a:schemeClr val="bg1"/>
          </a:solidFill>
          <a:effectLst>
            <a:innerShdw dist="6350" dir="16200000">
              <a:prstClr val="black"/>
            </a:innerShdw>
          </a:effectLst>
        </p:spPr>
        <p:txBody>
          <a:bodyPr vert="horz" lIns="0" tIns="45720" rIns="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​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16000" indent="-2160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06800" indent="-18000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06800" indent="-4068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rabicPeriod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Arial" panose="020B0604020202020204" pitchFamily="34" charset="0"/>
              <a:buChar char="​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3</a:t>
            </a:r>
          </a:p>
        </p:txBody>
      </p:sp>
      <p:sp>
        <p:nvSpPr>
          <p:cNvPr id="36" name="Text Placeholder 9">
            <a:extLst>
              <a:ext uri="{FF2B5EF4-FFF2-40B4-BE49-F238E27FC236}">
                <a16:creationId xmlns:a16="http://schemas.microsoft.com/office/drawing/2014/main" id="{36ED9EE3-13FB-AACB-B72F-3B45939F6BDE}"/>
              </a:ext>
            </a:extLst>
          </p:cNvPr>
          <p:cNvSpPr txBox="1">
            <a:spLocks/>
          </p:cNvSpPr>
          <p:nvPr/>
        </p:nvSpPr>
        <p:spPr>
          <a:xfrm>
            <a:off x="5195176" y="1297066"/>
            <a:ext cx="6750050" cy="468000"/>
          </a:xfrm>
          <a:prstGeom prst="rect">
            <a:avLst/>
          </a:prstGeom>
          <a:noFill/>
          <a:effectLst/>
        </p:spPr>
        <p:txBody>
          <a:bodyPr vert="horz" lIns="0" tIns="7200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85000"/>
              </a:lnSpc>
              <a:spcBef>
                <a:spcPts val="0"/>
              </a:spcBef>
              <a:buFont typeface="Arial" panose="020B0604020202020204" pitchFamily="34" charset="0"/>
              <a:buChar char="​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16000" indent="-2160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06800" indent="-18000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06800" indent="-4068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rabicPeriod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Arial" panose="020B0604020202020204" pitchFamily="34" charset="0"/>
              <a:buChar char="​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Self-serve User Management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1A8A65AB-95DB-0FB5-D5B6-5080AF8B8097}"/>
              </a:ext>
            </a:extLst>
          </p:cNvPr>
          <p:cNvSpPr txBox="1">
            <a:spLocks/>
          </p:cNvSpPr>
          <p:nvPr/>
        </p:nvSpPr>
        <p:spPr>
          <a:xfrm>
            <a:off x="4204576" y="1816652"/>
            <a:ext cx="7740650" cy="468000"/>
          </a:xfrm>
          <a:prstGeom prst="rect">
            <a:avLst/>
          </a:prstGeom>
          <a:solidFill>
            <a:schemeClr val="bg1"/>
          </a:solidFill>
          <a:effectLst>
            <a:innerShdw dist="6350" dir="16200000">
              <a:prstClr val="black"/>
            </a:innerShdw>
          </a:effectLst>
        </p:spPr>
        <p:txBody>
          <a:bodyPr vert="horz" lIns="0" tIns="45720" rIns="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​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16000" indent="-2160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06800" indent="-18000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06800" indent="-4068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rabicPeriod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Arial" panose="020B0604020202020204" pitchFamily="34" charset="0"/>
              <a:buChar char="​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4</a:t>
            </a:r>
          </a:p>
        </p:txBody>
      </p:sp>
      <p:sp>
        <p:nvSpPr>
          <p:cNvPr id="17" name="Text Placeholder 9">
            <a:extLst>
              <a:ext uri="{FF2B5EF4-FFF2-40B4-BE49-F238E27FC236}">
                <a16:creationId xmlns:a16="http://schemas.microsoft.com/office/drawing/2014/main" id="{CB6BA116-E2AF-9C75-0710-F8A400315D59}"/>
              </a:ext>
            </a:extLst>
          </p:cNvPr>
          <p:cNvSpPr txBox="1">
            <a:spLocks/>
          </p:cNvSpPr>
          <p:nvPr/>
        </p:nvSpPr>
        <p:spPr>
          <a:xfrm>
            <a:off x="5195176" y="1816652"/>
            <a:ext cx="6750050" cy="468000"/>
          </a:xfrm>
          <a:prstGeom prst="rect">
            <a:avLst/>
          </a:prstGeom>
          <a:noFill/>
          <a:effectLst/>
        </p:spPr>
        <p:txBody>
          <a:bodyPr vert="horz" lIns="0" tIns="7200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85000"/>
              </a:lnSpc>
              <a:spcBef>
                <a:spcPts val="0"/>
              </a:spcBef>
              <a:buFont typeface="Arial" panose="020B0604020202020204" pitchFamily="34" charset="0"/>
              <a:buChar char="​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16000" indent="-2160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06800" indent="-18000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06800" indent="-4068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rabicPeriod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Arial" panose="020B0604020202020204" pitchFamily="34" charset="0"/>
              <a:buChar char="​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Unified CX User Attestations</a:t>
            </a:r>
          </a:p>
        </p:txBody>
      </p:sp>
    </p:spTree>
    <p:extLst>
      <p:ext uri="{BB962C8B-B14F-4D97-AF65-F5344CB8AC3E}">
        <p14:creationId xmlns:p14="http://schemas.microsoft.com/office/powerpoint/2010/main" val="29071682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9A5452-F73D-B144-B880-8F4E5785CB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1DE45E-D095-5644-4CA5-3D74749ADD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Executive Summaries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F638FEC-DD54-015C-4E90-554993A4F5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1E1E58-79FB-9784-7654-79CCA648A3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AE3DD-E46F-48E2-BAED-1C2B457B4828}" type="slidenum">
              <a:rPr lang="en-CA" smtClean="0"/>
              <a:pPr/>
              <a:t>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734048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D8366A-8508-08F7-8CFE-2F71E5B25E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54159CE-2CB7-FA41-304B-23449B88CAD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b="1">
                <a:solidFill>
                  <a:schemeClr val="bg1">
                    <a:lumMod val="50000"/>
                  </a:schemeClr>
                </a:solidFill>
              </a:rPr>
              <a:t>F&amp;UM Deep-Dive with Ray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9F6E79E-CD2E-0EF8-C642-42CCC756DD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064" y="414000"/>
            <a:ext cx="6472236" cy="542840"/>
          </a:xfrm>
        </p:spPr>
        <p:txBody>
          <a:bodyPr/>
          <a:lstStyle/>
          <a:p>
            <a:r>
              <a:rPr lang="en-US"/>
              <a:t>Unified Access Request Management</a:t>
            </a:r>
            <a:endParaRPr lang="en-US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72CC49-7463-8F55-F164-A8816679E9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AE3DD-E46F-48E2-BAED-1C2B457B4828}" type="slidenum">
              <a:rPr lang="en-CA" smtClean="0"/>
              <a:t>4</a:t>
            </a:fld>
            <a:endParaRPr lang="en-CA"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40E8B1D0-143D-1778-B65A-F35FD870D3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9594629"/>
              </p:ext>
            </p:extLst>
          </p:nvPr>
        </p:nvGraphicFramePr>
        <p:xfrm>
          <a:off x="232651" y="853585"/>
          <a:ext cx="5162310" cy="2235907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5162310">
                  <a:extLst>
                    <a:ext uri="{9D8B030D-6E8A-4147-A177-3AD203B41FA5}">
                      <a16:colId xmlns:a16="http://schemas.microsoft.com/office/drawing/2014/main" val="3860667342"/>
                    </a:ext>
                  </a:extLst>
                </a:gridCol>
              </a:tblGrid>
              <a:tr h="315417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dirty="0"/>
                        <a:t>Executive Summary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08975722"/>
                  </a:ext>
                </a:extLst>
              </a:tr>
              <a:tr h="1920490">
                <a:tc>
                  <a:txBody>
                    <a:bodyPr/>
                    <a:lstStyle/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4698289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BCBC5A8E-28AB-2F1F-6850-BBBA21D141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4711512"/>
              </p:ext>
            </p:extLst>
          </p:nvPr>
        </p:nvGraphicFramePr>
        <p:xfrm>
          <a:off x="5486401" y="853585"/>
          <a:ext cx="6358485" cy="2221990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1371599">
                  <a:extLst>
                    <a:ext uri="{9D8B030D-6E8A-4147-A177-3AD203B41FA5}">
                      <a16:colId xmlns:a16="http://schemas.microsoft.com/office/drawing/2014/main" val="845858488"/>
                    </a:ext>
                  </a:extLst>
                </a:gridCol>
                <a:gridCol w="4986886">
                  <a:extLst>
                    <a:ext uri="{9D8B030D-6E8A-4147-A177-3AD203B41FA5}">
                      <a16:colId xmlns:a16="http://schemas.microsoft.com/office/drawing/2014/main" val="727706782"/>
                    </a:ext>
                  </a:extLst>
                </a:gridCol>
              </a:tblGrid>
              <a:tr h="314219">
                <a:tc gridSpan="2">
                  <a:txBody>
                    <a:bodyPr/>
                    <a:lstStyle/>
                    <a:p>
                      <a:r>
                        <a:rPr lang="en-US" sz="1400"/>
                        <a:t>Top Three Discussion / Decision Points 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sz="16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48482078"/>
                  </a:ext>
                </a:extLst>
              </a:tr>
              <a:tr h="628442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i="1"/>
                        <a:t>Scope &amp; estimation</a:t>
                      </a:r>
                      <a:endParaRPr lang="en-US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Clr>
                          <a:srgbClr val="000000"/>
                        </a:buClr>
                        <a:buFont typeface="Arial,Sans-Serif" panose="020B0604020202020204" pitchFamily="34" charset="0"/>
                        <a:buChar char="•"/>
                      </a:pPr>
                      <a:endParaRPr lang="en-US" sz="1200" b="0" i="0" u="none" strike="noStrike" noProof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268293742"/>
                  </a:ext>
                </a:extLst>
              </a:tr>
              <a:tr h="572331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1" u="none" strike="noStrike" noProof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Point </a:t>
                      </a:r>
                      <a:r>
                        <a:rPr lang="en-US" sz="1200" b="1" i="1" u="none" strike="noStrike" noProof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#2 </a:t>
                      </a:r>
                      <a:r>
                        <a:rPr lang="en-US" sz="1200" b="0" i="1" u="none" strike="noStrike" noProof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Title</a:t>
                      </a:r>
                      <a:endParaRPr lang="en-US" sz="1200" b="0" i="0" u="none" strike="noStrike" noProof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endParaRPr lang="en-US" sz="1200" b="0" strike="noStrike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264039503"/>
                  </a:ext>
                </a:extLst>
              </a:tr>
              <a:tr h="70699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i="1"/>
                        <a:t>Point </a:t>
                      </a:r>
                      <a:r>
                        <a:rPr lang="en-US" sz="1200" b="1" i="1"/>
                        <a:t>#3 </a:t>
                      </a:r>
                      <a:r>
                        <a:rPr lang="en-US" sz="1200" b="0" i="1"/>
                        <a:t>Title</a:t>
                      </a:r>
                      <a:endParaRPr lang="en-US" sz="1200" b="1" i="1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endParaRPr lang="en-US" sz="1200" b="0" strike="noStrike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965637357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B0CCEC2-5096-73CE-1D15-7B512BBDDD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6673707"/>
              </p:ext>
            </p:extLst>
          </p:nvPr>
        </p:nvGraphicFramePr>
        <p:xfrm>
          <a:off x="232651" y="3185161"/>
          <a:ext cx="2918626" cy="3538727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2918626">
                  <a:extLst>
                    <a:ext uri="{9D8B030D-6E8A-4147-A177-3AD203B41FA5}">
                      <a16:colId xmlns:a16="http://schemas.microsoft.com/office/drawing/2014/main" val="3373326334"/>
                    </a:ext>
                  </a:extLst>
                </a:gridCol>
              </a:tblGrid>
              <a:tr h="350219">
                <a:tc>
                  <a:txBody>
                    <a:bodyPr/>
                    <a:lstStyle/>
                    <a:p>
                      <a:r>
                        <a:rPr lang="en-US" sz="1400"/>
                        <a:t>Objective(s) / Purpose(s)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48482078"/>
                  </a:ext>
                </a:extLst>
              </a:tr>
              <a:tr h="3188508">
                <a:tc>
                  <a:txBody>
                    <a:bodyPr/>
                    <a:lstStyle/>
                    <a:p>
                      <a:pPr marL="171450" lvl="0" indent="-171450" algn="l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4394858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DF36B36D-1661-D9E7-DC88-F3415F5B26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9771632"/>
              </p:ext>
            </p:extLst>
          </p:nvPr>
        </p:nvGraphicFramePr>
        <p:xfrm>
          <a:off x="3233026" y="3185161"/>
          <a:ext cx="2918626" cy="3539489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2918626">
                  <a:extLst>
                    <a:ext uri="{9D8B030D-6E8A-4147-A177-3AD203B41FA5}">
                      <a16:colId xmlns:a16="http://schemas.microsoft.com/office/drawing/2014/main" val="3373326334"/>
                    </a:ext>
                  </a:extLst>
                </a:gridCol>
              </a:tblGrid>
              <a:tr h="349038">
                <a:tc>
                  <a:txBody>
                    <a:bodyPr/>
                    <a:lstStyle/>
                    <a:p>
                      <a:r>
                        <a:rPr lang="en-US" sz="1400"/>
                        <a:t>Benefit(s) / Problem(s) to Solve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48482078"/>
                  </a:ext>
                </a:extLst>
              </a:tr>
              <a:tr h="3190451">
                <a:tc>
                  <a:txBody>
                    <a:bodyPr/>
                    <a:lstStyle/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4394858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F097627-CB81-1125-ECE1-3FEFDF8DBD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9537198"/>
              </p:ext>
            </p:extLst>
          </p:nvPr>
        </p:nvGraphicFramePr>
        <p:xfrm>
          <a:off x="6240385" y="3185161"/>
          <a:ext cx="5605388" cy="3539489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5605388">
                  <a:extLst>
                    <a:ext uri="{9D8B030D-6E8A-4147-A177-3AD203B41FA5}">
                      <a16:colId xmlns:a16="http://schemas.microsoft.com/office/drawing/2014/main" val="3373326334"/>
                    </a:ext>
                  </a:extLst>
                </a:gridCol>
              </a:tblGrid>
              <a:tr h="349038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u="none" strike="noStrike" noProof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Solution Approach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48482078"/>
                  </a:ext>
                </a:extLst>
              </a:tr>
              <a:tr h="3190451">
                <a:tc>
                  <a:txBody>
                    <a:bodyPr/>
                    <a:lstStyle/>
                    <a:p>
                      <a:pPr marL="171450" lvl="0" indent="-171450">
                        <a:buClr>
                          <a:srgbClr val="000000"/>
                        </a:buClr>
                        <a:buFont typeface="Arial,Sans-Serif" panose="020B0604020202020204" pitchFamily="34" charset="0"/>
                        <a:buChar char="•"/>
                      </a:pPr>
                      <a:endParaRPr lang="en-US" sz="1200" b="0" i="0" u="none" strike="noStrike" noProof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43948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61802314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CE30DD-8DAF-2C69-DC6D-D482D8FA7D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9167F1F-0C18-8E10-154F-A48BEE42657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b="1">
                <a:solidFill>
                  <a:schemeClr val="bg1">
                    <a:lumMod val="50000"/>
                  </a:schemeClr>
                </a:solidFill>
              </a:rPr>
              <a:t>F&amp;UM Deep-Dive with Ray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8705993-B413-7007-99CA-F7B7345EE5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064" y="414000"/>
            <a:ext cx="6472236" cy="542840"/>
          </a:xfrm>
        </p:spPr>
        <p:txBody>
          <a:bodyPr/>
          <a:lstStyle/>
          <a:p>
            <a:r>
              <a:rPr lang="en-US"/>
              <a:t>Multi Firm </a:t>
            </a:r>
            <a:r>
              <a:rPr lang="en-US">
                <a:solidFill>
                  <a:schemeClr val="bg1">
                    <a:lumMod val="50000"/>
                  </a:schemeClr>
                </a:solidFill>
              </a:rPr>
              <a:t>[Parent Firms &amp; Sub Advisors]</a:t>
            </a:r>
            <a:endParaRPr lang="en-US"/>
          </a:p>
          <a:p>
            <a:endParaRPr lang="en-US">
              <a:solidFill>
                <a:srgbClr val="000000"/>
              </a:solidFill>
              <a:cs typeface="Arial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94D1CE-F9A0-7514-FE81-DEEB7FEF5F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AE3DD-E46F-48E2-BAED-1C2B457B4828}" type="slidenum">
              <a:rPr lang="en-CA" smtClean="0"/>
              <a:t>5</a:t>
            </a:fld>
            <a:endParaRPr lang="en-CA"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D66E451D-5E59-0C84-8EF8-A04CC0E565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5014819"/>
              </p:ext>
            </p:extLst>
          </p:nvPr>
        </p:nvGraphicFramePr>
        <p:xfrm>
          <a:off x="232651" y="853585"/>
          <a:ext cx="5162310" cy="2235907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5162310">
                  <a:extLst>
                    <a:ext uri="{9D8B030D-6E8A-4147-A177-3AD203B41FA5}">
                      <a16:colId xmlns:a16="http://schemas.microsoft.com/office/drawing/2014/main" val="3860667342"/>
                    </a:ext>
                  </a:extLst>
                </a:gridCol>
              </a:tblGrid>
              <a:tr h="315417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/>
                        <a:t>Executive Summary</a:t>
                      </a:r>
                      <a:endParaRPr 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08975722"/>
                  </a:ext>
                </a:extLst>
              </a:tr>
              <a:tr h="1920490">
                <a:tc>
                  <a:txBody>
                    <a:bodyPr/>
                    <a:lstStyle/>
                    <a:p>
                      <a:pPr marL="171450" lvl="0" indent="-171450" algn="l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4698289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962AB97C-1389-E94D-5719-6D37960FC6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5264237"/>
              </p:ext>
            </p:extLst>
          </p:nvPr>
        </p:nvGraphicFramePr>
        <p:xfrm>
          <a:off x="5486401" y="853585"/>
          <a:ext cx="6358485" cy="2244090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1371599">
                  <a:extLst>
                    <a:ext uri="{9D8B030D-6E8A-4147-A177-3AD203B41FA5}">
                      <a16:colId xmlns:a16="http://schemas.microsoft.com/office/drawing/2014/main" val="845858488"/>
                    </a:ext>
                  </a:extLst>
                </a:gridCol>
                <a:gridCol w="4986886">
                  <a:extLst>
                    <a:ext uri="{9D8B030D-6E8A-4147-A177-3AD203B41FA5}">
                      <a16:colId xmlns:a16="http://schemas.microsoft.com/office/drawing/2014/main" val="727706782"/>
                    </a:ext>
                  </a:extLst>
                </a:gridCol>
              </a:tblGrid>
              <a:tr h="296074">
                <a:tc gridSpan="2">
                  <a:txBody>
                    <a:bodyPr/>
                    <a:lstStyle/>
                    <a:p>
                      <a:r>
                        <a:rPr lang="en-US" sz="1400"/>
                        <a:t>Top Three Discussion / Decision Points 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sz="16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48482078"/>
                  </a:ext>
                </a:extLst>
              </a:tr>
              <a:tr h="977046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1" u="none" strike="noStrike" noProof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Point </a:t>
                      </a:r>
                      <a:r>
                        <a:rPr lang="en-US" sz="1200" b="1" i="1" u="none" strike="noStrike" noProof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#1 </a:t>
                      </a:r>
                      <a:r>
                        <a:rPr lang="en-US" sz="1200" b="0" i="1" u="none" strike="noStrike" noProof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Title</a:t>
                      </a:r>
                      <a:endParaRPr lang="en-US" sz="1200" b="0" i="0" u="none" strike="noStrike" noProof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171450" lvl="0" indent="-171450" algn="l"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endParaRPr lang="en-US" sz="1200" b="0" i="0" u="none" strike="noStrike" noProof="0" dirty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268293742"/>
                  </a:ext>
                </a:extLst>
              </a:tr>
              <a:tr h="429309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1" u="none" strike="noStrike" noProof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Point </a:t>
                      </a:r>
                      <a:r>
                        <a:rPr lang="en-US" sz="1200" b="1" i="1" u="none" strike="noStrike" noProof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#2 </a:t>
                      </a:r>
                      <a:r>
                        <a:rPr lang="en-US" sz="1200" b="0" i="1" u="none" strike="noStrike" noProof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Title</a:t>
                      </a:r>
                      <a:endParaRPr lang="en-US" sz="1200" b="0" i="0" u="none" strike="noStrike" noProof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endParaRPr lang="en-US" sz="1200" b="0" strike="noStrike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264039503"/>
                  </a:ext>
                </a:extLst>
              </a:tr>
              <a:tr h="5329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i="1"/>
                        <a:t>Point </a:t>
                      </a:r>
                      <a:r>
                        <a:rPr lang="en-US" sz="1200" b="1" i="1"/>
                        <a:t>#3 </a:t>
                      </a:r>
                      <a:r>
                        <a:rPr lang="en-US" sz="1200" b="0" i="1"/>
                        <a:t>Title</a:t>
                      </a:r>
                      <a:endParaRPr lang="en-US" sz="1200" b="1" i="1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endParaRPr lang="en-US" sz="1200" b="0" strike="noStrike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965637357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1399B71-A819-A8AB-A2B2-1DF279263F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5988121"/>
              </p:ext>
            </p:extLst>
          </p:nvPr>
        </p:nvGraphicFramePr>
        <p:xfrm>
          <a:off x="232651" y="3185161"/>
          <a:ext cx="2918626" cy="3538727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2918626">
                  <a:extLst>
                    <a:ext uri="{9D8B030D-6E8A-4147-A177-3AD203B41FA5}">
                      <a16:colId xmlns:a16="http://schemas.microsoft.com/office/drawing/2014/main" val="3373326334"/>
                    </a:ext>
                  </a:extLst>
                </a:gridCol>
              </a:tblGrid>
              <a:tr h="350219">
                <a:tc>
                  <a:txBody>
                    <a:bodyPr/>
                    <a:lstStyle/>
                    <a:p>
                      <a:r>
                        <a:rPr lang="en-US" sz="1400"/>
                        <a:t>Objective(s) / Purpose(s)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48482078"/>
                  </a:ext>
                </a:extLst>
              </a:tr>
              <a:tr h="3188508">
                <a:tc>
                  <a:txBody>
                    <a:bodyPr/>
                    <a:lstStyle/>
                    <a:p>
                      <a:pPr marL="171450" lvl="0" indent="-171450" algn="l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CA" sz="1200" b="0" i="0" u="none" strike="noStrike" baseline="0" noProof="0" dirty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.</a:t>
                      </a:r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4394858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7EBFB1F7-50CF-A687-F777-FBDFD15CAD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0141913"/>
              </p:ext>
            </p:extLst>
          </p:nvPr>
        </p:nvGraphicFramePr>
        <p:xfrm>
          <a:off x="3233026" y="3185161"/>
          <a:ext cx="2918626" cy="3539489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2918626">
                  <a:extLst>
                    <a:ext uri="{9D8B030D-6E8A-4147-A177-3AD203B41FA5}">
                      <a16:colId xmlns:a16="http://schemas.microsoft.com/office/drawing/2014/main" val="3373326334"/>
                    </a:ext>
                  </a:extLst>
                </a:gridCol>
              </a:tblGrid>
              <a:tr h="349038">
                <a:tc>
                  <a:txBody>
                    <a:bodyPr/>
                    <a:lstStyle/>
                    <a:p>
                      <a:r>
                        <a:rPr lang="en-US" sz="1400"/>
                        <a:t>Benefit(s) / Problem(s) to Solve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48482078"/>
                  </a:ext>
                </a:extLst>
              </a:tr>
              <a:tr h="3190451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buNone/>
                      </a:pP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4394858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6A4CA8B-3617-7EA3-5B69-C786365745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049114"/>
              </p:ext>
            </p:extLst>
          </p:nvPr>
        </p:nvGraphicFramePr>
        <p:xfrm>
          <a:off x="6240385" y="3185161"/>
          <a:ext cx="5605388" cy="3539489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5605388">
                  <a:extLst>
                    <a:ext uri="{9D8B030D-6E8A-4147-A177-3AD203B41FA5}">
                      <a16:colId xmlns:a16="http://schemas.microsoft.com/office/drawing/2014/main" val="3373326334"/>
                    </a:ext>
                  </a:extLst>
                </a:gridCol>
              </a:tblGrid>
              <a:tr h="349038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u="none" strike="noStrike" noProof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Solution Approach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48482078"/>
                  </a:ext>
                </a:extLst>
              </a:tr>
              <a:tr h="3190451">
                <a:tc>
                  <a:txBody>
                    <a:bodyPr/>
                    <a:lstStyle/>
                    <a:p>
                      <a:pPr marL="171450" lvl="0" indent="-171450" algn="l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Arial,Sans-Serif" panose="020B0604020202020204" pitchFamily="34" charset="0"/>
                        <a:buChar char="•"/>
                      </a:pPr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43948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350745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42D02B-ECA6-2084-62FF-4776A588DB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44F4AFF-83A2-3BCF-F8EF-662D8E79A3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b="1">
                <a:solidFill>
                  <a:schemeClr val="bg1">
                    <a:lumMod val="50000"/>
                  </a:schemeClr>
                </a:solidFill>
              </a:rPr>
              <a:t>F&amp;UM Deep-Dive with Ray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61F474D-490C-EB09-CE3F-4DBF7820C0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064" y="414000"/>
            <a:ext cx="6472236" cy="542840"/>
          </a:xfrm>
        </p:spPr>
        <p:txBody>
          <a:bodyPr/>
          <a:lstStyle/>
          <a:p>
            <a:r>
              <a:rPr lang="en-US"/>
              <a:t>Unified CX </a:t>
            </a:r>
            <a:r>
              <a:rPr lang="en-US">
                <a:solidFill>
                  <a:srgbClr val="000000"/>
                </a:solidFill>
              </a:rPr>
              <a:t>User Attestations</a:t>
            </a:r>
          </a:p>
          <a:p>
            <a:endParaRPr lang="en-US">
              <a:solidFill>
                <a:srgbClr val="000000"/>
              </a:solidFill>
              <a:cs typeface="Arial"/>
            </a:endParaRPr>
          </a:p>
          <a:p>
            <a:endParaRPr lang="en-US">
              <a:solidFill>
                <a:schemeClr val="bg1">
                  <a:lumMod val="50000"/>
                </a:schemeClr>
              </a:solidFill>
              <a:cs typeface="Arial"/>
            </a:endParaRPr>
          </a:p>
          <a:p>
            <a:endParaRPr lang="en-US">
              <a:solidFill>
                <a:srgbClr val="000000"/>
              </a:solidFill>
              <a:cs typeface="Arial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91A08D-C732-2335-C1C3-02F210060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AE3DD-E46F-48E2-BAED-1C2B457B4828}" type="slidenum">
              <a:rPr lang="en-CA" smtClean="0"/>
              <a:t>6</a:t>
            </a:fld>
            <a:endParaRPr lang="en-CA"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6B6BCFF2-9D79-7107-65E7-A3F318CA6CFD}"/>
              </a:ext>
            </a:extLst>
          </p:cNvPr>
          <p:cNvGraphicFramePr>
            <a:graphicFrameLocks noGrp="1"/>
          </p:cNvGraphicFramePr>
          <p:nvPr/>
        </p:nvGraphicFramePr>
        <p:xfrm>
          <a:off x="232651" y="853585"/>
          <a:ext cx="5162310" cy="2235907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5162310">
                  <a:extLst>
                    <a:ext uri="{9D8B030D-6E8A-4147-A177-3AD203B41FA5}">
                      <a16:colId xmlns:a16="http://schemas.microsoft.com/office/drawing/2014/main" val="3860667342"/>
                    </a:ext>
                  </a:extLst>
                </a:gridCol>
              </a:tblGrid>
              <a:tr h="315417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/>
                        <a:t>Executive Summary</a:t>
                      </a:r>
                      <a:endParaRPr 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08975722"/>
                  </a:ext>
                </a:extLst>
              </a:tr>
              <a:tr h="1920490">
                <a:tc>
                  <a:txBody>
                    <a:bodyPr/>
                    <a:lstStyle/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endParaRPr lang="en-CA" sz="1200" b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4698289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7EEF6DA0-E1F6-52DA-0CB4-901A046086CF}"/>
              </a:ext>
            </a:extLst>
          </p:cNvPr>
          <p:cNvGraphicFramePr>
            <a:graphicFrameLocks noGrp="1"/>
          </p:cNvGraphicFramePr>
          <p:nvPr/>
        </p:nvGraphicFramePr>
        <p:xfrm>
          <a:off x="5486401" y="853585"/>
          <a:ext cx="6358485" cy="2221990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1371599">
                  <a:extLst>
                    <a:ext uri="{9D8B030D-6E8A-4147-A177-3AD203B41FA5}">
                      <a16:colId xmlns:a16="http://schemas.microsoft.com/office/drawing/2014/main" val="845858488"/>
                    </a:ext>
                  </a:extLst>
                </a:gridCol>
                <a:gridCol w="4986886">
                  <a:extLst>
                    <a:ext uri="{9D8B030D-6E8A-4147-A177-3AD203B41FA5}">
                      <a16:colId xmlns:a16="http://schemas.microsoft.com/office/drawing/2014/main" val="727706782"/>
                    </a:ext>
                  </a:extLst>
                </a:gridCol>
              </a:tblGrid>
              <a:tr h="314219">
                <a:tc gridSpan="2">
                  <a:txBody>
                    <a:bodyPr/>
                    <a:lstStyle/>
                    <a:p>
                      <a:r>
                        <a:rPr lang="en-US" sz="1400"/>
                        <a:t>Top Three Discussion / Decision Points 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sz="16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48482078"/>
                  </a:ext>
                </a:extLst>
              </a:tr>
              <a:tr h="628442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1" u="none" strike="noStrike" noProof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Point </a:t>
                      </a:r>
                      <a:r>
                        <a:rPr lang="en-US" sz="1200" b="1" i="1" u="none" strike="noStrike" noProof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#1 </a:t>
                      </a:r>
                      <a:r>
                        <a:rPr lang="en-US" sz="1200" b="0" i="1" u="none" strike="noStrike" noProof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Title</a:t>
                      </a:r>
                      <a:endParaRPr lang="en-US" sz="1200" b="0" i="0" u="none" strike="noStrike" noProof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171450" lvl="0" indent="-171450" algn="l">
                        <a:buClr>
                          <a:srgbClr val="000000"/>
                        </a:buClr>
                        <a:buFont typeface="Arial,Sans-Serif" panose="020B0604020202020204" pitchFamily="34" charset="0"/>
                        <a:buChar char="•"/>
                      </a:pPr>
                      <a:endParaRPr lang="en-US" sz="1200" b="0" i="0" u="none" strike="noStrike" noProof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268293742"/>
                  </a:ext>
                </a:extLst>
              </a:tr>
              <a:tr h="572331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1" u="none" strike="noStrike" noProof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Point </a:t>
                      </a:r>
                      <a:r>
                        <a:rPr lang="en-US" sz="1200" b="1" i="1" u="none" strike="noStrike" noProof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#2 </a:t>
                      </a:r>
                      <a:r>
                        <a:rPr lang="en-US" sz="1200" b="0" i="1" u="none" strike="noStrike" noProof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Title</a:t>
                      </a:r>
                      <a:endParaRPr lang="en-US" sz="1200" b="0" i="0" u="none" strike="noStrike" noProof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endParaRPr lang="en-US" sz="1200" b="0" strike="noStrike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264039503"/>
                  </a:ext>
                </a:extLst>
              </a:tr>
              <a:tr h="70699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i="1"/>
                        <a:t>Point </a:t>
                      </a:r>
                      <a:r>
                        <a:rPr lang="en-US" sz="1200" b="1" i="1"/>
                        <a:t>#3 </a:t>
                      </a:r>
                      <a:r>
                        <a:rPr lang="en-US" sz="1200" b="0" i="1"/>
                        <a:t>Title</a:t>
                      </a:r>
                      <a:endParaRPr lang="en-US" sz="1200" b="1" i="1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endParaRPr lang="en-US" sz="1200" b="0" strike="noStrike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965637357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85EFEBA-2C47-649B-0F8D-F0F2E7CBEE9D}"/>
              </a:ext>
            </a:extLst>
          </p:cNvPr>
          <p:cNvGraphicFramePr>
            <a:graphicFrameLocks noGrp="1"/>
          </p:cNvGraphicFramePr>
          <p:nvPr/>
        </p:nvGraphicFramePr>
        <p:xfrm>
          <a:off x="232651" y="3185161"/>
          <a:ext cx="2918626" cy="3538727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2918626">
                  <a:extLst>
                    <a:ext uri="{9D8B030D-6E8A-4147-A177-3AD203B41FA5}">
                      <a16:colId xmlns:a16="http://schemas.microsoft.com/office/drawing/2014/main" val="3373326334"/>
                    </a:ext>
                  </a:extLst>
                </a:gridCol>
              </a:tblGrid>
              <a:tr h="350219">
                <a:tc>
                  <a:txBody>
                    <a:bodyPr/>
                    <a:lstStyle/>
                    <a:p>
                      <a:r>
                        <a:rPr lang="en-US" sz="1400"/>
                        <a:t>Objective(s) / Purpose(s)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48482078"/>
                  </a:ext>
                </a:extLst>
              </a:tr>
              <a:tr h="3188508">
                <a:tc>
                  <a:txBody>
                    <a:bodyPr/>
                    <a:lstStyle/>
                    <a:p>
                      <a:pPr marL="171450" lvl="0" indent="-171450" algn="l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endParaRPr lang="en-CA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4394858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BE28E161-F973-D35B-DAA2-728FA112FF20}"/>
              </a:ext>
            </a:extLst>
          </p:cNvPr>
          <p:cNvGraphicFramePr>
            <a:graphicFrameLocks noGrp="1"/>
          </p:cNvGraphicFramePr>
          <p:nvPr/>
        </p:nvGraphicFramePr>
        <p:xfrm>
          <a:off x="3233026" y="3185161"/>
          <a:ext cx="2918626" cy="3539489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2918626">
                  <a:extLst>
                    <a:ext uri="{9D8B030D-6E8A-4147-A177-3AD203B41FA5}">
                      <a16:colId xmlns:a16="http://schemas.microsoft.com/office/drawing/2014/main" val="3373326334"/>
                    </a:ext>
                  </a:extLst>
                </a:gridCol>
              </a:tblGrid>
              <a:tr h="349038">
                <a:tc>
                  <a:txBody>
                    <a:bodyPr/>
                    <a:lstStyle/>
                    <a:p>
                      <a:r>
                        <a:rPr lang="en-US" sz="1400"/>
                        <a:t>Benefit(s) / Problem(s) to Solve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48482078"/>
                  </a:ext>
                </a:extLst>
              </a:tr>
              <a:tr h="3190451">
                <a:tc>
                  <a:txBody>
                    <a:bodyPr/>
                    <a:lstStyle/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endParaRPr lang="en-CA" sz="1200" b="0" i="0" u="none" strike="noStrike" noProof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4394858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F872672-1F19-8727-1FB1-1CAD6CF9BD60}"/>
              </a:ext>
            </a:extLst>
          </p:cNvPr>
          <p:cNvGraphicFramePr>
            <a:graphicFrameLocks noGrp="1"/>
          </p:cNvGraphicFramePr>
          <p:nvPr/>
        </p:nvGraphicFramePr>
        <p:xfrm>
          <a:off x="6240385" y="3185161"/>
          <a:ext cx="5605388" cy="3539489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5605388">
                  <a:extLst>
                    <a:ext uri="{9D8B030D-6E8A-4147-A177-3AD203B41FA5}">
                      <a16:colId xmlns:a16="http://schemas.microsoft.com/office/drawing/2014/main" val="3373326334"/>
                    </a:ext>
                  </a:extLst>
                </a:gridCol>
              </a:tblGrid>
              <a:tr h="349038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u="none" strike="noStrike" noProof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Solution Approach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48482078"/>
                  </a:ext>
                </a:extLst>
              </a:tr>
              <a:tr h="3190451">
                <a:tc>
                  <a:txBody>
                    <a:bodyPr/>
                    <a:lstStyle/>
                    <a:p>
                      <a:pPr marL="171450" lvl="0" indent="-171450">
                        <a:buClr>
                          <a:srgbClr val="000000"/>
                        </a:buClr>
                        <a:buFont typeface="Arial,Sans-Serif" panose="020B0604020202020204" pitchFamily="34" charset="0"/>
                        <a:buChar char="•"/>
                      </a:pPr>
                      <a:endParaRPr lang="en-CA" sz="1200" b="0" i="0" u="none" strike="noStrike" noProof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43948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16336847"/>
      </p:ext>
    </p:extLst>
  </p:cSld>
  <p:clrMapOvr>
    <a:masterClrMapping/>
  </p:clrMapOvr>
</p:sld>
</file>

<file path=ppt/theme/theme1.xml><?xml version="1.0" encoding="utf-8"?>
<a:theme xmlns:a="http://schemas.openxmlformats.org/drawingml/2006/main" name="Wealth Management Template ENG 2025">
  <a:themeElements>
    <a:clrScheme name="Office">
      <a:dk1>
        <a:srgbClr val="000000"/>
      </a:dk1>
      <a:lt1>
        <a:srgbClr val="FFFFFF"/>
      </a:lt1>
      <a:dk2>
        <a:srgbClr val="CECAC5"/>
      </a:dk2>
      <a:lt2>
        <a:srgbClr val="F7F4F0"/>
      </a:lt2>
      <a:accent1>
        <a:srgbClr val="DE161D"/>
      </a:accent1>
      <a:accent2>
        <a:srgbClr val="6E6E71"/>
      </a:accent2>
      <a:accent3>
        <a:srgbClr val="A8C1B8"/>
      </a:accent3>
      <a:accent4>
        <a:srgbClr val="152532"/>
      </a:accent4>
      <a:accent5>
        <a:srgbClr val="CBEAA4"/>
      </a:accent5>
      <a:accent6>
        <a:srgbClr val="BEAA91"/>
      </a:accent6>
      <a:hlink>
        <a:srgbClr val="000000"/>
      </a:hlink>
      <a:folHlink>
        <a:srgbClr val="00000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rtlCol="0" anchor="ctr"/>
      <a:lstStyle>
        <a:defPPr algn="ctr">
          <a:spcBef>
            <a:spcPts val="500"/>
          </a:spcBef>
          <a:defRPr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>
          <a:solidFill>
            <a:schemeClr val="tx1"/>
          </a:solidFill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rIns="0" rtlCol="0">
        <a:spAutoFit/>
      </a:bodyPr>
      <a:lstStyle>
        <a:defPPr algn="l">
          <a:spcBef>
            <a:spcPts val="1000"/>
          </a:spcBef>
          <a:defRPr sz="2000" dirty="0" smtClean="0"/>
        </a:defPPr>
      </a:lstStyle>
    </a:txDef>
  </a:objectDefaults>
  <a:extraClrSchemeLst/>
  <a:custClrLst>
    <a:custClr name="Vert mousse">
      <a:srgbClr val="588761"/>
    </a:custClr>
    <a:custClr name="Bleu charbon">
      <a:srgbClr val="4D4D5C"/>
    </a:custClr>
    <a:custClr name="Gris clair">
      <a:srgbClr val="BCBEC0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TB-Vert">
      <a:srgbClr val="91B76E"/>
    </a:custClr>
    <a:custClr name="TB-Jaune">
      <a:srgbClr val="F6C45E"/>
    </a:custClr>
    <a:custClr name="TB-Rouge">
      <a:srgbClr val="DE161D"/>
    </a:custClr>
  </a:custClrLst>
  <a:extLst>
    <a:ext uri="{05A4C25C-085E-4340-85A3-A5531E510DB2}">
      <thm15:themeFamily xmlns:thm15="http://schemas.microsoft.com/office/thememl/2012/main" name="Présentation2" id="{5502A278-542A-4D66-ADB8-B39A34151CC1}" vid="{D1F0A71F-1B8F-4C25-9635-676702A925C8}"/>
    </a:ext>
  </a:extLst>
</a:theme>
</file>

<file path=ppt/theme/theme2.xml><?xml version="1.0" encoding="utf-8"?>
<a:theme xmlns:a="http://schemas.openxmlformats.org/drawingml/2006/main" name="Thème Office">
  <a:themeElements>
    <a:clrScheme name="BNC WEALTH">
      <a:dk1>
        <a:srgbClr val="000000"/>
      </a:dk1>
      <a:lt1>
        <a:srgbClr val="FFFFFF"/>
      </a:lt1>
      <a:dk2>
        <a:srgbClr val="CECAC5"/>
      </a:dk2>
      <a:lt2>
        <a:srgbClr val="F7F4F0"/>
      </a:lt2>
      <a:accent1>
        <a:srgbClr val="DE161D"/>
      </a:accent1>
      <a:accent2>
        <a:srgbClr val="6E6E71"/>
      </a:accent2>
      <a:accent3>
        <a:srgbClr val="A8C1B8"/>
      </a:accent3>
      <a:accent4>
        <a:srgbClr val="152532"/>
      </a:accent4>
      <a:accent5>
        <a:srgbClr val="CBEAA4"/>
      </a:accent5>
      <a:accent6>
        <a:srgbClr val="BEAA91"/>
      </a:accent6>
      <a:hlink>
        <a:srgbClr val="000000"/>
      </a:hlink>
      <a:folHlink>
        <a:srgbClr val="00000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hème Office">
  <a:themeElements>
    <a:clrScheme name="BNC WEALTH">
      <a:dk1>
        <a:srgbClr val="000000"/>
      </a:dk1>
      <a:lt1>
        <a:srgbClr val="FFFFFF"/>
      </a:lt1>
      <a:dk2>
        <a:srgbClr val="CECAC5"/>
      </a:dk2>
      <a:lt2>
        <a:srgbClr val="F7F4F0"/>
      </a:lt2>
      <a:accent1>
        <a:srgbClr val="DE161D"/>
      </a:accent1>
      <a:accent2>
        <a:srgbClr val="6E6E71"/>
      </a:accent2>
      <a:accent3>
        <a:srgbClr val="A8C1B8"/>
      </a:accent3>
      <a:accent4>
        <a:srgbClr val="152532"/>
      </a:accent4>
      <a:accent5>
        <a:srgbClr val="CBEAA4"/>
      </a:accent5>
      <a:accent6>
        <a:srgbClr val="BEAA91"/>
      </a:accent6>
      <a:hlink>
        <a:srgbClr val="000000"/>
      </a:hlink>
      <a:folHlink>
        <a:srgbClr val="00000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BA62B5F4CB74642B90A987774B1B24E" ma:contentTypeVersion="24" ma:contentTypeDescription="Create a new document." ma:contentTypeScope="" ma:versionID="61b569c360cdc9c3528e4da7d66282da">
  <xsd:schema xmlns:xsd="http://www.w3.org/2001/XMLSchema" xmlns:xs="http://www.w3.org/2001/XMLSchema" xmlns:p="http://schemas.microsoft.com/office/2006/metadata/properties" xmlns:ns2="24891057-9d07-4bc4-81dd-a8fee1899a10" xmlns:ns3="4d3d1e3a-1431-4b4e-b10c-6b4678a00b18" xmlns:ns4="646edc4a-20a2-4b2a-ae2d-e944b8755f4d" targetNamespace="http://schemas.microsoft.com/office/2006/metadata/properties" ma:root="true" ma:fieldsID="0c369c7b4aed1373baea2a5dc2c842ea" ns2:_="" ns3:_="" ns4:_="">
    <xsd:import namespace="24891057-9d07-4bc4-81dd-a8fee1899a10"/>
    <xsd:import namespace="4d3d1e3a-1431-4b4e-b10c-6b4678a00b18"/>
    <xsd:import namespace="646edc4a-20a2-4b2a-ae2d-e944b8755f4d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LengthInSeconds" minOccurs="0"/>
                <xsd:element ref="ns2:MediaServiceAutoTags" minOccurs="0"/>
                <xsd:element ref="ns2:lcf76f155ced4ddcb4097134ff3c332f" minOccurs="0"/>
                <xsd:element ref="ns4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ObjectDetectorVersions" minOccurs="0"/>
                <xsd:element ref="ns2:MediaServiceSearchProperties" minOccurs="0"/>
                <xsd:element ref="ns2:TranslatedLang" minOccurs="0"/>
                <xsd:element ref="ns2:MediaServiceBillingMetadata" minOccurs="0"/>
                <xsd:element ref="ns2:Info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4891057-9d07-4bc4-81dd-a8fee1899a10" elementFormDefault="qualified">
    <xsd:import namespace="http://schemas.microsoft.com/office/2006/documentManagement/types"/>
    <xsd:import namespace="http://schemas.microsoft.com/office/infopath/2007/PartnerControls"/>
    <xsd:element name="Status" ma:index="3" nillable="true" ma:displayName="Review Status" ma:default="Draft" ma:format="Dropdown" ma:internalName="Status">
      <xsd:simpleType>
        <xsd:restriction base="dms:Choice">
          <xsd:enumeration value="Draft"/>
          <xsd:enumeration value="Final"/>
          <xsd:enumeration value="In review"/>
          <xsd:enumeration value="Reviewed"/>
          <xsd:enumeration value="Translation"/>
          <xsd:enumeration value="Product review"/>
          <xsd:enumeration value="Action Required"/>
          <xsd:enumeration value="Live file"/>
        </xsd:restriction>
      </xsd:simple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hidden="true" ma:internalName="MediaServiceKeyPoints" ma:readOnly="true">
      <xsd:simpleType>
        <xsd:restriction base="dms:Note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5" nillable="true" ma:displayName="Length (seconds)" ma:hidden="true" ma:internalName="MediaLengthInSeconds" ma:readOnly="true">
      <xsd:simpleType>
        <xsd:restriction base="dms:Unknown"/>
      </xsd:simpleType>
    </xsd:element>
    <xsd:element name="MediaServiceAutoTags" ma:index="16" nillable="true" ma:displayName="Tags" ma:hidden="true" ma:internalName="MediaServiceAutoTags" ma:readOnly="true">
      <xsd:simpleType>
        <xsd:restriction base="dms:Text"/>
      </xsd:simpleType>
    </xsd:element>
    <xsd:element name="lcf76f155ced4ddcb4097134ff3c332f" ma:index="18" nillable="true" ma:taxonomy="true" ma:internalName="lcf76f155ced4ddcb4097134ff3c332f" ma:taxonomyFieldName="MediaServiceImageTags" ma:displayName="Image Tags" ma:readOnly="false" ma:fieldId="{5cf76f15-5ced-4ddc-b409-7134ff3c332f}" ma:taxonomyMulti="true" ma:sspId="72be92d5-a8f5-4c82-bef9-59ee16e2a49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0" nillable="true" ma:displayName="Extracted Text" ma:hidden="true" ma:internalName="MediaServiceOCR" ma:readOnly="true">
      <xsd:simpleType>
        <xsd:restriction base="dms:Note"/>
      </xsd:simpleType>
    </xsd:element>
    <xsd:element name="MediaServiceGenerationTime" ma:index="2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TranslatedLang" ma:index="26" nillable="true" ma:displayName="Translated Language" ma:internalName="TranslatedLang">
      <xsd:simpleType>
        <xsd:restriction base="dms:Text"/>
      </xsd:simpleType>
    </xsd:element>
    <xsd:element name="MediaServiceBillingMetadata" ma:index="27" nillable="true" ma:displayName="MediaServiceBillingMetadata" ma:hidden="true" ma:internalName="MediaServiceBillingMetadata" ma:readOnly="true">
      <xsd:simpleType>
        <xsd:restriction base="dms:Note"/>
      </xsd:simpleType>
    </xsd:element>
    <xsd:element name="Info" ma:index="28" nillable="true" ma:displayName="Info" ma:format="Dropdown" ma:internalName="Info">
      <xsd:simpleType>
        <xsd:restriction base="dms:Text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d3d1e3a-1431-4b4e-b10c-6b4678a00b18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46edc4a-20a2-4b2a-ae2d-e944b8755f4d" elementFormDefault="qualified">
    <xsd:import namespace="http://schemas.microsoft.com/office/2006/documentManagement/types"/>
    <xsd:import namespace="http://schemas.microsoft.com/office/infopath/2007/PartnerControls"/>
    <xsd:element name="TaxCatchAll" ma:index="19" nillable="true" ma:displayName="Taxonomy Catch All Column" ma:hidden="true" ma:list="{2b287a6f-febb-4b07-9a2b-e915f43247e5}" ma:internalName="TaxCatchAll" ma:readOnly="false" ma:showField="CatchAllData" ma:web="4d3d1e3a-1431-4b4e-b10c-6b4678a00b1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646edc4a-20a2-4b2a-ae2d-e944b8755f4d" xsi:nil="true"/>
    <lcf76f155ced4ddcb4097134ff3c332f xmlns="24891057-9d07-4bc4-81dd-a8fee1899a10">
      <Terms xmlns="http://schemas.microsoft.com/office/infopath/2007/PartnerControls"/>
    </lcf76f155ced4ddcb4097134ff3c332f>
    <Status xmlns="24891057-9d07-4bc4-81dd-a8fee1899a10">Draft</Status>
    <TranslatedLang xmlns="24891057-9d07-4bc4-81dd-a8fee1899a10" xsi:nil="true"/>
    <Info xmlns="24891057-9d07-4bc4-81dd-a8fee1899a10" xsi:nil="true"/>
  </documentManagement>
</p:properties>
</file>

<file path=customXml/itemProps1.xml><?xml version="1.0" encoding="utf-8"?>
<ds:datastoreItem xmlns:ds="http://schemas.openxmlformats.org/officeDocument/2006/customXml" ds:itemID="{BB40C315-8032-43E8-9D88-261EDF98559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0F3373C-C30D-4E9D-8786-B44972A0A2FD}">
  <ds:schemaRefs>
    <ds:schemaRef ds:uri="24891057-9d07-4bc4-81dd-a8fee1899a10"/>
    <ds:schemaRef ds:uri="4d3d1e3a-1431-4b4e-b10c-6b4678a00b18"/>
    <ds:schemaRef ds:uri="646edc4a-20a2-4b2a-ae2d-e944b8755f4d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A702FC2D-2C44-436D-9644-2F19B9F8CFCA}">
  <ds:schemaRefs>
    <ds:schemaRef ds:uri="24891057-9d07-4bc4-81dd-a8fee1899a10"/>
    <ds:schemaRef ds:uri="4d3d1e3a-1431-4b4e-b10c-6b4678a00b18"/>
    <ds:schemaRef ds:uri="646edc4a-20a2-4b2a-ae2d-e944b8755f4d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Metadata/LabelInfo.xml><?xml version="1.0" encoding="utf-8"?>
<clbl:labelList xmlns:clbl="http://schemas.microsoft.com/office/2020/mipLabelMetadata">
  <clbl:label id="{c21157ca-bce3-41a8-8aa7-a23c4639610a}" enabled="0" method="" siteId="{c21157ca-bce3-41a8-8aa7-a23c4639610a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240</Words>
  <Application>Microsoft Office PowerPoint</Application>
  <PresentationFormat>Widescreen</PresentationFormat>
  <Paragraphs>55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Arial</vt:lpstr>
      <vt:lpstr>Arial,Sans-Serif</vt:lpstr>
      <vt:lpstr>Wealth Management Template ENG 2025</vt:lpstr>
      <vt:lpstr>F&amp;UM Deep-Dive  with Ray</vt:lpstr>
      <vt:lpstr>PowerPoint Presentation</vt:lpstr>
      <vt:lpstr>Executive Summaries</vt:lpstr>
      <vt:lpstr>Unified Access Request Management</vt:lpstr>
      <vt:lpstr>Multi Firm [Parent Firms &amp; Sub Advisors] </vt:lpstr>
      <vt:lpstr>Unified CX User Attestations 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Product Initiatives Monthly Report</dc:title>
  <dc:creator>Lam, Penny</dc:creator>
  <cp:lastModifiedBy>Azizi, Ali</cp:lastModifiedBy>
  <cp:revision>2</cp:revision>
  <dcterms:created xsi:type="dcterms:W3CDTF">2025-12-17T18:06:38Z</dcterms:created>
  <dcterms:modified xsi:type="dcterms:W3CDTF">2026-10-19T13:50:53Z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NXPowerLiteLastOptimized">
    <vt:lpwstr>2526268</vt:lpwstr>
  </property>
  <property fmtid="{D5CDD505-2E9C-101B-9397-08002B2CF9AE}" pid="4" name="NXPowerLiteSettings">
    <vt:lpwstr>E980073804F000</vt:lpwstr>
  </property>
  <property fmtid="{D5CDD505-2E9C-101B-9397-08002B2CF9AE}" pid="5" name="NXPowerLiteVersion">
    <vt:lpwstr>D10.3.0</vt:lpwstr>
  </property>
  <property fmtid="{D5CDD505-2E9C-101B-9397-08002B2CF9AE}" pid="6" name="TypeDoc">
    <vt:lpwstr/>
  </property>
  <property fmtid="{D5CDD505-2E9C-101B-9397-08002B2CF9AE}" pid="7" name="ContentTypeId">
    <vt:lpwstr>0x0101004BA62B5F4CB74642B90A987774B1B24E</vt:lpwstr>
  </property>
</Properties>
</file>