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7FFFFFB3_7AE49B4A.xml" ContentType="application/vnd.ms-powerpoint.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9" r:id="rId4"/>
  </p:sldMasterIdLst>
  <p:notesMasterIdLst>
    <p:notesMasterId r:id="rId11"/>
  </p:notesMasterIdLst>
  <p:handoutMasterIdLst>
    <p:handoutMasterId r:id="rId12"/>
  </p:handoutMasterIdLst>
  <p:sldIdLst>
    <p:sldId id="399" r:id="rId5"/>
    <p:sldId id="405" r:id="rId6"/>
    <p:sldId id="2147483578" r:id="rId21"/>
    <p:sldId id="2147483579" r:id="rId22"/>
    <p:sldId id="2147473520" r:id="rId7"/>
    <p:sldId id="2147483571" r:id="rId8"/>
    <p:sldId id="2147483574" r:id="rId9"/>
    <p:sldId id="2147483577" r:id="rId20"/>
    <p:sldId id="2147483576" r:id="rId10"/>
    <p:sldId id="2147483580" r:id="rId23"/>
  </p:sldIdLst>
  <p:sldSz cx="12192000" cy="6858000"/>
  <p:notesSz cx="7010400" cy="1197927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C1479A9B-0251-10A1-0BD5-C8728A66E093}" name="Pierre, Joseph-Pascal" initials="PJ" userId="S::josephpascal.pierre@bnc.ca::3a32b93b-311d-47dc-9f54-1ade8a58ae4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E39D"/>
    <a:srgbClr val="FDD4A3"/>
    <a:srgbClr val="D9D9D9"/>
    <a:srgbClr val="C2B7C8"/>
    <a:srgbClr val="EFEFEF"/>
    <a:srgbClr val="F7C6C3"/>
    <a:srgbClr val="FFFFFF"/>
    <a:srgbClr val="509308"/>
    <a:srgbClr val="FFE24D"/>
    <a:srgbClr val="93CD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814" dt="2026-10-18T16:48:54.368"/>
    <p1510:client id="{0A3CC960-C51C-26D6-5CFF-69F9DCBD1915}" v="399" dt="2026-10-18T17:23:43.923"/>
    <p1510:client id="{34BE4D7B-DFC7-8324-7CF3-60935CB932E5}" v="141" dt="2026-10-18T03:47:47.314"/>
    <p1510:client id="{36773D05-8C0D-2B85-A165-8D58BA4484E8}" v="1534" dt="2026-10-18T15:38:38.444"/>
    <p1510:client id="{521DF7DD-3460-4B18-BF88-481A9A0A0B93}" v="19" dt="2026-10-16T20:30:16.580"/>
    <p1510:client id="{FE1F0414-6A56-2A10-566A-894F8EFF3835}" v="55" dt="2026-10-17T18:50:52.031"/>
  </p1510:revLst>
</p1510:revInfo>
</file>

<file path=ppt/tableStyles.xml><?xml version="1.0" encoding="utf-8"?>
<a:tblStyleLst xmlns:a="http://schemas.openxmlformats.org/drawingml/2006/main" def="{9D7B26C5-4107-4FEC-AEDC-1716B250A1EF}">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 Id="rId19" Type="http://schemas.microsoft.com/office/2018/10/relationships/authors" Target="authors.xml"/><Relationship Id="rId20" Type="http://schemas.openxmlformats.org/officeDocument/2006/relationships/slide" Target="slides/slide6.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erre, Joseph-Pascal" userId="S::josephpascal.pierre@bnc.ca::3a32b93b-311d-47dc-9f54-1ade8a58ae42" providerId="AD" clId="Web-{FE1F0414-6A56-2A10-566A-894F8EFF3835}"/>
    <pc:docChg chg="modSld">
      <pc:chgData name="Pierre, Joseph-Pascal" userId="S::josephpascal.pierre@bnc.ca::3a32b93b-311d-47dc-9f54-1ade8a58ae42" providerId="AD" clId="Web-{FE1F0414-6A56-2A10-566A-894F8EFF3835}" dt="2026-10-17T18:50:52.031" v="41"/>
      <pc:docMkLst>
        <pc:docMk/>
      </pc:docMkLst>
      <pc:sldChg chg="modSp">
        <pc:chgData name="Pierre, Joseph-Pascal" userId="S::josephpascal.pierre@bnc.ca::3a32b93b-311d-47dc-9f54-1ade8a58ae42" providerId="AD" clId="Web-{FE1F0414-6A56-2A10-566A-894F8EFF3835}" dt="2026-10-17T18:50:52.031" v="41"/>
        <pc:sldMkLst>
          <pc:docMk/>
          <pc:sldMk cId="2061802314" sldId="2147483571"/>
        </pc:sldMkLst>
        <pc:graphicFrameChg chg="mod modGraphic">
          <ac:chgData name="Pierre, Joseph-Pascal" userId="S::josephpascal.pierre@bnc.ca::3a32b93b-311d-47dc-9f54-1ade8a58ae42" providerId="AD" clId="Web-{FE1F0414-6A56-2A10-566A-894F8EFF3835}" dt="2026-10-17T18:45:47.811" v="37"/>
          <ac:graphicFrameMkLst>
            <pc:docMk/>
            <pc:sldMk cId="2061802314" sldId="2147483571"/>
            <ac:graphicFrameMk id="11" creationId="{39185A51-C164-EEE3-F6B8-218BC59882E7}"/>
          </ac:graphicFrameMkLst>
        </pc:graphicFrameChg>
        <pc:graphicFrameChg chg="mod modGraphic">
          <ac:chgData name="Pierre, Joseph-Pascal" userId="S::josephpascal.pierre@bnc.ca::3a32b93b-311d-47dc-9f54-1ade8a58ae42" providerId="AD" clId="Web-{FE1F0414-6A56-2A10-566A-894F8EFF3835}" dt="2026-10-17T18:50:52.031" v="41"/>
          <ac:graphicFrameMkLst>
            <pc:docMk/>
            <pc:sldMk cId="2061802314" sldId="2147483571"/>
            <ac:graphicFrameMk id="14" creationId="{BCBC5A8E-28AB-2F1F-6850-BBBA21D14131}"/>
          </ac:graphicFrameMkLst>
        </pc:graphicFrameChg>
      </pc:sldChg>
    </pc:docChg>
  </pc:docChgLst>
  <pc:docChgLst>
    <pc:chgData name="Pierre, Joseph-Pascal" userId="S::josephpascal.pierre@bnc.ca::3a32b93b-311d-47dc-9f54-1ade8a58ae42" providerId="AD" clId="Web-{36773D05-8C0D-2B85-A165-8D58BA4484E8}"/>
    <pc:docChg chg="modSld">
      <pc:chgData name="Pierre, Joseph-Pascal" userId="S::josephpascal.pierre@bnc.ca::3a32b93b-311d-47dc-9f54-1ade8a58ae42" providerId="AD" clId="Web-{36773D05-8C0D-2B85-A165-8D58BA4484E8}" dt="2026-10-18T15:38:38.553" v="1543"/>
      <pc:docMkLst>
        <pc:docMk/>
      </pc:docMkLst>
      <pc:sldChg chg="modSp">
        <pc:chgData name="Pierre, Joseph-Pascal" userId="S::josephpascal.pierre@bnc.ca::3a32b93b-311d-47dc-9f54-1ade8a58ae42" providerId="AD" clId="Web-{36773D05-8C0D-2B85-A165-8D58BA4484E8}" dt="2026-10-18T15:38:38.553" v="1543"/>
        <pc:sldMkLst>
          <pc:docMk/>
          <pc:sldMk cId="2061802314" sldId="2147483571"/>
        </pc:sldMkLst>
        <pc:graphicFrameChg chg="mod modGraphic">
          <ac:chgData name="Pierre, Joseph-Pascal" userId="S::josephpascal.pierre@bnc.ca::3a32b93b-311d-47dc-9f54-1ade8a58ae42" providerId="AD" clId="Web-{36773D05-8C0D-2B85-A165-8D58BA4484E8}" dt="2026-10-18T14:48:41.167" v="240"/>
          <ac:graphicFrameMkLst>
            <pc:docMk/>
            <pc:sldMk cId="2061802314" sldId="2147483571"/>
            <ac:graphicFrameMk id="4" creationId="{1B0CCEC2-5096-73CE-1D15-7B512BBDDD01}"/>
          </ac:graphicFrameMkLst>
        </pc:graphicFrameChg>
        <pc:graphicFrameChg chg="mod modGraphic">
          <ac:chgData name="Pierre, Joseph-Pascal" userId="S::josephpascal.pierre@bnc.ca::3a32b93b-311d-47dc-9f54-1ade8a58ae42" providerId="AD" clId="Web-{36773D05-8C0D-2B85-A165-8D58BA4484E8}" dt="2026-10-18T15:38:38.553" v="1543"/>
          <ac:graphicFrameMkLst>
            <pc:docMk/>
            <pc:sldMk cId="2061802314" sldId="2147483571"/>
            <ac:graphicFrameMk id="11" creationId="{39185A51-C164-EEE3-F6B8-218BC59882E7}"/>
          </ac:graphicFrameMkLst>
        </pc:graphicFrameChg>
        <pc:graphicFrameChg chg="mod modGraphic">
          <ac:chgData name="Pierre, Joseph-Pascal" userId="S::josephpascal.pierre@bnc.ca::3a32b93b-311d-47dc-9f54-1ade8a58ae42" providerId="AD" clId="Web-{36773D05-8C0D-2B85-A165-8D58BA4484E8}" dt="2026-10-18T15:25:10.294" v="1206"/>
          <ac:graphicFrameMkLst>
            <pc:docMk/>
            <pc:sldMk cId="2061802314" sldId="2147483571"/>
            <ac:graphicFrameMk id="12" creationId="{40E8B1D0-143D-1778-B65A-F35FD870D353}"/>
          </ac:graphicFrameMkLst>
        </pc:graphicFrameChg>
        <pc:graphicFrameChg chg="mod modGraphic">
          <ac:chgData name="Pierre, Joseph-Pascal" userId="S::josephpascal.pierre@bnc.ca::3a32b93b-311d-47dc-9f54-1ade8a58ae42" providerId="AD" clId="Web-{36773D05-8C0D-2B85-A165-8D58BA4484E8}" dt="2026-10-18T14:33:24.592" v="1"/>
          <ac:graphicFrameMkLst>
            <pc:docMk/>
            <pc:sldMk cId="2061802314" sldId="2147483571"/>
            <ac:graphicFrameMk id="14" creationId="{BCBC5A8E-28AB-2F1F-6850-BBBA21D14131}"/>
          </ac:graphicFrameMkLst>
        </pc:graphicFrameChg>
      </pc:sldChg>
    </pc:docChg>
  </pc:docChgLst>
  <pc:docChgLst>
    <pc:chgData name="Pierre, Joseph-Pascal" userId="S::josephpascal.pierre@bnc.ca::3a32b93b-311d-47dc-9f54-1ade8a58ae42" providerId="AD" clId="Web-{34BE4D7B-DFC7-8324-7CF3-60935CB932E5}"/>
    <pc:docChg chg="modSld">
      <pc:chgData name="Pierre, Joseph-Pascal" userId="S::josephpascal.pierre@bnc.ca::3a32b93b-311d-47dc-9f54-1ade8a58ae42" providerId="AD" clId="Web-{34BE4D7B-DFC7-8324-7CF3-60935CB932E5}" dt="2026-10-18T03:47:47.314" v="131"/>
      <pc:docMkLst>
        <pc:docMk/>
      </pc:docMkLst>
      <pc:sldChg chg="modSp">
        <pc:chgData name="Pierre, Joseph-Pascal" userId="S::josephpascal.pierre@bnc.ca::3a32b93b-311d-47dc-9f54-1ade8a58ae42" providerId="AD" clId="Web-{34BE4D7B-DFC7-8324-7CF3-60935CB932E5}" dt="2026-10-18T03:47:47.314" v="131"/>
        <pc:sldMkLst>
          <pc:docMk/>
          <pc:sldMk cId="2061802314" sldId="2147483571"/>
        </pc:sldMkLst>
        <pc:graphicFrameChg chg="mod modGraphic">
          <ac:chgData name="Pierre, Joseph-Pascal" userId="S::josephpascal.pierre@bnc.ca::3a32b93b-311d-47dc-9f54-1ade8a58ae42" providerId="AD" clId="Web-{34BE4D7B-DFC7-8324-7CF3-60935CB932E5}" dt="2026-10-18T03:37:54.918" v="104"/>
          <ac:graphicFrameMkLst>
            <pc:docMk/>
            <pc:sldMk cId="2061802314" sldId="2147483571"/>
            <ac:graphicFrameMk id="4" creationId="{1B0CCEC2-5096-73CE-1D15-7B512BBDDD01}"/>
          </ac:graphicFrameMkLst>
        </pc:graphicFrameChg>
        <pc:graphicFrameChg chg="mod modGraphic">
          <ac:chgData name="Pierre, Joseph-Pascal" userId="S::josephpascal.pierre@bnc.ca::3a32b93b-311d-47dc-9f54-1ade8a58ae42" providerId="AD" clId="Web-{34BE4D7B-DFC7-8324-7CF3-60935CB932E5}" dt="2026-10-18T03:38:49.434" v="108"/>
          <ac:graphicFrameMkLst>
            <pc:docMk/>
            <pc:sldMk cId="2061802314" sldId="2147483571"/>
            <ac:graphicFrameMk id="10" creationId="{DF36B36D-1661-D9E7-DC88-F3415F5B2681}"/>
          </ac:graphicFrameMkLst>
        </pc:graphicFrameChg>
        <pc:graphicFrameChg chg="mod modGraphic">
          <ac:chgData name="Pierre, Joseph-Pascal" userId="S::josephpascal.pierre@bnc.ca::3a32b93b-311d-47dc-9f54-1ade8a58ae42" providerId="AD" clId="Web-{34BE4D7B-DFC7-8324-7CF3-60935CB932E5}" dt="2026-10-18T03:47:47.314" v="131"/>
          <ac:graphicFrameMkLst>
            <pc:docMk/>
            <pc:sldMk cId="2061802314" sldId="2147483571"/>
            <ac:graphicFrameMk id="11" creationId="{39185A51-C164-EEE3-F6B8-218BC59882E7}"/>
          </ac:graphicFrameMkLst>
        </pc:graphicFrameChg>
        <pc:graphicFrameChg chg="mod modGraphic">
          <ac:chgData name="Pierre, Joseph-Pascal" userId="S::josephpascal.pierre@bnc.ca::3a32b93b-311d-47dc-9f54-1ade8a58ae42" providerId="AD" clId="Web-{34BE4D7B-DFC7-8324-7CF3-60935CB932E5}" dt="2026-10-18T03:36:40.324" v="100"/>
          <ac:graphicFrameMkLst>
            <pc:docMk/>
            <pc:sldMk cId="2061802314" sldId="2147483571"/>
            <ac:graphicFrameMk id="12" creationId="{40E8B1D0-143D-1778-B65A-F35FD870D353}"/>
          </ac:graphicFrameMkLst>
        </pc:graphicFrameChg>
        <pc:graphicFrameChg chg="mod modGraphic">
          <ac:chgData name="Pierre, Joseph-Pascal" userId="S::josephpascal.pierre@bnc.ca::3a32b93b-311d-47dc-9f54-1ade8a58ae42" providerId="AD" clId="Web-{34BE4D7B-DFC7-8324-7CF3-60935CB932E5}" dt="2026-10-17T16:44:04.821" v="43"/>
          <ac:graphicFrameMkLst>
            <pc:docMk/>
            <pc:sldMk cId="2061802314" sldId="2147483571"/>
            <ac:graphicFrameMk id="14" creationId="{BCBC5A8E-28AB-2F1F-6850-BBBA21D14131}"/>
          </ac:graphicFrameMkLst>
        </pc:graphicFrameChg>
      </pc:sldChg>
    </pc:docChg>
  </pc:docChgLst>
  <pc:docChgLst>
    <pc:chgData name="Pierre, Joseph-Pascal" userId="S::josephpascal.pierre@bnc.ca::3a32b93b-311d-47dc-9f54-1ade8a58ae42" providerId="AD" clId="Web-{00000000-0000-0000-0000-000000000000}"/>
    <pc:docChg chg="mod addSld delSld modSld">
      <pc:chgData name="Pierre, Joseph-Pascal" userId="S::josephpascal.pierre@bnc.ca::3a32b93b-311d-47dc-9f54-1ade8a58ae42" providerId="AD" clId="Web-{00000000-0000-0000-0000-000000000000}" dt="2026-10-18T16:48:54.368" v="816"/>
      <pc:docMkLst>
        <pc:docMk/>
      </pc:docMkLst>
      <pc:sldChg chg="modSp">
        <pc:chgData name="Pierre, Joseph-Pascal" userId="S::josephpascal.pierre@bnc.ca::3a32b93b-311d-47dc-9f54-1ade8a58ae42" providerId="AD" clId="Web-{00000000-0000-0000-0000-000000000000}" dt="2026-10-18T16:32:16.812" v="770" actId="20577"/>
        <pc:sldMkLst>
          <pc:docMk/>
          <pc:sldMk cId="2907168213" sldId="405"/>
        </pc:sldMkLst>
        <pc:spChg chg="mod">
          <ac:chgData name="Pierre, Joseph-Pascal" userId="S::josephpascal.pierre@bnc.ca::3a32b93b-311d-47dc-9f54-1ade8a58ae42" providerId="AD" clId="Web-{00000000-0000-0000-0000-000000000000}" dt="2026-10-18T16:32:16.812" v="770" actId="20577"/>
          <ac:spMkLst>
            <pc:docMk/>
            <pc:sldMk cId="2907168213" sldId="405"/>
            <ac:spMk id="4" creationId="{25DDB6A8-1E2B-B98C-AADB-B25A5D6B9363}"/>
          </ac:spMkLst>
        </pc:spChg>
        <pc:spChg chg="mod">
          <ac:chgData name="Pierre, Joseph-Pascal" userId="S::josephpascal.pierre@bnc.ca::3a32b93b-311d-47dc-9f54-1ade8a58ae42" providerId="AD" clId="Web-{00000000-0000-0000-0000-000000000000}" dt="2026-10-18T16:12:15.057" v="644" actId="20577"/>
          <ac:spMkLst>
            <pc:docMk/>
            <pc:sldMk cId="2907168213" sldId="405"/>
            <ac:spMk id="10" creationId="{BA2B3850-0977-2E1B-571B-CDDEAA034606}"/>
          </ac:spMkLst>
        </pc:spChg>
      </pc:sldChg>
      <pc:sldChg chg="del">
        <pc:chgData name="Pierre, Joseph-Pascal" userId="S::josephpascal.pierre@bnc.ca::3a32b93b-311d-47dc-9f54-1ade8a58ae42" providerId="AD" clId="Web-{00000000-0000-0000-0000-000000000000}" dt="2026-10-18T16:36:17.469" v="800"/>
        <pc:sldMkLst>
          <pc:docMk/>
          <pc:sldMk cId="1265474428" sldId="2147483570"/>
        </pc:sldMkLst>
      </pc:sldChg>
      <pc:sldChg chg="addSp delSp modSp">
        <pc:chgData name="Pierre, Joseph-Pascal" userId="S::josephpascal.pierre@bnc.ca::3a32b93b-311d-47dc-9f54-1ade8a58ae42" providerId="AD" clId="Web-{00000000-0000-0000-0000-000000000000}" dt="2026-10-18T16:48:54.368" v="816"/>
        <pc:sldMkLst>
          <pc:docMk/>
          <pc:sldMk cId="2061802314" sldId="2147483571"/>
        </pc:sldMkLst>
        <pc:spChg chg="mod">
          <ac:chgData name="Pierre, Joseph-Pascal" userId="S::josephpascal.pierre@bnc.ca::3a32b93b-311d-47dc-9f54-1ade8a58ae42" providerId="AD" clId="Web-{00000000-0000-0000-0000-000000000000}" dt="2026-10-18T16:24:43.170" v="737" actId="20577"/>
          <ac:spMkLst>
            <pc:docMk/>
            <pc:sldMk cId="2061802314" sldId="2147483571"/>
            <ac:spMk id="3" creationId="{C9F6E79E-CD2E-0EF8-C642-42CCC756DD97}"/>
          </ac:spMkLst>
        </pc:spChg>
        <pc:graphicFrameChg chg="mod modGraphic">
          <ac:chgData name="Pierre, Joseph-Pascal" userId="S::josephpascal.pierre@bnc.ca::3a32b93b-311d-47dc-9f54-1ade8a58ae42" providerId="AD" clId="Web-{00000000-0000-0000-0000-000000000000}" dt="2026-10-18T16:11:38.072" v="638"/>
          <ac:graphicFrameMkLst>
            <pc:docMk/>
            <pc:sldMk cId="2061802314" sldId="2147483571"/>
            <ac:graphicFrameMk id="4" creationId="{1B0CCEC2-5096-73CE-1D15-7B512BBDDD01}"/>
          </ac:graphicFrameMkLst>
        </pc:graphicFrameChg>
        <pc:graphicFrameChg chg="add mod modGraphic">
          <ac:chgData name="Pierre, Joseph-Pascal" userId="S::josephpascal.pierre@bnc.ca::3a32b93b-311d-47dc-9f54-1ade8a58ae42" providerId="AD" clId="Web-{00000000-0000-0000-0000-000000000000}" dt="2026-10-18T16:11:32.916" v="636"/>
          <ac:graphicFrameMkLst>
            <pc:docMk/>
            <pc:sldMk cId="2061802314" sldId="2147483571"/>
            <ac:graphicFrameMk id="6" creationId="{7F097627-CB81-1125-ECE1-3FEFDF8DBD89}"/>
          </ac:graphicFrameMkLst>
        </pc:graphicFrameChg>
        <pc:graphicFrameChg chg="mod modGraphic">
          <ac:chgData name="Pierre, Joseph-Pascal" userId="S::josephpascal.pierre@bnc.ca::3a32b93b-311d-47dc-9f54-1ade8a58ae42" providerId="AD" clId="Web-{00000000-0000-0000-0000-000000000000}" dt="2026-10-18T16:48:54.368" v="816"/>
          <ac:graphicFrameMkLst>
            <pc:docMk/>
            <pc:sldMk cId="2061802314" sldId="2147483571"/>
            <ac:graphicFrameMk id="10" creationId="{DF36B36D-1661-D9E7-DC88-F3415F5B2681}"/>
          </ac:graphicFrameMkLst>
        </pc:graphicFrameChg>
        <pc:graphicFrameChg chg="del mod modGraphic">
          <ac:chgData name="Pierre, Joseph-Pascal" userId="S::josephpascal.pierre@bnc.ca::3a32b93b-311d-47dc-9f54-1ade8a58ae42" providerId="AD" clId="Web-{00000000-0000-0000-0000-000000000000}" dt="2026-10-18T15:44:22.450" v="56"/>
          <ac:graphicFrameMkLst>
            <pc:docMk/>
            <pc:sldMk cId="2061802314" sldId="2147483571"/>
            <ac:graphicFrameMk id="11" creationId="{39185A51-C164-EEE3-F6B8-218BC59882E7}"/>
          </ac:graphicFrameMkLst>
        </pc:graphicFrameChg>
        <pc:graphicFrameChg chg="mod modGraphic">
          <ac:chgData name="Pierre, Joseph-Pascal" userId="S::josephpascal.pierre@bnc.ca::3a32b93b-311d-47dc-9f54-1ade8a58ae42" providerId="AD" clId="Web-{00000000-0000-0000-0000-000000000000}" dt="2026-10-18T15:56:06.898" v="406"/>
          <ac:graphicFrameMkLst>
            <pc:docMk/>
            <pc:sldMk cId="2061802314" sldId="2147483571"/>
            <ac:graphicFrameMk id="12" creationId="{40E8B1D0-143D-1778-B65A-F35FD870D353}"/>
          </ac:graphicFrameMkLst>
        </pc:graphicFrameChg>
        <pc:graphicFrameChg chg="mod modGraphic">
          <ac:chgData name="Pierre, Joseph-Pascal" userId="S::josephpascal.pierre@bnc.ca::3a32b93b-311d-47dc-9f54-1ade8a58ae42" providerId="AD" clId="Web-{00000000-0000-0000-0000-000000000000}" dt="2026-10-18T16:10:45.744" v="600"/>
          <ac:graphicFrameMkLst>
            <pc:docMk/>
            <pc:sldMk cId="2061802314" sldId="2147483571"/>
            <ac:graphicFrameMk id="14" creationId="{BCBC5A8E-28AB-2F1F-6850-BBBA21D14131}"/>
          </ac:graphicFrameMkLst>
        </pc:graphicFrameChg>
      </pc:sldChg>
      <pc:sldChg chg="del">
        <pc:chgData name="Pierre, Joseph-Pascal" userId="S::josephpascal.pierre@bnc.ca::3a32b93b-311d-47dc-9f54-1ade8a58ae42" providerId="AD" clId="Web-{00000000-0000-0000-0000-000000000000}" dt="2026-10-18T16:36:38.328" v="803"/>
        <pc:sldMkLst>
          <pc:docMk/>
          <pc:sldMk cId="4162708128" sldId="2147483572"/>
        </pc:sldMkLst>
      </pc:sldChg>
      <pc:sldChg chg="del">
        <pc:chgData name="Pierre, Joseph-Pascal" userId="S::josephpascal.pierre@bnc.ca::3a32b93b-311d-47dc-9f54-1ade8a58ae42" providerId="AD" clId="Web-{00000000-0000-0000-0000-000000000000}" dt="2026-10-18T16:36:58.750" v="806"/>
        <pc:sldMkLst>
          <pc:docMk/>
          <pc:sldMk cId="3998433295" sldId="2147483573"/>
        </pc:sldMkLst>
      </pc:sldChg>
      <pc:sldChg chg="modSp add replId">
        <pc:chgData name="Pierre, Joseph-Pascal" userId="S::josephpascal.pierre@bnc.ca::3a32b93b-311d-47dc-9f54-1ade8a58ae42" providerId="AD" clId="Web-{00000000-0000-0000-0000-000000000000}" dt="2026-10-18T16:36:08.359" v="799"/>
        <pc:sldMkLst>
          <pc:docMk/>
          <pc:sldMk cId="535074561" sldId="2147483574"/>
        </pc:sldMkLst>
        <pc:spChg chg="mod">
          <ac:chgData name="Pierre, Joseph-Pascal" userId="S::josephpascal.pierre@bnc.ca::3a32b93b-311d-47dc-9f54-1ade8a58ae42" providerId="AD" clId="Web-{00000000-0000-0000-0000-000000000000}" dt="2026-10-18T16:35:27.047" v="772" actId="20577"/>
          <ac:spMkLst>
            <pc:docMk/>
            <pc:sldMk cId="535074561" sldId="2147483574"/>
            <ac:spMk id="3" creationId="{88705993-B413-7007-99CA-F7B7345EE557}"/>
          </ac:spMkLst>
        </pc:spChg>
        <pc:graphicFrameChg chg="mod modGraphic">
          <ac:chgData name="Pierre, Joseph-Pascal" userId="S::josephpascal.pierre@bnc.ca::3a32b93b-311d-47dc-9f54-1ade8a58ae42" providerId="AD" clId="Web-{00000000-0000-0000-0000-000000000000}" dt="2026-10-18T16:36:01.515" v="795"/>
          <ac:graphicFrameMkLst>
            <pc:docMk/>
            <pc:sldMk cId="535074561" sldId="2147483574"/>
            <ac:graphicFrameMk id="4" creationId="{A1399B71-A819-A8AB-A2B2-1DF279263F79}"/>
          </ac:graphicFrameMkLst>
        </pc:graphicFrameChg>
        <pc:graphicFrameChg chg="mod modGraphic">
          <ac:chgData name="Pierre, Joseph-Pascal" userId="S::josephpascal.pierre@bnc.ca::3a32b93b-311d-47dc-9f54-1ade8a58ae42" providerId="AD" clId="Web-{00000000-0000-0000-0000-000000000000}" dt="2026-10-18T16:36:08.359" v="799"/>
          <ac:graphicFrameMkLst>
            <pc:docMk/>
            <pc:sldMk cId="535074561" sldId="2147483574"/>
            <ac:graphicFrameMk id="6" creationId="{A6A4CA8B-3617-7EA3-5B69-C786365745DB}"/>
          </ac:graphicFrameMkLst>
        </pc:graphicFrameChg>
        <pc:graphicFrameChg chg="mod modGraphic">
          <ac:chgData name="Pierre, Joseph-Pascal" userId="S::josephpascal.pierre@bnc.ca::3a32b93b-311d-47dc-9f54-1ade8a58ae42" providerId="AD" clId="Web-{00000000-0000-0000-0000-000000000000}" dt="2026-10-18T16:36:04.969" v="797"/>
          <ac:graphicFrameMkLst>
            <pc:docMk/>
            <pc:sldMk cId="535074561" sldId="2147483574"/>
            <ac:graphicFrameMk id="10" creationId="{7EBFB1F7-50CF-A687-F777-FBDFD15CAD07}"/>
          </ac:graphicFrameMkLst>
        </pc:graphicFrameChg>
        <pc:graphicFrameChg chg="mod modGraphic">
          <ac:chgData name="Pierre, Joseph-Pascal" userId="S::josephpascal.pierre@bnc.ca::3a32b93b-311d-47dc-9f54-1ade8a58ae42" providerId="AD" clId="Web-{00000000-0000-0000-0000-000000000000}" dt="2026-10-18T16:35:38.640" v="783"/>
          <ac:graphicFrameMkLst>
            <pc:docMk/>
            <pc:sldMk cId="535074561" sldId="2147483574"/>
            <ac:graphicFrameMk id="12" creationId="{D66E451D-5E59-0C84-8EF8-A04CC0E5653B}"/>
          </ac:graphicFrameMkLst>
        </pc:graphicFrameChg>
        <pc:graphicFrameChg chg="mod modGraphic">
          <ac:chgData name="Pierre, Joseph-Pascal" userId="S::josephpascal.pierre@bnc.ca::3a32b93b-311d-47dc-9f54-1ade8a58ae42" providerId="AD" clId="Web-{00000000-0000-0000-0000-000000000000}" dt="2026-10-18T16:35:52.312" v="793"/>
          <ac:graphicFrameMkLst>
            <pc:docMk/>
            <pc:sldMk cId="535074561" sldId="2147483574"/>
            <ac:graphicFrameMk id="14" creationId="{962AB97C-1389-E94D-5719-6D37960FC681}"/>
          </ac:graphicFrameMkLst>
        </pc:graphicFrameChg>
      </pc:sldChg>
      <pc:sldChg chg="modSp add replId">
        <pc:chgData name="Pierre, Joseph-Pascal" userId="S::josephpascal.pierre@bnc.ca::3a32b93b-311d-47dc-9f54-1ade8a58ae42" providerId="AD" clId="Web-{00000000-0000-0000-0000-000000000000}" dt="2026-10-18T16:36:33.031" v="802" actId="20577"/>
        <pc:sldMkLst>
          <pc:docMk/>
          <pc:sldMk cId="1978714855" sldId="2147483575"/>
        </pc:sldMkLst>
        <pc:spChg chg="mod">
          <ac:chgData name="Pierre, Joseph-Pascal" userId="S::josephpascal.pierre@bnc.ca::3a32b93b-311d-47dc-9f54-1ade8a58ae42" providerId="AD" clId="Web-{00000000-0000-0000-0000-000000000000}" dt="2026-10-18T16:36:33.031" v="802" actId="20577"/>
          <ac:spMkLst>
            <pc:docMk/>
            <pc:sldMk cId="1978714855" sldId="2147483575"/>
            <ac:spMk id="3" creationId="{82B73FDA-BED5-9377-0C45-8538058FD671}"/>
          </ac:spMkLst>
        </pc:spChg>
      </pc:sldChg>
      <pc:sldChg chg="modSp add replId">
        <pc:chgData name="Pierre, Joseph-Pascal" userId="S::josephpascal.pierre@bnc.ca::3a32b93b-311d-47dc-9f54-1ade8a58ae42" providerId="AD" clId="Web-{00000000-0000-0000-0000-000000000000}" dt="2026-10-18T16:36:54.406" v="805" actId="20577"/>
        <pc:sldMkLst>
          <pc:docMk/>
          <pc:sldMk cId="2616336847" sldId="2147483576"/>
        </pc:sldMkLst>
        <pc:spChg chg="mod">
          <ac:chgData name="Pierre, Joseph-Pascal" userId="S::josephpascal.pierre@bnc.ca::3a32b93b-311d-47dc-9f54-1ade8a58ae42" providerId="AD" clId="Web-{00000000-0000-0000-0000-000000000000}" dt="2026-10-18T16:36:54.406" v="805" actId="20577"/>
          <ac:spMkLst>
            <pc:docMk/>
            <pc:sldMk cId="2616336847" sldId="2147483576"/>
            <ac:spMk id="3" creationId="{B61F474D-490C-EB09-CE3F-4DBF7820C0F0}"/>
          </ac:spMkLst>
        </pc:spChg>
      </pc:sldChg>
    </pc:docChg>
  </pc:docChgLst>
  <pc:docChgLst>
    <pc:chgData name="Oyemade, Obaloluwa" userId="0f00f902-1235-43de-8776-d4491a934b55" providerId="ADAL" clId="{39512F72-723C-4FFD-8DEE-794FB4872ECE}"/>
    <pc:docChg chg="undo custSel addSld delSld modSld delMainMaster">
      <pc:chgData name="Oyemade, Obaloluwa" userId="0f00f902-1235-43de-8776-d4491a934b55" providerId="ADAL" clId="{39512F72-723C-4FFD-8DEE-794FB4872ECE}" dt="2026-10-16T20:30:16.580" v="624"/>
      <pc:docMkLst>
        <pc:docMk/>
      </pc:docMkLst>
      <pc:sldChg chg="modSp mod">
        <pc:chgData name="Oyemade, Obaloluwa" userId="0f00f902-1235-43de-8776-d4491a934b55" providerId="ADAL" clId="{39512F72-723C-4FFD-8DEE-794FB4872ECE}" dt="2026-10-16T19:59:35.667" v="23" actId="20577"/>
        <pc:sldMkLst>
          <pc:docMk/>
          <pc:sldMk cId="4240701189" sldId="399"/>
        </pc:sldMkLst>
        <pc:spChg chg="mod">
          <ac:chgData name="Oyemade, Obaloluwa" userId="0f00f902-1235-43de-8776-d4491a934b55" providerId="ADAL" clId="{39512F72-723C-4FFD-8DEE-794FB4872ECE}" dt="2026-10-16T19:59:35.667" v="23" actId="20577"/>
          <ac:spMkLst>
            <pc:docMk/>
            <pc:sldMk cId="4240701189" sldId="399"/>
            <ac:spMk id="2" creationId="{971C0073-C809-3A44-8D09-D3C534C850EA}"/>
          </ac:spMkLst>
        </pc:spChg>
      </pc:sldChg>
      <pc:sldChg chg="addSp delSp modSp mod">
        <pc:chgData name="Oyemade, Obaloluwa" userId="0f00f902-1235-43de-8776-d4491a934b55" providerId="ADAL" clId="{39512F72-723C-4FFD-8DEE-794FB4872ECE}" dt="2026-10-16T20:02:55.063" v="84"/>
        <pc:sldMkLst>
          <pc:docMk/>
          <pc:sldMk cId="2907168213" sldId="405"/>
        </pc:sldMkLst>
        <pc:spChg chg="mod">
          <ac:chgData name="Oyemade, Obaloluwa" userId="0f00f902-1235-43de-8776-d4491a934b55" providerId="ADAL" clId="{39512F72-723C-4FFD-8DEE-794FB4872ECE}" dt="2026-10-16T20:00:26.188" v="56" actId="6549"/>
          <ac:spMkLst>
            <pc:docMk/>
            <pc:sldMk cId="2907168213" sldId="405"/>
            <ac:spMk id="4" creationId="{25DDB6A8-1E2B-B98C-AADB-B25A5D6B9363}"/>
          </ac:spMkLst>
        </pc:spChg>
        <pc:spChg chg="mod">
          <ac:chgData name="Oyemade, Obaloluwa" userId="0f00f902-1235-43de-8776-d4491a934b55" providerId="ADAL" clId="{39512F72-723C-4FFD-8DEE-794FB4872ECE}" dt="2026-10-16T20:00:43.965" v="74" actId="20577"/>
          <ac:spMkLst>
            <pc:docMk/>
            <pc:sldMk cId="2907168213" sldId="405"/>
            <ac:spMk id="10" creationId="{BA2B3850-0977-2E1B-571B-CDDEAA034606}"/>
          </ac:spMkLst>
        </pc:spChg>
        <pc:spChg chg="add del mod">
          <ac:chgData name="Oyemade, Obaloluwa" userId="0f00f902-1235-43de-8776-d4491a934b55" providerId="ADAL" clId="{39512F72-723C-4FFD-8DEE-794FB4872ECE}" dt="2026-10-16T20:02:34.797" v="83" actId="20577"/>
          <ac:spMkLst>
            <pc:docMk/>
            <pc:sldMk cId="2907168213" sldId="405"/>
            <ac:spMk id="16" creationId="{1A8A65AB-95DB-0FB5-D5B6-5080AF8B8097}"/>
          </ac:spMkLst>
        </pc:spChg>
        <pc:spChg chg="mod">
          <ac:chgData name="Oyemade, Obaloluwa" userId="0f00f902-1235-43de-8776-d4491a934b55" providerId="ADAL" clId="{39512F72-723C-4FFD-8DEE-794FB4872ECE}" dt="2026-10-16T20:02:55.063" v="84"/>
          <ac:spMkLst>
            <pc:docMk/>
            <pc:sldMk cId="2907168213" sldId="405"/>
            <ac:spMk id="17" creationId="{CB6BA116-E2AF-9C75-0710-F8A400315D59}"/>
          </ac:spMkLst>
        </pc:spChg>
        <pc:spChg chg="mod">
          <ac:chgData name="Oyemade, Obaloluwa" userId="0f00f902-1235-43de-8776-d4491a934b55" providerId="ADAL" clId="{39512F72-723C-4FFD-8DEE-794FB4872ECE}" dt="2026-10-16T20:01:36.065" v="79" actId="20577"/>
          <ac:spMkLst>
            <pc:docMk/>
            <pc:sldMk cId="2907168213" sldId="405"/>
            <ac:spMk id="36" creationId="{36ED9EE3-13FB-AACB-B72F-3B45939F6BDE}"/>
          </ac:spMkLst>
        </pc:spChg>
      </pc:sldChg>
      <pc:sldChg chg="modSp add mod">
        <pc:chgData name="Oyemade, Obaloluwa" userId="0f00f902-1235-43de-8776-d4491a934b55" providerId="ADAL" clId="{39512F72-723C-4FFD-8DEE-794FB4872ECE}" dt="2026-10-16T20:28:55.889" v="617" actId="20577"/>
        <pc:sldMkLst>
          <pc:docMk/>
          <pc:sldMk cId="2061802314" sldId="2147483571"/>
        </pc:sldMkLst>
        <pc:spChg chg="mod">
          <ac:chgData name="Oyemade, Obaloluwa" userId="0f00f902-1235-43de-8776-d4491a934b55" providerId="ADAL" clId="{39512F72-723C-4FFD-8DEE-794FB4872ECE}" dt="2026-10-16T20:28:55.889" v="617" actId="20577"/>
          <ac:spMkLst>
            <pc:docMk/>
            <pc:sldMk cId="2061802314" sldId="2147483571"/>
            <ac:spMk id="3" creationId="{C9F6E79E-CD2E-0EF8-C642-42CCC756DD97}"/>
          </ac:spMkLst>
        </pc:spChg>
      </pc:sldChg>
    </pc:docChg>
  </pc:docChgLst>
  <pc:docChgLst>
    <pc:chgData name="Pierre, Joseph-Pascal" userId="S::josephpascal.pierre@bnc.ca::3a32b93b-311d-47dc-9f54-1ade8a58ae42" providerId="AD" clId="Web-{0A3CC960-C51C-26D6-5CFF-69F9DCBD1915}"/>
    <pc:docChg chg="modSld">
      <pc:chgData name="Pierre, Joseph-Pascal" userId="S::josephpascal.pierre@bnc.ca::3a32b93b-311d-47dc-9f54-1ade8a58ae42" providerId="AD" clId="Web-{0A3CC960-C51C-26D6-5CFF-69F9DCBD1915}" dt="2026-10-18T17:23:43.923" v="403"/>
      <pc:docMkLst>
        <pc:docMk/>
      </pc:docMkLst>
      <pc:sldChg chg="modSp">
        <pc:chgData name="Pierre, Joseph-Pascal" userId="S::josephpascal.pierre@bnc.ca::3a32b93b-311d-47dc-9f54-1ade8a58ae42" providerId="AD" clId="Web-{0A3CC960-C51C-26D6-5CFF-69F9DCBD1915}" dt="2026-10-18T17:23:43.923" v="403"/>
        <pc:sldMkLst>
          <pc:docMk/>
          <pc:sldMk cId="535074561" sldId="2147483574"/>
        </pc:sldMkLst>
        <pc:graphicFrameChg chg="mod modGraphic">
          <ac:chgData name="Pierre, Joseph-Pascal" userId="S::josephpascal.pierre@bnc.ca::3a32b93b-311d-47dc-9f54-1ade8a58ae42" providerId="AD" clId="Web-{0A3CC960-C51C-26D6-5CFF-69F9DCBD1915}" dt="2026-10-18T17:16:26.561" v="227"/>
          <ac:graphicFrameMkLst>
            <pc:docMk/>
            <pc:sldMk cId="535074561" sldId="2147483574"/>
            <ac:graphicFrameMk id="4" creationId="{A1399B71-A819-A8AB-A2B2-1DF279263F79}"/>
          </ac:graphicFrameMkLst>
        </pc:graphicFrameChg>
        <pc:graphicFrameChg chg="mod modGraphic">
          <ac:chgData name="Pierre, Joseph-Pascal" userId="S::josephpascal.pierre@bnc.ca::3a32b93b-311d-47dc-9f54-1ade8a58ae42" providerId="AD" clId="Web-{0A3CC960-C51C-26D6-5CFF-69F9DCBD1915}" dt="2026-10-18T17:17:41.077" v="277"/>
          <ac:graphicFrameMkLst>
            <pc:docMk/>
            <pc:sldMk cId="535074561" sldId="2147483574"/>
            <ac:graphicFrameMk id="6" creationId="{A6A4CA8B-3617-7EA3-5B69-C786365745DB}"/>
          </ac:graphicFrameMkLst>
        </pc:graphicFrameChg>
        <pc:graphicFrameChg chg="mod modGraphic">
          <ac:chgData name="Pierre, Joseph-Pascal" userId="S::josephpascal.pierre@bnc.ca::3a32b93b-311d-47dc-9f54-1ade8a58ae42" providerId="AD" clId="Web-{0A3CC960-C51C-26D6-5CFF-69F9DCBD1915}" dt="2026-10-18T17:16:23.515" v="225"/>
          <ac:graphicFrameMkLst>
            <pc:docMk/>
            <pc:sldMk cId="535074561" sldId="2147483574"/>
            <ac:graphicFrameMk id="10" creationId="{7EBFB1F7-50CF-A687-F777-FBDFD15CAD07}"/>
          </ac:graphicFrameMkLst>
        </pc:graphicFrameChg>
        <pc:graphicFrameChg chg="mod modGraphic">
          <ac:chgData name="Pierre, Joseph-Pascal" userId="S::josephpascal.pierre@bnc.ca::3a32b93b-311d-47dc-9f54-1ade8a58ae42" providerId="AD" clId="Web-{0A3CC960-C51C-26D6-5CFF-69F9DCBD1915}" dt="2026-10-18T17:23:43.923" v="403"/>
          <ac:graphicFrameMkLst>
            <pc:docMk/>
            <pc:sldMk cId="535074561" sldId="2147483574"/>
            <ac:graphicFrameMk id="12" creationId="{D66E451D-5E59-0C84-8EF8-A04CC0E5653B}"/>
          </ac:graphicFrameMkLst>
        </pc:graphicFrameChg>
        <pc:graphicFrameChg chg="mod modGraphic">
          <ac:chgData name="Pierre, Joseph-Pascal" userId="S::josephpascal.pierre@bnc.ca::3a32b93b-311d-47dc-9f54-1ade8a58ae42" providerId="AD" clId="Web-{0A3CC960-C51C-26D6-5CFF-69F9DCBD1915}" dt="2026-10-18T17:22:22.016" v="351"/>
          <ac:graphicFrameMkLst>
            <pc:docMk/>
            <pc:sldMk cId="535074561" sldId="2147483574"/>
            <ac:graphicFrameMk id="14" creationId="{962AB97C-1389-E94D-5719-6D37960FC681}"/>
          </ac:graphicFrameMkLst>
        </pc:graphicFrameChg>
      </pc:sldChg>
    </pc:docChg>
  </pc:docChgLst>
</pc:chgInfo>
</file>

<file path=ppt/comments/modernComment_7FFFFFB3_7AE49B4A.xml><?xml version="1.0" encoding="utf-8"?>
<p188:cmLst xmlns:a="http://schemas.openxmlformats.org/drawingml/2006/main" xmlns:r="http://schemas.openxmlformats.org/officeDocument/2006/relationships" xmlns:p188="http://schemas.microsoft.com/office/powerpoint/2018/8/main">
  <p188:cm id="{B674E6D8-572A-42BB-ADFC-9110EC9B3E2F}" authorId="{C1479A9B-0251-10A1-0BD5-C8728A66E093}" created="2026-10-18T16:46:57.227">
    <ac:txMkLst xmlns:ac="http://schemas.microsoft.com/office/drawing/2013/main/command">
      <pc:docMk xmlns:pc="http://schemas.microsoft.com/office/powerpoint/2013/main/command"/>
      <pc:sldMk xmlns:pc="http://schemas.microsoft.com/office/powerpoint/2013/main/command" cId="2061802314" sldId="2147483571"/>
      <ac:graphicFrameMk id="10" creationId="{DF36B36D-1661-D9E7-DC88-F3415F5B2681}"/>
      <ac:tblMk/>
      <ac:tcMk rowId="3704394858" colId="3373326334"/>
      <ac:txMk cp="0">
        <ac:context len="1" hash="13"/>
      </ac:txMk>
    </ac:txMkLst>
    <p188:pos x="2336800" y="2773680"/>
    <p188:txBody>
      <a:bodyPr/>
      <a:lstStyle/>
      <a:p>
        <a:r>
          <a:rPr lang="en-US"/>
          <a:t>Need to be more specific</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81D8515-EC0B-0A99-1D30-AEDB99E4FB0D}"/>
              </a:ext>
            </a:extLst>
          </p:cNvPr>
          <p:cNvSpPr>
            <a:spLocks noGrp="1"/>
          </p:cNvSpPr>
          <p:nvPr>
            <p:ph type="hdr" sz="quarter"/>
          </p:nvPr>
        </p:nvSpPr>
        <p:spPr>
          <a:xfrm>
            <a:off x="0" y="0"/>
            <a:ext cx="5161200" cy="601044"/>
          </a:xfrm>
          <a:prstGeom prst="rect">
            <a:avLst/>
          </a:prstGeom>
        </p:spPr>
        <p:txBody>
          <a:bodyPr vert="horz" lIns="108512" tIns="106803" rIns="108512" bIns="106803" rtlCol="0"/>
          <a:lstStyle>
            <a:lvl1pPr algn="l">
              <a:defRPr sz="1400"/>
            </a:lvl1pPr>
          </a:lstStyle>
          <a:p>
            <a:endParaRPr lang="en-CA"/>
          </a:p>
        </p:txBody>
      </p:sp>
      <p:sp>
        <p:nvSpPr>
          <p:cNvPr id="3" name="Espace réservé de la date 2">
            <a:extLst>
              <a:ext uri="{FF2B5EF4-FFF2-40B4-BE49-F238E27FC236}">
                <a16:creationId xmlns:a16="http://schemas.microsoft.com/office/drawing/2014/main" id="{6BD56637-F083-2B15-0DFD-7B28CBC89D10}"/>
              </a:ext>
            </a:extLst>
          </p:cNvPr>
          <p:cNvSpPr>
            <a:spLocks noGrp="1"/>
          </p:cNvSpPr>
          <p:nvPr>
            <p:ph type="dt" sz="quarter" idx="1"/>
          </p:nvPr>
        </p:nvSpPr>
        <p:spPr>
          <a:xfrm>
            <a:off x="5759199" y="0"/>
            <a:ext cx="1249578" cy="601044"/>
          </a:xfrm>
          <a:prstGeom prst="rect">
            <a:avLst/>
          </a:prstGeom>
        </p:spPr>
        <p:txBody>
          <a:bodyPr vert="horz" lIns="108512" tIns="106803" rIns="108512" bIns="106803" rtlCol="0"/>
          <a:lstStyle>
            <a:lvl1pPr algn="r">
              <a:defRPr sz="1400"/>
            </a:lvl1pPr>
          </a:lstStyle>
          <a:p>
            <a:fld id="{038EDB70-F8E7-442B-A0F2-897E66BBAF5C}" type="datetimeFigureOut">
              <a:rPr lang="en-CA" smtClean="0"/>
              <a:t>2026-10-19</a:t>
            </a:fld>
            <a:endParaRPr lang="en-CA"/>
          </a:p>
        </p:txBody>
      </p:sp>
      <p:sp>
        <p:nvSpPr>
          <p:cNvPr id="4" name="Espace réservé du pied de page 3">
            <a:extLst>
              <a:ext uri="{FF2B5EF4-FFF2-40B4-BE49-F238E27FC236}">
                <a16:creationId xmlns:a16="http://schemas.microsoft.com/office/drawing/2014/main" id="{A05F5BCE-FF0B-1328-0409-11638F90E143}"/>
              </a:ext>
            </a:extLst>
          </p:cNvPr>
          <p:cNvSpPr>
            <a:spLocks noGrp="1"/>
          </p:cNvSpPr>
          <p:nvPr>
            <p:ph type="ftr" sz="quarter" idx="2"/>
          </p:nvPr>
        </p:nvSpPr>
        <p:spPr>
          <a:xfrm>
            <a:off x="0" y="11378233"/>
            <a:ext cx="5161200" cy="601043"/>
          </a:xfrm>
          <a:prstGeom prst="rect">
            <a:avLst/>
          </a:prstGeom>
        </p:spPr>
        <p:txBody>
          <a:bodyPr vert="horz" lIns="108512" tIns="106803" rIns="108512" bIns="106803" rtlCol="0" anchor="b"/>
          <a:lstStyle>
            <a:lvl1pPr algn="l">
              <a:defRPr sz="1400"/>
            </a:lvl1pPr>
          </a:lstStyle>
          <a:p>
            <a:endParaRPr lang="en-CA"/>
          </a:p>
        </p:txBody>
      </p:sp>
      <p:sp>
        <p:nvSpPr>
          <p:cNvPr id="5" name="Espace réservé du numéro de diapositive 4">
            <a:extLst>
              <a:ext uri="{FF2B5EF4-FFF2-40B4-BE49-F238E27FC236}">
                <a16:creationId xmlns:a16="http://schemas.microsoft.com/office/drawing/2014/main" id="{594C9A56-191A-CCA6-4767-08ED9C262A63}"/>
              </a:ext>
            </a:extLst>
          </p:cNvPr>
          <p:cNvSpPr>
            <a:spLocks noGrp="1"/>
          </p:cNvSpPr>
          <p:nvPr>
            <p:ph type="sldNum" sz="quarter" idx="3"/>
          </p:nvPr>
        </p:nvSpPr>
        <p:spPr>
          <a:xfrm>
            <a:off x="5759199" y="11378233"/>
            <a:ext cx="1249578" cy="601043"/>
          </a:xfrm>
          <a:prstGeom prst="rect">
            <a:avLst/>
          </a:prstGeom>
        </p:spPr>
        <p:txBody>
          <a:bodyPr vert="horz" lIns="108512" tIns="106803" rIns="108512" bIns="106803" rtlCol="0" anchor="b"/>
          <a:lstStyle>
            <a:lvl1pPr algn="r">
              <a:defRPr sz="1400"/>
            </a:lvl1pPr>
          </a:lstStyle>
          <a:p>
            <a:fld id="{5B0B5736-82FE-4FDF-8378-3422901AE50D}" type="slidenum">
              <a:rPr lang="en-CA" smtClean="0"/>
              <a:t>‹#›</a:t>
            </a:fld>
            <a:endParaRPr lang="en-CA"/>
          </a:p>
        </p:txBody>
      </p:sp>
    </p:spTree>
    <p:extLst>
      <p:ext uri="{BB962C8B-B14F-4D97-AF65-F5344CB8AC3E}">
        <p14:creationId xmlns:p14="http://schemas.microsoft.com/office/powerpoint/2010/main" val="3532026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07200" cy="601044"/>
          </a:xfrm>
          <a:prstGeom prst="rect">
            <a:avLst/>
          </a:prstGeom>
        </p:spPr>
        <p:txBody>
          <a:bodyPr vert="horz" lIns="108512" tIns="106803" rIns="108512" bIns="106803" rtlCol="0"/>
          <a:lstStyle>
            <a:lvl1pPr algn="l">
              <a:defRPr sz="1400"/>
            </a:lvl1pPr>
          </a:lstStyle>
          <a:p>
            <a:endParaRPr lang="en-CA"/>
          </a:p>
        </p:txBody>
      </p:sp>
      <p:sp>
        <p:nvSpPr>
          <p:cNvPr id="3" name="Espace réservé de la date 2"/>
          <p:cNvSpPr>
            <a:spLocks noGrp="1"/>
          </p:cNvSpPr>
          <p:nvPr>
            <p:ph type="dt" idx="1"/>
          </p:nvPr>
        </p:nvSpPr>
        <p:spPr>
          <a:xfrm>
            <a:off x="5575199" y="0"/>
            <a:ext cx="1433578" cy="601044"/>
          </a:xfrm>
          <a:prstGeom prst="rect">
            <a:avLst/>
          </a:prstGeom>
        </p:spPr>
        <p:txBody>
          <a:bodyPr vert="horz" lIns="108512" tIns="106803" rIns="108512" bIns="106803" rtlCol="0"/>
          <a:lstStyle>
            <a:lvl1pPr algn="r">
              <a:defRPr sz="1400"/>
            </a:lvl1pPr>
          </a:lstStyle>
          <a:p>
            <a:fld id="{1111B87F-E764-46BC-ACE9-F1930314D73F}" type="datetimeFigureOut">
              <a:rPr lang="en-CA" smtClean="0"/>
              <a:t>2026-10-19</a:t>
            </a:fld>
            <a:endParaRPr lang="en-CA"/>
          </a:p>
        </p:txBody>
      </p:sp>
      <p:sp>
        <p:nvSpPr>
          <p:cNvPr id="4" name="Espace réservé de l'image des diapositives 3"/>
          <p:cNvSpPr>
            <a:spLocks noGrp="1" noRot="1" noChangeAspect="1"/>
          </p:cNvSpPr>
          <p:nvPr>
            <p:ph type="sldImg" idx="2"/>
          </p:nvPr>
        </p:nvSpPr>
        <p:spPr>
          <a:xfrm>
            <a:off x="-561975" y="919163"/>
            <a:ext cx="8134350" cy="4576762"/>
          </a:xfrm>
          <a:prstGeom prst="rect">
            <a:avLst/>
          </a:prstGeom>
          <a:noFill/>
          <a:ln w="12700">
            <a:solidFill>
              <a:prstClr val="black"/>
            </a:solidFill>
          </a:ln>
        </p:spPr>
        <p:txBody>
          <a:bodyPr vert="horz" lIns="108512" tIns="54256" rIns="108512" bIns="54256" rtlCol="0" anchor="ctr"/>
          <a:lstStyle/>
          <a:p>
            <a:endParaRPr lang="en-CA"/>
          </a:p>
        </p:txBody>
      </p:sp>
      <p:sp>
        <p:nvSpPr>
          <p:cNvPr id="5" name="Espace réservé des notes 4"/>
          <p:cNvSpPr>
            <a:spLocks noGrp="1"/>
          </p:cNvSpPr>
          <p:nvPr>
            <p:ph type="body" sz="quarter" idx="3"/>
          </p:nvPr>
        </p:nvSpPr>
        <p:spPr>
          <a:xfrm>
            <a:off x="331200" y="6114914"/>
            <a:ext cx="6348000" cy="5040492"/>
          </a:xfrm>
          <a:prstGeom prst="rect">
            <a:avLst/>
          </a:prstGeom>
          <a:ln w="6350">
            <a:solidFill>
              <a:schemeClr val="tx2"/>
            </a:solidFill>
          </a:ln>
        </p:spPr>
        <p:txBody>
          <a:bodyPr vert="horz" lIns="108512" tIns="106803" rIns="108512" bIns="106803" rtlCol="0"/>
          <a:lstStyle/>
          <a:p>
            <a:pPr lvl="0"/>
            <a:r>
              <a:rPr lang="en-CA"/>
              <a:t>Click to add notes</a:t>
            </a:r>
          </a:p>
          <a:p>
            <a:pPr lvl="1"/>
            <a:r>
              <a:rPr lang="en-CA"/>
              <a:t>Second level</a:t>
            </a:r>
          </a:p>
          <a:p>
            <a:pPr lvl="2"/>
            <a:r>
              <a:rPr lang="en-CA"/>
              <a:t>Third level</a:t>
            </a:r>
          </a:p>
          <a:p>
            <a:pPr lvl="3"/>
            <a:r>
              <a:rPr lang="en-CA"/>
              <a:t>Fourth level</a:t>
            </a:r>
          </a:p>
          <a:p>
            <a:pPr lvl="4"/>
            <a:r>
              <a:rPr lang="en-CA"/>
              <a:t>Fifth level</a:t>
            </a:r>
          </a:p>
        </p:txBody>
      </p:sp>
      <p:sp>
        <p:nvSpPr>
          <p:cNvPr id="6" name="Espace réservé du pied de page 5"/>
          <p:cNvSpPr>
            <a:spLocks noGrp="1"/>
          </p:cNvSpPr>
          <p:nvPr>
            <p:ph type="ftr" sz="quarter" idx="4"/>
          </p:nvPr>
        </p:nvSpPr>
        <p:spPr>
          <a:xfrm>
            <a:off x="0" y="11378233"/>
            <a:ext cx="5207200" cy="601043"/>
          </a:xfrm>
          <a:prstGeom prst="rect">
            <a:avLst/>
          </a:prstGeom>
        </p:spPr>
        <p:txBody>
          <a:bodyPr vert="horz" lIns="108512" tIns="106803" rIns="108512" bIns="106803" rtlCol="0" anchor="b"/>
          <a:lstStyle>
            <a:lvl1pPr algn="l">
              <a:defRPr sz="1400"/>
            </a:lvl1pPr>
          </a:lstStyle>
          <a:p>
            <a:endParaRPr lang="en-CA"/>
          </a:p>
        </p:txBody>
      </p:sp>
      <p:sp>
        <p:nvSpPr>
          <p:cNvPr id="7" name="Espace réservé du numéro de diapositive 6"/>
          <p:cNvSpPr>
            <a:spLocks noGrp="1"/>
          </p:cNvSpPr>
          <p:nvPr>
            <p:ph type="sldNum" sz="quarter" idx="5"/>
          </p:nvPr>
        </p:nvSpPr>
        <p:spPr>
          <a:xfrm>
            <a:off x="5575199" y="11378233"/>
            <a:ext cx="1433578" cy="601043"/>
          </a:xfrm>
          <a:prstGeom prst="rect">
            <a:avLst/>
          </a:prstGeom>
        </p:spPr>
        <p:txBody>
          <a:bodyPr vert="horz" lIns="108512" tIns="106803" rIns="108512" bIns="106803" rtlCol="0" anchor="b"/>
          <a:lstStyle>
            <a:lvl1pPr algn="r">
              <a:defRPr sz="1400"/>
            </a:lvl1pPr>
          </a:lstStyle>
          <a:p>
            <a:fld id="{04162245-B222-4A56-8CE4-91881051E997}" type="slidenum">
              <a:rPr lang="en-CA" smtClean="0"/>
              <a:t>‹#›</a:t>
            </a:fld>
            <a:endParaRPr lang="en-CA"/>
          </a:p>
        </p:txBody>
      </p:sp>
      <p:sp>
        <p:nvSpPr>
          <p:cNvPr id="8" name="Rectangle 7">
            <a:extLst>
              <a:ext uri="{FF2B5EF4-FFF2-40B4-BE49-F238E27FC236}">
                <a16:creationId xmlns:a16="http://schemas.microsoft.com/office/drawing/2014/main" id="{0E09A883-95C4-6175-7E84-2E0EBB6B6AE0}"/>
              </a:ext>
            </a:extLst>
          </p:cNvPr>
          <p:cNvSpPr/>
          <p:nvPr/>
        </p:nvSpPr>
        <p:spPr>
          <a:xfrm>
            <a:off x="331200" y="5761195"/>
            <a:ext cx="828000" cy="353719"/>
          </a:xfrm>
          <a:prstGeom prst="rect">
            <a:avLst/>
          </a:prstGeom>
          <a:solidFill>
            <a:schemeClr val="tx2"/>
          </a:solid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108512" tIns="54256" rIns="108512" bIns="54256" rtlCol="0" anchor="ctr"/>
          <a:lstStyle/>
          <a:p>
            <a:pPr algn="ctr"/>
            <a:r>
              <a:rPr lang="en-CA" sz="1700">
                <a:solidFill>
                  <a:schemeClr val="tx1"/>
                </a:solidFill>
              </a:rPr>
              <a:t>NOTES</a:t>
            </a:r>
          </a:p>
        </p:txBody>
      </p:sp>
    </p:spTree>
    <p:extLst>
      <p:ext uri="{BB962C8B-B14F-4D97-AF65-F5344CB8AC3E}">
        <p14:creationId xmlns:p14="http://schemas.microsoft.com/office/powerpoint/2010/main" val="3044261069"/>
      </p:ext>
    </p:extLst>
  </p:cSld>
  <p:clrMap bg1="lt1" tx1="dk1" bg2="lt2" tx2="dk2" accent1="accent1" accent2="accent2" accent3="accent3" accent4="accent4" accent5="accent5" accent6="accent6" hlink="hlink" folHlink="folHlink"/>
  <p:notesStyle>
    <a:lvl1pPr marL="0" indent="0" algn="l" defTabSz="914400" rtl="0" eaLnBrk="1" latinLnBrk="0" hangingPunct="1">
      <a:spcBef>
        <a:spcPts val="600"/>
      </a:spcBef>
      <a:buFont typeface="Arial" panose="020B0604020202020204" pitchFamily="34" charset="0"/>
      <a:buChar char="​"/>
      <a:defRPr sz="1400" kern="1200">
        <a:solidFill>
          <a:schemeClr val="tx1"/>
        </a:solidFill>
        <a:latin typeface="+mn-lt"/>
        <a:ea typeface="+mn-ea"/>
        <a:cs typeface="+mn-cs"/>
      </a:defRPr>
    </a:lvl1pPr>
    <a:lvl2pPr marL="216000" indent="-216000" algn="l" defTabSz="914400" rtl="0" eaLnBrk="1" latinLnBrk="0" hangingPunct="1">
      <a:spcBef>
        <a:spcPts val="200"/>
      </a:spcBef>
      <a:buFont typeface="Arial" panose="020B0604020202020204" pitchFamily="34" charset="0"/>
      <a:buChar char="•"/>
      <a:defRPr sz="1200" kern="1200">
        <a:solidFill>
          <a:schemeClr val="tx1"/>
        </a:solidFill>
        <a:latin typeface="+mn-lt"/>
        <a:ea typeface="+mn-ea"/>
        <a:cs typeface="+mn-cs"/>
      </a:defRPr>
    </a:lvl2pPr>
    <a:lvl3pPr marL="406800" indent="-180000" algn="l" defTabSz="914400" rtl="0" eaLnBrk="1" latinLnBrk="0" hangingPunct="1">
      <a:spcBef>
        <a:spcPts val="0"/>
      </a:spcBef>
      <a:buFont typeface="Arial" panose="020B0604020202020204" pitchFamily="34" charset="0"/>
      <a:buChar char="•"/>
      <a:defRPr sz="1100" kern="1200">
        <a:solidFill>
          <a:schemeClr val="tx1"/>
        </a:solidFill>
        <a:latin typeface="+mn-lt"/>
        <a:ea typeface="+mn-ea"/>
        <a:cs typeface="+mn-cs"/>
      </a:defRPr>
    </a:lvl3pPr>
    <a:lvl4pPr marL="216000" indent="-216000" algn="l" defTabSz="914400" rtl="0" eaLnBrk="1" latinLnBrk="0" hangingPunct="1">
      <a:spcBef>
        <a:spcPts val="500"/>
      </a:spcBef>
      <a:buFont typeface="+mj-lt"/>
      <a:buAutoNum type="arabicPeriod"/>
      <a:defRPr sz="1200" kern="1200">
        <a:solidFill>
          <a:schemeClr val="tx1"/>
        </a:solidFill>
        <a:latin typeface="+mn-lt"/>
        <a:ea typeface="+mn-ea"/>
        <a:cs typeface="+mn-cs"/>
      </a:defRPr>
    </a:lvl4pPr>
    <a:lvl5pPr marL="0" indent="0" algn="l" defTabSz="914400" rtl="0" eaLnBrk="1" latinLnBrk="0" hangingPunct="1">
      <a:spcBef>
        <a:spcPts val="800"/>
      </a:spcBef>
      <a:buFont typeface="Arial" panose="020B0604020202020204" pitchFamily="34" charset="0"/>
      <a:buChar char="​"/>
      <a:defRPr sz="16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773" userDrawn="1">
          <p15:clr>
            <a:srgbClr val="F26B43"/>
          </p15:clr>
        </p15:guide>
        <p15:guide id="2" pos="2208"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63563" y="919163"/>
            <a:ext cx="8137526" cy="4578350"/>
          </a:xfrm>
        </p:spPr>
        <p:txBody>
          <a:bodyPr/>
          <a:lstStyle/>
          <a:p>
            <a:endParaRPr lang="en-US"/>
          </a:p>
        </p:txBody>
      </p:sp>
      <p:sp>
        <p:nvSpPr>
          <p:cNvPr id="3" name="Notes Placeholder 2"/>
          <p:cNvSpPr>
            <a:spLocks noGrp="1"/>
          </p:cNvSpPr>
          <p:nvPr>
            <p:ph type="body" idx="1"/>
          </p:nvPr>
        </p:nvSpPr>
        <p:spPr/>
        <p:txBody>
          <a:bodyPr/>
          <a:lstStyle/>
          <a:p>
            <a:r>
              <a:t>Purpose: give Ray one view of what the platform team accomplished since September, what is ahead, and the decisions that keep trading GA at the end of May possible.</a:t>
            </a:r>
          </a:p>
        </p:txBody>
      </p:sp>
      <p:sp>
        <p:nvSpPr>
          <p:cNvPr id="4" name="Slide Number Placeholder 3"/>
          <p:cNvSpPr>
            <a:spLocks noGrp="1"/>
          </p:cNvSpPr>
          <p:nvPr>
            <p:ph type="sldNum" sz="quarter" idx="5"/>
          </p:nvPr>
        </p:nvSpPr>
        <p:spPr/>
        <p:txBody>
          <a:bodyPr/>
          <a:lstStyle/>
          <a:p>
            <a:fld id="{04162245-B222-4A56-8CE4-91881051E997}" type="slidenum">
              <a:rPr lang="en-CA" smtClean="0"/>
              <a:t>1</a:t>
            </a:fld>
            <a:endParaRPr lang="en-CA"/>
          </a:p>
        </p:txBody>
      </p:sp>
    </p:spTree>
    <p:extLst>
      <p:ext uri="{BB962C8B-B14F-4D97-AF65-F5344CB8AC3E}">
        <p14:creationId xmlns:p14="http://schemas.microsoft.com/office/powerpoint/2010/main" val="3276043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7B845-35D0-1A80-CE3B-CA55158B1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BF578E-C8E1-6D38-8538-5B74E98D42AF}"/>
              </a:ext>
            </a:extLst>
          </p:cNvPr>
          <p:cNvSpPr>
            <a:spLocks noGrp="1" noRot="1" noChangeAspect="1"/>
          </p:cNvSpPr>
          <p:nvPr>
            <p:ph type="sldImg"/>
          </p:nvPr>
        </p:nvSpPr>
        <p:spPr>
          <a:xfrm>
            <a:off x="-563563" y="919163"/>
            <a:ext cx="8137526" cy="4578350"/>
          </a:xfrm>
        </p:spPr>
        <p:txBody>
          <a:bodyPr/>
          <a:lstStyle/>
          <a:p>
            <a:endParaRPr lang="en-US"/>
          </a:p>
        </p:txBody>
      </p:sp>
      <p:sp>
        <p:nvSpPr>
          <p:cNvPr id="3" name="Notes Placeholder 2">
            <a:extLst>
              <a:ext uri="{FF2B5EF4-FFF2-40B4-BE49-F238E27FC236}">
                <a16:creationId xmlns:a16="http://schemas.microsoft.com/office/drawing/2014/main" id="{57DC751D-AF48-86EB-8962-71C981BD2CB5}"/>
              </a:ext>
            </a:extLst>
          </p:cNvPr>
          <p:cNvSpPr>
            <a:spLocks noGrp="1"/>
          </p:cNvSpPr>
          <p:nvPr>
            <p:ph type="body" idx="1"/>
          </p:nvPr>
        </p:nvSpPr>
        <p:spPr/>
        <p:txBody>
          <a:bodyPr/>
          <a:lstStyle/>
          <a:p>
            <a:r>
              <a:t>Four deep-dives follow, each with the same structure and a visual index: stage, value, risk, effort, urgency, and what it enables or depends on.</a:t>
            </a:r>
          </a:p>
        </p:txBody>
      </p:sp>
      <p:sp>
        <p:nvSpPr>
          <p:cNvPr id="4" name="Slide Number Placeholder 3">
            <a:extLst>
              <a:ext uri="{FF2B5EF4-FFF2-40B4-BE49-F238E27FC236}">
                <a16:creationId xmlns:a16="http://schemas.microsoft.com/office/drawing/2014/main" id="{32370876-AAA8-CF02-4D31-052C09D30834}"/>
              </a:ext>
            </a:extLst>
          </p:cNvPr>
          <p:cNvSpPr>
            <a:spLocks noGrp="1"/>
          </p:cNvSpPr>
          <p:nvPr>
            <p:ph type="sldNum" sz="quarter" idx="5"/>
          </p:nvPr>
        </p:nvSpPr>
        <p:spPr/>
        <p:txBody>
          <a:bodyPr/>
          <a:lstStyle/>
          <a:p>
            <a:fld id="{04162245-B222-4A56-8CE4-91881051E997}" type="slidenum">
              <a:rPr lang="en-CA" smtClean="0"/>
              <a:t>3</a:t>
            </a:fld>
            <a:endParaRPr lang="en-CA"/>
          </a:p>
        </p:txBody>
      </p:sp>
    </p:spTree>
    <p:extLst>
      <p:ext uri="{BB962C8B-B14F-4D97-AF65-F5344CB8AC3E}">
        <p14:creationId xmlns:p14="http://schemas.microsoft.com/office/powerpoint/2010/main" val="1116084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EC7B0-A9E9-2FD2-F3D4-20A1A732B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0C778-4D6F-8521-C9F1-FD69FA2468C1}"/>
              </a:ext>
            </a:extLst>
          </p:cNvPr>
          <p:cNvSpPr>
            <a:spLocks noGrp="1" noRot="1" noChangeAspect="1"/>
          </p:cNvSpPr>
          <p:nvPr>
            <p:ph type="sldImg"/>
          </p:nvPr>
        </p:nvSpPr>
        <p:spPr>
          <a:xfrm>
            <a:off x="323850" y="701675"/>
            <a:ext cx="6210300" cy="3494088"/>
          </a:xfrm>
        </p:spPr>
        <p:txBody>
          <a:bodyPr/>
          <a:lstStyle/>
          <a:p>
            <a:endParaRPr lang="en-US"/>
          </a:p>
        </p:txBody>
      </p:sp>
      <p:sp>
        <p:nvSpPr>
          <p:cNvPr id="3" name="Notes Placeholder 2">
            <a:extLst>
              <a:ext uri="{FF2B5EF4-FFF2-40B4-BE49-F238E27FC236}">
                <a16:creationId xmlns:a16="http://schemas.microsoft.com/office/drawing/2014/main" id="{31532FA2-7F2C-834B-6657-6C711E281879}"/>
              </a:ext>
            </a:extLst>
          </p:cNvPr>
          <p:cNvSpPr>
            <a:spLocks noGrp="1"/>
          </p:cNvSpPr>
          <p:nvPr>
            <p:ph type="body" idx="1"/>
          </p:nvPr>
        </p:nvSpPr>
        <p:spPr/>
        <p:txBody>
          <a:bodyPr/>
          <a:lstStyle/>
          <a:p>
            <a:r>
              <a:t>Talk track: design is done and validated; the ask is to protect the P0 scope and the Q1 completion date because Multi-Firm cannot start until the form and catalogue exist. Three decisions: hold scope, approve the tactical path for ~600 non-standard IDs, and agree the client communication for NetRep/external apps staying on legacy forms.</a:t>
            </a:r>
          </a:p>
        </p:txBody>
      </p:sp>
      <p:sp>
        <p:nvSpPr>
          <p:cNvPr id="4" name="Slide Number Placeholder 3">
            <a:extLst>
              <a:ext uri="{FF2B5EF4-FFF2-40B4-BE49-F238E27FC236}">
                <a16:creationId xmlns:a16="http://schemas.microsoft.com/office/drawing/2014/main" id="{04678BBB-9244-6408-E580-C1226B8C00D2}"/>
              </a:ext>
            </a:extLst>
          </p:cNvPr>
          <p:cNvSpPr>
            <a:spLocks noGrp="1"/>
          </p:cNvSpPr>
          <p:nvPr>
            <p:ph type="sldNum" sz="quarter" idx="5"/>
          </p:nvPr>
        </p:nvSpPr>
        <p:spPr/>
        <p:txBody>
          <a:bodyPr/>
          <a:lstStyle/>
          <a:p>
            <a:fld id="{04162245-B222-4A56-8CE4-91881051E997}" type="slidenum">
              <a:rPr lang="en-CA" smtClean="0"/>
              <a:t>4</a:t>
            </a:fld>
            <a:endParaRPr lang="en-CA"/>
          </a:p>
        </p:txBody>
      </p:sp>
    </p:spTree>
    <p:extLst>
      <p:ext uri="{BB962C8B-B14F-4D97-AF65-F5344CB8AC3E}">
        <p14:creationId xmlns:p14="http://schemas.microsoft.com/office/powerpoint/2010/main" val="2337237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08B1E-33DC-A664-9617-736ED714A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22A08-966D-998E-9EEF-B8A61D65CBB2}"/>
              </a:ext>
            </a:extLst>
          </p:cNvPr>
          <p:cNvSpPr>
            <a:spLocks noGrp="1" noRot="1" noChangeAspect="1"/>
          </p:cNvSpPr>
          <p:nvPr>
            <p:ph type="sldImg"/>
          </p:nvPr>
        </p:nvSpPr>
        <p:spPr>
          <a:xfrm>
            <a:off x="323850" y="701675"/>
            <a:ext cx="6210300" cy="3494088"/>
          </a:xfrm>
        </p:spPr>
        <p:txBody>
          <a:bodyPr/>
          <a:lstStyle/>
          <a:p>
            <a:endParaRPr lang="en-US"/>
          </a:p>
        </p:txBody>
      </p:sp>
      <p:sp>
        <p:nvSpPr>
          <p:cNvPr id="3" name="Notes Placeholder 2">
            <a:extLst>
              <a:ext uri="{FF2B5EF4-FFF2-40B4-BE49-F238E27FC236}">
                <a16:creationId xmlns:a16="http://schemas.microsoft.com/office/drawing/2014/main" id="{B3CB5BE4-0F52-C2CD-05C6-0BD82AED6EA8}"/>
              </a:ext>
            </a:extLst>
          </p:cNvPr>
          <p:cNvSpPr>
            <a:spLocks noGrp="1"/>
          </p:cNvSpPr>
          <p:nvPr>
            <p:ph type="body" idx="1"/>
          </p:nvPr>
        </p:nvSpPr>
        <p:spPr/>
        <p:txBody>
          <a:bodyPr/>
          <a:lstStyle/>
          <a:p>
            <a:r>
              <a:t>Talk track: this is the strategic and the time-critical item at once. Discovery is done; what remains is three decisions that only Ray can move — Firm360 as the system of record for relationships, the identity model for sub-advisors, and governance ownership with Risk. If any slips, trading slips.</a:t>
            </a:r>
          </a:p>
        </p:txBody>
      </p:sp>
      <p:sp>
        <p:nvSpPr>
          <p:cNvPr id="4" name="Slide Number Placeholder 3">
            <a:extLst>
              <a:ext uri="{FF2B5EF4-FFF2-40B4-BE49-F238E27FC236}">
                <a16:creationId xmlns:a16="http://schemas.microsoft.com/office/drawing/2014/main" id="{8124B968-1573-C25A-4321-60A34353A2CA}"/>
              </a:ext>
            </a:extLst>
          </p:cNvPr>
          <p:cNvSpPr>
            <a:spLocks noGrp="1"/>
          </p:cNvSpPr>
          <p:nvPr>
            <p:ph type="sldNum" sz="quarter" idx="5"/>
          </p:nvPr>
        </p:nvSpPr>
        <p:spPr/>
        <p:txBody>
          <a:bodyPr/>
          <a:lstStyle/>
          <a:p>
            <a:fld id="{04162245-B222-4A56-8CE4-91881051E997}" type="slidenum">
              <a:rPr lang="en-CA" smtClean="0"/>
              <a:t>5</a:t>
            </a:fld>
            <a:endParaRPr lang="en-CA"/>
          </a:p>
        </p:txBody>
      </p:sp>
    </p:spTree>
    <p:extLst>
      <p:ext uri="{BB962C8B-B14F-4D97-AF65-F5344CB8AC3E}">
        <p14:creationId xmlns:p14="http://schemas.microsoft.com/office/powerpoint/2010/main" val="994010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B3133-5FE0-8832-4B79-4AA5D28F9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12C55-415C-4BDC-B583-5E6093C71462}"/>
              </a:ext>
            </a:extLst>
          </p:cNvPr>
          <p:cNvSpPr>
            <a:spLocks noGrp="1" noRot="1" noChangeAspect="1"/>
          </p:cNvSpPr>
          <p:nvPr>
            <p:ph type="sldImg"/>
          </p:nvPr>
        </p:nvSpPr>
        <p:spPr>
          <a:xfrm>
            <a:off x="323850" y="701675"/>
            <a:ext cx="6210300" cy="3494088"/>
          </a:xfrm>
        </p:spPr>
        <p:txBody>
          <a:bodyPr/>
          <a:lstStyle/>
          <a:p>
            <a:endParaRPr lang="en-US"/>
          </a:p>
        </p:txBody>
      </p:sp>
      <p:sp>
        <p:nvSpPr>
          <p:cNvPr id="3" name="Notes Placeholder 2">
            <a:extLst>
              <a:ext uri="{FF2B5EF4-FFF2-40B4-BE49-F238E27FC236}">
                <a16:creationId xmlns:a16="http://schemas.microsoft.com/office/drawing/2014/main" id="{A5F56C5B-73D8-AECE-DEAE-FC1D8C23ECB4}"/>
              </a:ext>
            </a:extLst>
          </p:cNvPr>
          <p:cNvSpPr>
            <a:spLocks noGrp="1"/>
          </p:cNvSpPr>
          <p:nvPr>
            <p:ph type="body" idx="1"/>
          </p:nvPr>
        </p:nvSpPr>
        <p:spPr/>
        <p:txBody>
          <a:bodyPr/>
          <a:lstStyle/>
          <a:p>
            <a:r>
              <a:t>Talk track: a lower-urgency, high-value item. It can start before Multi-Firm on the user list, but the parent and delegation views only arrive with Multi-Firm, so position it as two waves.</a:t>
            </a:r>
          </a:p>
        </p:txBody>
      </p:sp>
      <p:sp>
        <p:nvSpPr>
          <p:cNvPr id="4" name="Slide Number Placeholder 3">
            <a:extLst>
              <a:ext uri="{FF2B5EF4-FFF2-40B4-BE49-F238E27FC236}">
                <a16:creationId xmlns:a16="http://schemas.microsoft.com/office/drawing/2014/main" id="{6D6E78C1-965D-108A-CA77-813008D21EC5}"/>
              </a:ext>
            </a:extLst>
          </p:cNvPr>
          <p:cNvSpPr>
            <a:spLocks noGrp="1"/>
          </p:cNvSpPr>
          <p:nvPr>
            <p:ph type="sldNum" sz="quarter" idx="5"/>
          </p:nvPr>
        </p:nvSpPr>
        <p:spPr/>
        <p:txBody>
          <a:bodyPr/>
          <a:lstStyle/>
          <a:p>
            <a:fld id="{04162245-B222-4A56-8CE4-91881051E997}" type="slidenum">
              <a:rPr lang="en-CA" smtClean="0"/>
              <a:t>6</a:t>
            </a:fld>
            <a:endParaRPr lang="en-CA"/>
          </a:p>
        </p:txBody>
      </p:sp>
    </p:spTree>
    <p:extLst>
      <p:ext uri="{BB962C8B-B14F-4D97-AF65-F5344CB8AC3E}">
        <p14:creationId xmlns:p14="http://schemas.microsoft.com/office/powerpoint/2010/main" val="2600044700"/>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small if kept small. The decision is to keep it to the list and the next action, fix the status data first, and package it so firms never see internal admin resources.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six weeks in, the three foundations are moving — Employee Access delivered, SZ SSO in build, UAM designed and ready for engineering — and Multi-Firm discovery is finished. The right column is the sequence we must hold to reach trading GA in May.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one picture of the dependency. If UAR finishes in February, Multi-Firm gets March and April and trading launches in May. Each week UAM slips moves the whole chain; the R2 power-down date does not help with any of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close by asking for the six things. Items 1–3 set the critical path; 4 and 5 remove design risk; 6 is capacity. Propose a 30-minute follow-up with Kevin to confirm owners and dates.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Ref idx="1001">
        <a:schemeClr val="bg2"/>
      </p:bgRef>
    </p:bg>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2CC88DA5-C9DA-5A7C-769D-E57FDA139D8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C6E778C4-7F03-AB42-449F-333A68862B30}"/>
              </a:ext>
            </a:extLst>
          </p:cNvPr>
          <p:cNvSpPr>
            <a:spLocks noGrp="1"/>
          </p:cNvSpPr>
          <p:nvPr>
            <p:ph type="ctrTitle" hasCustomPrompt="1"/>
          </p:nvPr>
        </p:nvSpPr>
        <p:spPr>
          <a:xfrm>
            <a:off x="246000" y="1313999"/>
            <a:ext cx="4365000" cy="2970663"/>
          </a:xfrm>
        </p:spPr>
        <p:txBody>
          <a:bodyPr anchor="t"/>
          <a:lstStyle>
            <a:lvl1pPr algn="l">
              <a:lnSpc>
                <a:spcPct val="80000"/>
              </a:lnSpc>
              <a:defRPr sz="4600" spc="-90" baseline="0">
                <a:solidFill>
                  <a:schemeClr val="tx1"/>
                </a:solidFill>
              </a:defRPr>
            </a:lvl1pPr>
          </a:lstStyle>
          <a:p>
            <a:r>
              <a:rPr lang="en-CA"/>
              <a:t>Presentation title</a:t>
            </a:r>
          </a:p>
        </p:txBody>
      </p:sp>
      <p:sp>
        <p:nvSpPr>
          <p:cNvPr id="3" name="Sous-titre 2">
            <a:extLst>
              <a:ext uri="{FF2B5EF4-FFF2-40B4-BE49-F238E27FC236}">
                <a16:creationId xmlns:a16="http://schemas.microsoft.com/office/drawing/2014/main" id="{6E1FD5D1-61FB-7B06-307B-0382D342F944}"/>
              </a:ext>
            </a:extLst>
          </p:cNvPr>
          <p:cNvSpPr>
            <a:spLocks noGrp="1"/>
          </p:cNvSpPr>
          <p:nvPr>
            <p:ph type="subTitle" idx="1" hasCustomPrompt="1"/>
          </p:nvPr>
        </p:nvSpPr>
        <p:spPr>
          <a:xfrm>
            <a:off x="246000" y="4428237"/>
            <a:ext cx="4365000" cy="1926525"/>
          </a:xfrm>
        </p:spPr>
        <p:txBody>
          <a:bodyPr lIns="18000"/>
          <a:lstStyle>
            <a:lvl1pPr marL="0" indent="0" algn="l">
              <a:lnSpc>
                <a:spcPct val="90000"/>
              </a:lnSpc>
              <a:spcBef>
                <a:spcPts val="0"/>
              </a:spcBef>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Presentation subtitle or name of the presenter</a:t>
            </a:r>
          </a:p>
        </p:txBody>
      </p:sp>
      <p:sp>
        <p:nvSpPr>
          <p:cNvPr id="19" name="Espace réservé du texte 18">
            <a:extLst>
              <a:ext uri="{FF2B5EF4-FFF2-40B4-BE49-F238E27FC236}">
                <a16:creationId xmlns:a16="http://schemas.microsoft.com/office/drawing/2014/main" id="{4663D2EB-5CE1-3C9F-13F8-F36B27A6BB9F}"/>
              </a:ext>
            </a:extLst>
          </p:cNvPr>
          <p:cNvSpPr>
            <a:spLocks noGrp="1"/>
          </p:cNvSpPr>
          <p:nvPr>
            <p:ph type="body" sz="quarter" idx="10" hasCustomPrompt="1"/>
          </p:nvPr>
        </p:nvSpPr>
        <p:spPr>
          <a:xfrm>
            <a:off x="246000" y="6444000"/>
            <a:ext cx="2835338" cy="223837"/>
          </a:xfrm>
        </p:spPr>
        <p:txBody>
          <a:bodyPr lIns="36000" rIns="36000" anchor="ctr"/>
          <a:lstStyle>
            <a:lvl1pPr>
              <a:buNone/>
              <a:defRPr sz="1050"/>
            </a:lvl1pPr>
          </a:lstStyle>
          <a:p>
            <a:pPr lvl="0"/>
            <a:r>
              <a:rPr lang="en-CA"/>
              <a:t>Date</a:t>
            </a:r>
          </a:p>
        </p:txBody>
      </p:sp>
    </p:spTree>
    <p:extLst>
      <p:ext uri="{BB962C8B-B14F-4D97-AF65-F5344CB8AC3E}">
        <p14:creationId xmlns:p14="http://schemas.microsoft.com/office/powerpoint/2010/main" val="11044170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bg>
      <p:bgPr>
        <a:solidFill>
          <a:schemeClr val="tx2"/>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8A59FD83-1441-D2D6-B625-9014E935AB8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C6E778C4-7F03-AB42-449F-333A68862B30}"/>
              </a:ext>
            </a:extLst>
          </p:cNvPr>
          <p:cNvSpPr>
            <a:spLocks noGrp="1"/>
          </p:cNvSpPr>
          <p:nvPr>
            <p:ph type="ctrTitle" hasCustomPrompt="1"/>
          </p:nvPr>
        </p:nvSpPr>
        <p:spPr>
          <a:xfrm>
            <a:off x="246000" y="1313999"/>
            <a:ext cx="4365000" cy="2970663"/>
          </a:xfrm>
        </p:spPr>
        <p:txBody>
          <a:bodyPr anchor="t"/>
          <a:lstStyle>
            <a:lvl1pPr algn="l">
              <a:lnSpc>
                <a:spcPct val="80000"/>
              </a:lnSpc>
              <a:defRPr sz="4600" spc="-90" baseline="0">
                <a:solidFill>
                  <a:schemeClr val="tx1"/>
                </a:solidFill>
              </a:defRPr>
            </a:lvl1pPr>
          </a:lstStyle>
          <a:p>
            <a:r>
              <a:rPr lang="en-CA"/>
              <a:t>Presentation title</a:t>
            </a:r>
          </a:p>
        </p:txBody>
      </p:sp>
      <p:sp>
        <p:nvSpPr>
          <p:cNvPr id="3" name="Sous-titre 2">
            <a:extLst>
              <a:ext uri="{FF2B5EF4-FFF2-40B4-BE49-F238E27FC236}">
                <a16:creationId xmlns:a16="http://schemas.microsoft.com/office/drawing/2014/main" id="{6E1FD5D1-61FB-7B06-307B-0382D342F944}"/>
              </a:ext>
            </a:extLst>
          </p:cNvPr>
          <p:cNvSpPr>
            <a:spLocks noGrp="1"/>
          </p:cNvSpPr>
          <p:nvPr>
            <p:ph type="subTitle" idx="1" hasCustomPrompt="1"/>
          </p:nvPr>
        </p:nvSpPr>
        <p:spPr>
          <a:xfrm>
            <a:off x="246000" y="4428237"/>
            <a:ext cx="4365000" cy="1926525"/>
          </a:xfrm>
        </p:spPr>
        <p:txBody>
          <a:bodyPr lIns="18000"/>
          <a:lstStyle>
            <a:lvl1pPr marL="0" indent="0" algn="l">
              <a:lnSpc>
                <a:spcPct val="90000"/>
              </a:lnSpc>
              <a:spcBef>
                <a:spcPts val="0"/>
              </a:spcBef>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Presentation subtitle or name of the presenter</a:t>
            </a:r>
          </a:p>
        </p:txBody>
      </p:sp>
      <p:sp>
        <p:nvSpPr>
          <p:cNvPr id="19" name="Espace réservé du texte 18">
            <a:extLst>
              <a:ext uri="{FF2B5EF4-FFF2-40B4-BE49-F238E27FC236}">
                <a16:creationId xmlns:a16="http://schemas.microsoft.com/office/drawing/2014/main" id="{4663D2EB-5CE1-3C9F-13F8-F36B27A6BB9F}"/>
              </a:ext>
            </a:extLst>
          </p:cNvPr>
          <p:cNvSpPr>
            <a:spLocks noGrp="1"/>
          </p:cNvSpPr>
          <p:nvPr>
            <p:ph type="body" sz="quarter" idx="10" hasCustomPrompt="1"/>
          </p:nvPr>
        </p:nvSpPr>
        <p:spPr>
          <a:xfrm>
            <a:off x="246000" y="6444000"/>
            <a:ext cx="2835338" cy="223837"/>
          </a:xfrm>
        </p:spPr>
        <p:txBody>
          <a:bodyPr lIns="36000" rIns="36000" anchor="ctr"/>
          <a:lstStyle>
            <a:lvl1pPr>
              <a:buNone/>
              <a:defRPr sz="1050"/>
            </a:lvl1pPr>
          </a:lstStyle>
          <a:p>
            <a:pPr lvl="0"/>
            <a:r>
              <a:rPr lang="en-CA"/>
              <a:t>Date</a:t>
            </a:r>
          </a:p>
        </p:txBody>
      </p:sp>
    </p:spTree>
    <p:extLst>
      <p:ext uri="{BB962C8B-B14F-4D97-AF65-F5344CB8AC3E}">
        <p14:creationId xmlns:p14="http://schemas.microsoft.com/office/powerpoint/2010/main" val="169446078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bg>
      <p:bgRef idx="1001">
        <a:schemeClr val="bg2"/>
      </p:bgRef>
    </p:bg>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C16A08FA-1D3F-A90C-28E1-F446853547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C6E778C4-7F03-AB42-449F-333A68862B30}"/>
              </a:ext>
            </a:extLst>
          </p:cNvPr>
          <p:cNvSpPr>
            <a:spLocks noGrp="1"/>
          </p:cNvSpPr>
          <p:nvPr>
            <p:ph type="ctrTitle" hasCustomPrompt="1"/>
          </p:nvPr>
        </p:nvSpPr>
        <p:spPr>
          <a:xfrm>
            <a:off x="246000" y="279000"/>
            <a:ext cx="8729725" cy="3045477"/>
          </a:xfrm>
        </p:spPr>
        <p:txBody>
          <a:bodyPr anchor="t"/>
          <a:lstStyle>
            <a:lvl1pPr algn="l">
              <a:lnSpc>
                <a:spcPct val="80000"/>
              </a:lnSpc>
              <a:defRPr sz="8200" spc="-150">
                <a:solidFill>
                  <a:schemeClr val="tx1"/>
                </a:solidFill>
              </a:defRPr>
            </a:lvl1pPr>
          </a:lstStyle>
          <a:p>
            <a:r>
              <a:rPr lang="en-CA"/>
              <a:t>Presentation title</a:t>
            </a:r>
          </a:p>
        </p:txBody>
      </p:sp>
      <p:sp>
        <p:nvSpPr>
          <p:cNvPr id="19" name="Espace réservé du texte 18">
            <a:extLst>
              <a:ext uri="{FF2B5EF4-FFF2-40B4-BE49-F238E27FC236}">
                <a16:creationId xmlns:a16="http://schemas.microsoft.com/office/drawing/2014/main" id="{4663D2EB-5CE1-3C9F-13F8-F36B27A6BB9F}"/>
              </a:ext>
            </a:extLst>
          </p:cNvPr>
          <p:cNvSpPr>
            <a:spLocks noGrp="1"/>
          </p:cNvSpPr>
          <p:nvPr>
            <p:ph type="body" sz="quarter" idx="10" hasCustomPrompt="1"/>
          </p:nvPr>
        </p:nvSpPr>
        <p:spPr>
          <a:xfrm>
            <a:off x="246000" y="6444000"/>
            <a:ext cx="2835338" cy="223837"/>
          </a:xfrm>
        </p:spPr>
        <p:txBody>
          <a:bodyPr lIns="36000" rIns="36000" anchor="ctr"/>
          <a:lstStyle>
            <a:lvl1pPr>
              <a:buNone/>
              <a:defRPr sz="1050"/>
            </a:lvl1pPr>
          </a:lstStyle>
          <a:p>
            <a:pPr lvl="0"/>
            <a:r>
              <a:rPr lang="en-CA"/>
              <a:t>Date</a:t>
            </a:r>
          </a:p>
        </p:txBody>
      </p:sp>
    </p:spTree>
    <p:extLst>
      <p:ext uri="{BB962C8B-B14F-4D97-AF65-F5344CB8AC3E}">
        <p14:creationId xmlns:p14="http://schemas.microsoft.com/office/powerpoint/2010/main" val="225655369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page with image">
    <p:bg>
      <p:bgRef idx="1001">
        <a:schemeClr val="bg2"/>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E778C4-7F03-AB42-449F-333A68862B30}"/>
              </a:ext>
            </a:extLst>
          </p:cNvPr>
          <p:cNvSpPr>
            <a:spLocks noGrp="1"/>
          </p:cNvSpPr>
          <p:nvPr>
            <p:ph type="ctrTitle" hasCustomPrompt="1"/>
          </p:nvPr>
        </p:nvSpPr>
        <p:spPr>
          <a:xfrm>
            <a:off x="246000" y="1313999"/>
            <a:ext cx="4814950" cy="2970663"/>
          </a:xfrm>
        </p:spPr>
        <p:txBody>
          <a:bodyPr anchor="t"/>
          <a:lstStyle>
            <a:lvl1pPr algn="l">
              <a:lnSpc>
                <a:spcPct val="80000"/>
              </a:lnSpc>
              <a:defRPr sz="4600" spc="-90" baseline="0">
                <a:solidFill>
                  <a:schemeClr val="tx1"/>
                </a:solidFill>
              </a:defRPr>
            </a:lvl1pPr>
          </a:lstStyle>
          <a:p>
            <a:r>
              <a:rPr lang="en-CA"/>
              <a:t>Presentation title</a:t>
            </a:r>
          </a:p>
        </p:txBody>
      </p:sp>
      <p:sp>
        <p:nvSpPr>
          <p:cNvPr id="3" name="Sous-titre 2">
            <a:extLst>
              <a:ext uri="{FF2B5EF4-FFF2-40B4-BE49-F238E27FC236}">
                <a16:creationId xmlns:a16="http://schemas.microsoft.com/office/drawing/2014/main" id="{6E1FD5D1-61FB-7B06-307B-0382D342F944}"/>
              </a:ext>
            </a:extLst>
          </p:cNvPr>
          <p:cNvSpPr>
            <a:spLocks noGrp="1"/>
          </p:cNvSpPr>
          <p:nvPr>
            <p:ph type="subTitle" idx="1" hasCustomPrompt="1"/>
          </p:nvPr>
        </p:nvSpPr>
        <p:spPr>
          <a:xfrm>
            <a:off x="246000" y="4428237"/>
            <a:ext cx="4814950" cy="1926525"/>
          </a:xfrm>
        </p:spPr>
        <p:txBody>
          <a:bodyPr lIns="18000"/>
          <a:lstStyle>
            <a:lvl1pPr marL="0" indent="0" algn="l">
              <a:lnSpc>
                <a:spcPct val="90000"/>
              </a:lnSpc>
              <a:spcBef>
                <a:spcPts val="0"/>
              </a:spcBef>
              <a:buNone/>
              <a:defRPr sz="2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Presentation subtitle or name of the presenter</a:t>
            </a:r>
          </a:p>
        </p:txBody>
      </p:sp>
      <p:sp>
        <p:nvSpPr>
          <p:cNvPr id="19" name="Espace réservé du texte 18">
            <a:extLst>
              <a:ext uri="{FF2B5EF4-FFF2-40B4-BE49-F238E27FC236}">
                <a16:creationId xmlns:a16="http://schemas.microsoft.com/office/drawing/2014/main" id="{4663D2EB-5CE1-3C9F-13F8-F36B27A6BB9F}"/>
              </a:ext>
            </a:extLst>
          </p:cNvPr>
          <p:cNvSpPr>
            <a:spLocks noGrp="1"/>
          </p:cNvSpPr>
          <p:nvPr>
            <p:ph type="body" sz="quarter" idx="10" hasCustomPrompt="1"/>
          </p:nvPr>
        </p:nvSpPr>
        <p:spPr>
          <a:xfrm>
            <a:off x="246000" y="6444000"/>
            <a:ext cx="2835338" cy="223837"/>
          </a:xfrm>
        </p:spPr>
        <p:txBody>
          <a:bodyPr lIns="36000" rIns="36000" anchor="ctr"/>
          <a:lstStyle>
            <a:lvl1pPr>
              <a:buNone/>
              <a:defRPr sz="1050">
                <a:solidFill>
                  <a:schemeClr val="tx1"/>
                </a:solidFill>
              </a:defRPr>
            </a:lvl1pPr>
          </a:lstStyle>
          <a:p>
            <a:pPr lvl="0"/>
            <a:r>
              <a:rPr lang="en-CA"/>
              <a:t>Date</a:t>
            </a:r>
          </a:p>
        </p:txBody>
      </p:sp>
      <p:sp>
        <p:nvSpPr>
          <p:cNvPr id="8" name="Espace réservé pour une image  7">
            <a:extLst>
              <a:ext uri="{FF2B5EF4-FFF2-40B4-BE49-F238E27FC236}">
                <a16:creationId xmlns:a16="http://schemas.microsoft.com/office/drawing/2014/main" id="{03DE7BA4-6FFF-4E2D-E688-A56AC2ACC864}"/>
              </a:ext>
            </a:extLst>
          </p:cNvPr>
          <p:cNvSpPr>
            <a:spLocks noGrp="1"/>
          </p:cNvSpPr>
          <p:nvPr>
            <p:ph type="pic" sz="quarter" idx="11" hasCustomPrompt="1"/>
          </p:nvPr>
        </p:nvSpPr>
        <p:spPr>
          <a:xfrm>
            <a:off x="4521000" y="1"/>
            <a:ext cx="7671000" cy="5550483"/>
          </a:xfrm>
          <a:custGeom>
            <a:avLst/>
            <a:gdLst>
              <a:gd name="connsiteX0" fmla="*/ 0 w 7671000"/>
              <a:gd name="connsiteY0" fmla="*/ 0 h 5550483"/>
              <a:gd name="connsiteX1" fmla="*/ 7671000 w 7671000"/>
              <a:gd name="connsiteY1" fmla="*/ 0 h 5550483"/>
              <a:gd name="connsiteX2" fmla="*/ 7671000 w 7671000"/>
              <a:gd name="connsiteY2" fmla="*/ 4852969 h 5550483"/>
              <a:gd name="connsiteX3" fmla="*/ 5640263 w 7671000"/>
              <a:gd name="connsiteY3" fmla="*/ 5395720 h 5550483"/>
              <a:gd name="connsiteX4" fmla="*/ 4204796 w 7671000"/>
              <a:gd name="connsiteY4" fmla="*/ 5467442 h 5550483"/>
              <a:gd name="connsiteX5" fmla="*/ 3386344 w 7671000"/>
              <a:gd name="connsiteY5" fmla="*/ 4653697 h 555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1000" h="5550483">
                <a:moveTo>
                  <a:pt x="0" y="0"/>
                </a:moveTo>
                <a:lnTo>
                  <a:pt x="7671000" y="0"/>
                </a:lnTo>
                <a:lnTo>
                  <a:pt x="7671000" y="4852969"/>
                </a:lnTo>
                <a:lnTo>
                  <a:pt x="5640263" y="5395720"/>
                </a:lnTo>
                <a:cubicBezTo>
                  <a:pt x="5053892" y="5533696"/>
                  <a:pt x="4629916" y="5625257"/>
                  <a:pt x="4204796" y="5467442"/>
                </a:cubicBezTo>
                <a:cubicBezTo>
                  <a:pt x="3881407" y="5329338"/>
                  <a:pt x="3616136" y="4980645"/>
                  <a:pt x="3386344" y="4653697"/>
                </a:cubicBezTo>
                <a:close/>
              </a:path>
            </a:pathLst>
          </a:custGeom>
        </p:spPr>
        <p:txBody>
          <a:bodyPr wrap="square" bIns="972000" anchor="ctr">
            <a:noAutofit/>
          </a:bodyPr>
          <a:lstStyle>
            <a:lvl1pPr algn="ctr">
              <a:defRPr/>
            </a:lvl1pPr>
          </a:lstStyle>
          <a:p>
            <a:r>
              <a:rPr lang="en-CA"/>
              <a:t>Click the icon to add an image</a:t>
            </a:r>
          </a:p>
        </p:txBody>
      </p:sp>
    </p:spTree>
    <p:extLst>
      <p:ext uri="{BB962C8B-B14F-4D97-AF65-F5344CB8AC3E}">
        <p14:creationId xmlns:p14="http://schemas.microsoft.com/office/powerpoint/2010/main" val="303580128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losing layout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Closing layouts</a:t>
            </a:r>
          </a:p>
        </p:txBody>
      </p:sp>
    </p:spTree>
    <p:extLst>
      <p:ext uri="{BB962C8B-B14F-4D97-AF65-F5344CB8AC3E}">
        <p14:creationId xmlns:p14="http://schemas.microsoft.com/office/powerpoint/2010/main" val="324928249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Grey closing page">
    <p:bg>
      <p:bgPr>
        <a:solidFill>
          <a:schemeClr val="tx2"/>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8AB2AEFD-BB63-A8E0-4A51-4BEA0D4AE4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C6E778C4-7F03-AB42-449F-333A68862B30}"/>
              </a:ext>
            </a:extLst>
          </p:cNvPr>
          <p:cNvSpPr>
            <a:spLocks noGrp="1"/>
          </p:cNvSpPr>
          <p:nvPr>
            <p:ph type="ctrTitle" hasCustomPrompt="1"/>
          </p:nvPr>
        </p:nvSpPr>
        <p:spPr>
          <a:xfrm>
            <a:off x="246000" y="279000"/>
            <a:ext cx="7740713" cy="3045477"/>
          </a:xfrm>
        </p:spPr>
        <p:txBody>
          <a:bodyPr anchor="t"/>
          <a:lstStyle>
            <a:lvl1pPr algn="l">
              <a:lnSpc>
                <a:spcPct val="80000"/>
              </a:lnSpc>
              <a:defRPr sz="8200" spc="-150">
                <a:solidFill>
                  <a:schemeClr val="tx1"/>
                </a:solidFill>
              </a:defRPr>
            </a:lvl1pPr>
          </a:lstStyle>
          <a:p>
            <a:r>
              <a:rPr lang="en-CA"/>
              <a:t>Add “Thank you!” or another message</a:t>
            </a:r>
          </a:p>
        </p:txBody>
      </p:sp>
    </p:spTree>
    <p:extLst>
      <p:ext uri="{BB962C8B-B14F-4D97-AF65-F5344CB8AC3E}">
        <p14:creationId xmlns:p14="http://schemas.microsoft.com/office/powerpoint/2010/main" val="3247224958"/>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ream closing page">
    <p:bg>
      <p:bgRef idx="1001">
        <a:schemeClr val="bg2"/>
      </p:bgRef>
    </p:bg>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E016C49C-7C68-481C-1A30-63784B344D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C6E778C4-7F03-AB42-449F-333A68862B30}"/>
              </a:ext>
            </a:extLst>
          </p:cNvPr>
          <p:cNvSpPr>
            <a:spLocks noGrp="1"/>
          </p:cNvSpPr>
          <p:nvPr>
            <p:ph type="ctrTitle" hasCustomPrompt="1"/>
          </p:nvPr>
        </p:nvSpPr>
        <p:spPr>
          <a:xfrm>
            <a:off x="246000" y="279000"/>
            <a:ext cx="7740713" cy="3045477"/>
          </a:xfrm>
        </p:spPr>
        <p:txBody>
          <a:bodyPr anchor="t"/>
          <a:lstStyle>
            <a:lvl1pPr algn="l">
              <a:lnSpc>
                <a:spcPct val="80000"/>
              </a:lnSpc>
              <a:defRPr sz="8200" spc="-150">
                <a:solidFill>
                  <a:schemeClr val="tx1"/>
                </a:solidFill>
              </a:defRPr>
            </a:lvl1pPr>
          </a:lstStyle>
          <a:p>
            <a:r>
              <a:rPr lang="en-CA"/>
              <a:t>Add “Thank you!” or another message</a:t>
            </a:r>
          </a:p>
        </p:txBody>
      </p:sp>
    </p:spTree>
    <p:extLst>
      <p:ext uri="{BB962C8B-B14F-4D97-AF65-F5344CB8AC3E}">
        <p14:creationId xmlns:p14="http://schemas.microsoft.com/office/powerpoint/2010/main" val="144033269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losing page with contact">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E778C4-7F03-AB42-449F-333A68862B30}"/>
              </a:ext>
              <a:ext uri="{C183D7F6-B498-43B3-948B-1728B52AA6E4}">
                <adec:decorative xmlns:adec="http://schemas.microsoft.com/office/drawing/2017/decorative" val="0"/>
              </a:ext>
            </a:extLst>
          </p:cNvPr>
          <p:cNvSpPr>
            <a:spLocks noGrp="1"/>
          </p:cNvSpPr>
          <p:nvPr>
            <p:ph type="ctrTitle" hasCustomPrompt="1"/>
          </p:nvPr>
        </p:nvSpPr>
        <p:spPr>
          <a:xfrm>
            <a:off x="246000" y="279000"/>
            <a:ext cx="7740713" cy="3045477"/>
          </a:xfrm>
        </p:spPr>
        <p:txBody>
          <a:bodyPr anchor="t"/>
          <a:lstStyle>
            <a:lvl1pPr algn="l">
              <a:lnSpc>
                <a:spcPct val="80000"/>
              </a:lnSpc>
              <a:defRPr sz="8200" spc="-150">
                <a:solidFill>
                  <a:schemeClr val="tx1"/>
                </a:solidFill>
              </a:defRPr>
            </a:lvl1pPr>
          </a:lstStyle>
          <a:p>
            <a:r>
              <a:rPr lang="en-CA"/>
              <a:t>Add “Thank you!” or another message</a:t>
            </a:r>
          </a:p>
        </p:txBody>
      </p:sp>
      <p:sp>
        <p:nvSpPr>
          <p:cNvPr id="6" name="ZoneTexte 5">
            <a:extLst>
              <a:ext uri="{FF2B5EF4-FFF2-40B4-BE49-F238E27FC236}">
                <a16:creationId xmlns:a16="http://schemas.microsoft.com/office/drawing/2014/main" id="{2D17E617-E0F3-AD39-B8BB-15407385F25D}"/>
              </a:ext>
            </a:extLst>
          </p:cNvPr>
          <p:cNvSpPr txBox="1"/>
          <p:nvPr userDrawn="1"/>
        </p:nvSpPr>
        <p:spPr>
          <a:xfrm>
            <a:off x="246000" y="6174000"/>
            <a:ext cx="1620000" cy="246221"/>
          </a:xfrm>
          <a:prstGeom prst="rect">
            <a:avLst/>
          </a:prstGeom>
          <a:noFill/>
        </p:spPr>
        <p:txBody>
          <a:bodyPr wrap="square" lIns="36000" rIns="36000" rtlCol="0">
            <a:spAutoFit/>
          </a:bodyPr>
          <a:lstStyle/>
          <a:p>
            <a:r>
              <a:rPr lang="en-CA" sz="1000"/>
              <a:t>Contact</a:t>
            </a:r>
          </a:p>
        </p:txBody>
      </p:sp>
      <p:sp>
        <p:nvSpPr>
          <p:cNvPr id="5" name="Espace réservé du texte 18">
            <a:extLst>
              <a:ext uri="{FF2B5EF4-FFF2-40B4-BE49-F238E27FC236}">
                <a16:creationId xmlns:a16="http://schemas.microsoft.com/office/drawing/2014/main" id="{A3A96552-35C6-652C-A3C5-2A58384253B1}"/>
              </a:ext>
            </a:extLst>
          </p:cNvPr>
          <p:cNvSpPr>
            <a:spLocks noGrp="1"/>
          </p:cNvSpPr>
          <p:nvPr>
            <p:ph type="body" sz="quarter" idx="10" hasCustomPrompt="1"/>
          </p:nvPr>
        </p:nvSpPr>
        <p:spPr>
          <a:xfrm>
            <a:off x="246000" y="6399000"/>
            <a:ext cx="2664000" cy="223837"/>
          </a:xfrm>
        </p:spPr>
        <p:txBody>
          <a:bodyPr lIns="36000" rIns="36000" anchor="t"/>
          <a:lstStyle>
            <a:lvl1pPr>
              <a:spcBef>
                <a:spcPts val="0"/>
              </a:spcBef>
              <a:buNone/>
              <a:defRPr sz="1200"/>
            </a:lvl1pPr>
          </a:lstStyle>
          <a:p>
            <a:pPr lvl="0"/>
            <a:r>
              <a:rPr lang="en-CA"/>
              <a:t>First and Last Name</a:t>
            </a:r>
          </a:p>
        </p:txBody>
      </p:sp>
      <p:sp>
        <p:nvSpPr>
          <p:cNvPr id="9" name="ZoneTexte 8">
            <a:extLst>
              <a:ext uri="{FF2B5EF4-FFF2-40B4-BE49-F238E27FC236}">
                <a16:creationId xmlns:a16="http://schemas.microsoft.com/office/drawing/2014/main" id="{65BEAFEA-11C7-38C4-186C-D16781338D4B}"/>
              </a:ext>
            </a:extLst>
          </p:cNvPr>
          <p:cNvSpPr txBox="1"/>
          <p:nvPr userDrawn="1"/>
        </p:nvSpPr>
        <p:spPr>
          <a:xfrm>
            <a:off x="3216000" y="6174000"/>
            <a:ext cx="1620000" cy="246221"/>
          </a:xfrm>
          <a:prstGeom prst="rect">
            <a:avLst/>
          </a:prstGeom>
          <a:noFill/>
        </p:spPr>
        <p:txBody>
          <a:bodyPr wrap="square" lIns="36000" rIns="36000" rtlCol="0">
            <a:spAutoFit/>
          </a:bodyPr>
          <a:lstStyle/>
          <a:p>
            <a:r>
              <a:rPr lang="en-CA" sz="1000"/>
              <a:t>Email address</a:t>
            </a:r>
          </a:p>
        </p:txBody>
      </p:sp>
      <p:sp>
        <p:nvSpPr>
          <p:cNvPr id="8" name="Espace réservé du texte 18">
            <a:extLst>
              <a:ext uri="{FF2B5EF4-FFF2-40B4-BE49-F238E27FC236}">
                <a16:creationId xmlns:a16="http://schemas.microsoft.com/office/drawing/2014/main" id="{1106F16F-72A9-E9EE-4F7F-082C4EE608C8}"/>
              </a:ext>
            </a:extLst>
          </p:cNvPr>
          <p:cNvSpPr>
            <a:spLocks noGrp="1"/>
          </p:cNvSpPr>
          <p:nvPr>
            <p:ph type="body" sz="quarter" idx="11" hasCustomPrompt="1"/>
          </p:nvPr>
        </p:nvSpPr>
        <p:spPr>
          <a:xfrm>
            <a:off x="3216000" y="6399000"/>
            <a:ext cx="2664000" cy="223837"/>
          </a:xfrm>
        </p:spPr>
        <p:txBody>
          <a:bodyPr lIns="36000" rIns="36000" anchor="t"/>
          <a:lstStyle>
            <a:lvl1pPr>
              <a:spcBef>
                <a:spcPts val="0"/>
              </a:spcBef>
              <a:buNone/>
              <a:defRPr sz="1200"/>
            </a:lvl1pPr>
          </a:lstStyle>
          <a:p>
            <a:pPr lvl="0"/>
            <a:r>
              <a:rPr lang="en-CA"/>
              <a:t>FirstName.LastName@bnc.ca</a:t>
            </a:r>
          </a:p>
        </p:txBody>
      </p:sp>
    </p:spTree>
    <p:extLst>
      <p:ext uri="{BB962C8B-B14F-4D97-AF65-F5344CB8AC3E}">
        <p14:creationId xmlns:p14="http://schemas.microsoft.com/office/powerpoint/2010/main" val="207690236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layout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Agenda layouts</a:t>
            </a:r>
          </a:p>
        </p:txBody>
      </p:sp>
    </p:spTree>
    <p:extLst>
      <p:ext uri="{BB962C8B-B14F-4D97-AF65-F5344CB8AC3E}">
        <p14:creationId xmlns:p14="http://schemas.microsoft.com/office/powerpoint/2010/main" val="158217183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SUJET">
            <a:extLst>
              <a:ext uri="{FF2B5EF4-FFF2-40B4-BE49-F238E27FC236}">
                <a16:creationId xmlns:a16="http://schemas.microsoft.com/office/drawing/2014/main" id="{694E5D84-DD2B-683A-1966-F768CFF205C7}"/>
              </a:ext>
            </a:extLst>
          </p:cNvPr>
          <p:cNvSpPr>
            <a:spLocks noGrp="1"/>
          </p:cNvSpPr>
          <p:nvPr>
            <p:ph type="body" sz="quarter" idx="13" hasCustomPrompt="1"/>
          </p:nvPr>
        </p:nvSpPr>
        <p:spPr>
          <a:xfrm>
            <a:off x="246063" y="233999"/>
            <a:ext cx="3104937" cy="180001"/>
          </a:xfrm>
        </p:spPr>
        <p:txBody>
          <a:bodyPr lIns="18000" tIns="14400" rIns="18000" bIns="0" anchor="t">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Add “Agenda” or “Content”</a:t>
            </a:r>
          </a:p>
        </p:txBody>
      </p:sp>
      <p:sp>
        <p:nvSpPr>
          <p:cNvPr id="13" name="Espace réservé du texte 9">
            <a:extLst>
              <a:ext uri="{FF2B5EF4-FFF2-40B4-BE49-F238E27FC236}">
                <a16:creationId xmlns:a16="http://schemas.microsoft.com/office/drawing/2014/main" id="{ED1D820B-AD44-0673-3D10-BC4E2E37F848}"/>
              </a:ext>
            </a:extLst>
          </p:cNvPr>
          <p:cNvSpPr>
            <a:spLocks noGrp="1"/>
          </p:cNvSpPr>
          <p:nvPr>
            <p:ph type="body" sz="quarter" idx="16" hasCustomPrompt="1"/>
          </p:nvPr>
        </p:nvSpPr>
        <p:spPr>
          <a:xfrm>
            <a:off x="4204576" y="279000"/>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17" name="Espace réservé du texte 9">
            <a:extLst>
              <a:ext uri="{FF2B5EF4-FFF2-40B4-BE49-F238E27FC236}">
                <a16:creationId xmlns:a16="http://schemas.microsoft.com/office/drawing/2014/main" id="{5DE132D2-0035-8F31-5B6D-200C9C5DCB8A}"/>
              </a:ext>
            </a:extLst>
          </p:cNvPr>
          <p:cNvSpPr>
            <a:spLocks noGrp="1"/>
          </p:cNvSpPr>
          <p:nvPr>
            <p:ph type="body" sz="quarter" idx="20" hasCustomPrompt="1"/>
          </p:nvPr>
        </p:nvSpPr>
        <p:spPr>
          <a:xfrm>
            <a:off x="4204576" y="774202"/>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21" name="Espace réservé du texte 9">
            <a:extLst>
              <a:ext uri="{FF2B5EF4-FFF2-40B4-BE49-F238E27FC236}">
                <a16:creationId xmlns:a16="http://schemas.microsoft.com/office/drawing/2014/main" id="{3C8A679E-4138-FA25-4D7D-8A86FF977A8E}"/>
              </a:ext>
            </a:extLst>
          </p:cNvPr>
          <p:cNvSpPr>
            <a:spLocks noGrp="1"/>
          </p:cNvSpPr>
          <p:nvPr>
            <p:ph type="body" sz="quarter" idx="24" hasCustomPrompt="1"/>
          </p:nvPr>
        </p:nvSpPr>
        <p:spPr>
          <a:xfrm>
            <a:off x="4205288" y="1269404"/>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25" name="Espace réservé du texte 9">
            <a:extLst>
              <a:ext uri="{FF2B5EF4-FFF2-40B4-BE49-F238E27FC236}">
                <a16:creationId xmlns:a16="http://schemas.microsoft.com/office/drawing/2014/main" id="{4912813F-9796-67D8-245A-2B601D4A084F}"/>
              </a:ext>
            </a:extLst>
          </p:cNvPr>
          <p:cNvSpPr>
            <a:spLocks noGrp="1"/>
          </p:cNvSpPr>
          <p:nvPr>
            <p:ph type="body" sz="quarter" idx="28" hasCustomPrompt="1"/>
          </p:nvPr>
        </p:nvSpPr>
        <p:spPr>
          <a:xfrm>
            <a:off x="4205288" y="1764606"/>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29" name="Espace réservé du texte 9">
            <a:extLst>
              <a:ext uri="{FF2B5EF4-FFF2-40B4-BE49-F238E27FC236}">
                <a16:creationId xmlns:a16="http://schemas.microsoft.com/office/drawing/2014/main" id="{A6A7E683-F05C-2B10-3964-ABE6C14E81C0}"/>
              </a:ext>
            </a:extLst>
          </p:cNvPr>
          <p:cNvSpPr>
            <a:spLocks noGrp="1"/>
          </p:cNvSpPr>
          <p:nvPr>
            <p:ph type="body" sz="quarter" idx="32" hasCustomPrompt="1"/>
          </p:nvPr>
        </p:nvSpPr>
        <p:spPr>
          <a:xfrm>
            <a:off x="4205288" y="2259808"/>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33" name="Espace réservé du texte 9">
            <a:extLst>
              <a:ext uri="{FF2B5EF4-FFF2-40B4-BE49-F238E27FC236}">
                <a16:creationId xmlns:a16="http://schemas.microsoft.com/office/drawing/2014/main" id="{1E75520E-8124-CCA8-27C3-4832A25D8D61}"/>
              </a:ext>
            </a:extLst>
          </p:cNvPr>
          <p:cNvSpPr>
            <a:spLocks noGrp="1"/>
          </p:cNvSpPr>
          <p:nvPr>
            <p:ph type="body" sz="quarter" idx="36" hasCustomPrompt="1"/>
          </p:nvPr>
        </p:nvSpPr>
        <p:spPr>
          <a:xfrm>
            <a:off x="4205288" y="2755010"/>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37" name="Espace réservé du texte 9">
            <a:extLst>
              <a:ext uri="{FF2B5EF4-FFF2-40B4-BE49-F238E27FC236}">
                <a16:creationId xmlns:a16="http://schemas.microsoft.com/office/drawing/2014/main" id="{595DB01E-F65F-8100-B744-ABE8CC4A6439}"/>
              </a:ext>
            </a:extLst>
          </p:cNvPr>
          <p:cNvSpPr>
            <a:spLocks noGrp="1"/>
          </p:cNvSpPr>
          <p:nvPr>
            <p:ph type="body" sz="quarter" idx="40" hasCustomPrompt="1"/>
          </p:nvPr>
        </p:nvSpPr>
        <p:spPr>
          <a:xfrm>
            <a:off x="4205288" y="3250212"/>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41" name="Espace réservé du texte 9">
            <a:extLst>
              <a:ext uri="{FF2B5EF4-FFF2-40B4-BE49-F238E27FC236}">
                <a16:creationId xmlns:a16="http://schemas.microsoft.com/office/drawing/2014/main" id="{D43417A6-E53A-5AD4-70CA-E104BFBACE08}"/>
              </a:ext>
            </a:extLst>
          </p:cNvPr>
          <p:cNvSpPr>
            <a:spLocks noGrp="1"/>
          </p:cNvSpPr>
          <p:nvPr>
            <p:ph type="body" sz="quarter" idx="44" hasCustomPrompt="1"/>
          </p:nvPr>
        </p:nvSpPr>
        <p:spPr>
          <a:xfrm>
            <a:off x="4204576" y="3745414"/>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45" name="Espace réservé du texte 9">
            <a:extLst>
              <a:ext uri="{FF2B5EF4-FFF2-40B4-BE49-F238E27FC236}">
                <a16:creationId xmlns:a16="http://schemas.microsoft.com/office/drawing/2014/main" id="{4F671E33-F0CC-4208-D8AA-6B8D824D78BB}"/>
              </a:ext>
            </a:extLst>
          </p:cNvPr>
          <p:cNvSpPr>
            <a:spLocks noGrp="1"/>
          </p:cNvSpPr>
          <p:nvPr>
            <p:ph type="body" sz="quarter" idx="48" hasCustomPrompt="1"/>
          </p:nvPr>
        </p:nvSpPr>
        <p:spPr>
          <a:xfrm>
            <a:off x="4204576" y="4240616"/>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49" name="Espace réservé du texte 9">
            <a:extLst>
              <a:ext uri="{FF2B5EF4-FFF2-40B4-BE49-F238E27FC236}">
                <a16:creationId xmlns:a16="http://schemas.microsoft.com/office/drawing/2014/main" id="{324F711E-C2EF-32F4-EAEF-F1947A4018D4}"/>
              </a:ext>
            </a:extLst>
          </p:cNvPr>
          <p:cNvSpPr>
            <a:spLocks noGrp="1"/>
          </p:cNvSpPr>
          <p:nvPr>
            <p:ph type="body" sz="quarter" idx="52" hasCustomPrompt="1"/>
          </p:nvPr>
        </p:nvSpPr>
        <p:spPr>
          <a:xfrm>
            <a:off x="4205288" y="4735818"/>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53" name="Espace réservé du texte 9">
            <a:extLst>
              <a:ext uri="{FF2B5EF4-FFF2-40B4-BE49-F238E27FC236}">
                <a16:creationId xmlns:a16="http://schemas.microsoft.com/office/drawing/2014/main" id="{8BDE2008-47CA-2D22-63C9-A07E25497A89}"/>
              </a:ext>
            </a:extLst>
          </p:cNvPr>
          <p:cNvSpPr>
            <a:spLocks noGrp="1"/>
          </p:cNvSpPr>
          <p:nvPr>
            <p:ph type="body" sz="quarter" idx="56" hasCustomPrompt="1"/>
          </p:nvPr>
        </p:nvSpPr>
        <p:spPr>
          <a:xfrm>
            <a:off x="4205288" y="5231020"/>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57" name="Espace réservé du texte 9">
            <a:extLst>
              <a:ext uri="{FF2B5EF4-FFF2-40B4-BE49-F238E27FC236}">
                <a16:creationId xmlns:a16="http://schemas.microsoft.com/office/drawing/2014/main" id="{D3608617-ABD6-1CE4-6BC4-2473E1136FF7}"/>
              </a:ext>
            </a:extLst>
          </p:cNvPr>
          <p:cNvSpPr>
            <a:spLocks noGrp="1"/>
          </p:cNvSpPr>
          <p:nvPr>
            <p:ph type="body" sz="quarter" idx="60" hasCustomPrompt="1"/>
          </p:nvPr>
        </p:nvSpPr>
        <p:spPr>
          <a:xfrm>
            <a:off x="4205288" y="5726221"/>
            <a:ext cx="7741362" cy="468000"/>
          </a:xfrm>
          <a:solidFill>
            <a:schemeClr val="bg1"/>
          </a:solidFill>
          <a:effectLst>
            <a:innerShdw dist="6350" dir="16200000">
              <a:prstClr val="black"/>
            </a:innerShdw>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63" name="Espace réservé du pied de page 62">
            <a:extLst>
              <a:ext uri="{FF2B5EF4-FFF2-40B4-BE49-F238E27FC236}">
                <a16:creationId xmlns:a16="http://schemas.microsoft.com/office/drawing/2014/main" id="{B11FD893-0ECD-C569-7734-4136F788E406}"/>
              </a:ext>
            </a:extLst>
          </p:cNvPr>
          <p:cNvSpPr>
            <a:spLocks noGrp="1"/>
          </p:cNvSpPr>
          <p:nvPr>
            <p:ph type="ftr" sz="quarter" idx="62"/>
          </p:nvPr>
        </p:nvSpPr>
        <p:spPr/>
        <p:txBody>
          <a:bodyPr/>
          <a:lstStyle/>
          <a:p>
            <a:endParaRPr lang="en-CA"/>
          </a:p>
        </p:txBody>
      </p:sp>
      <p:sp>
        <p:nvSpPr>
          <p:cNvPr id="64" name="Espace réservé du numéro de diapositive 63">
            <a:extLst>
              <a:ext uri="{FF2B5EF4-FFF2-40B4-BE49-F238E27FC236}">
                <a16:creationId xmlns:a16="http://schemas.microsoft.com/office/drawing/2014/main" id="{AE510988-DE02-5DB0-82D4-38C65EFFDF7D}"/>
              </a:ext>
            </a:extLst>
          </p:cNvPr>
          <p:cNvSpPr>
            <a:spLocks noGrp="1"/>
          </p:cNvSpPr>
          <p:nvPr>
            <p:ph type="sldNum" sz="quarter" idx="63"/>
          </p:nvPr>
        </p:nvSpPr>
        <p:spPr/>
        <p:txBody>
          <a:bodyPr/>
          <a:lstStyle/>
          <a:p>
            <a:fld id="{21DAE3DD-E46F-48E2-BAED-1C2B457B4828}" type="slidenum">
              <a:rPr lang="en-CA" smtClean="0"/>
              <a:pPr/>
              <a:t>‹#›</a:t>
            </a:fld>
            <a:endParaRPr lang="en-CA"/>
          </a:p>
        </p:txBody>
      </p:sp>
    </p:spTree>
    <p:extLst>
      <p:ext uri="{BB962C8B-B14F-4D97-AF65-F5344CB8AC3E}">
        <p14:creationId xmlns:p14="http://schemas.microsoft.com/office/powerpoint/2010/main" val="2516500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numbers">
    <p:spTree>
      <p:nvGrpSpPr>
        <p:cNvPr id="1" name=""/>
        <p:cNvGrpSpPr/>
        <p:nvPr/>
      </p:nvGrpSpPr>
      <p:grpSpPr>
        <a:xfrm>
          <a:off x="0" y="0"/>
          <a:ext cx="0" cy="0"/>
          <a:chOff x="0" y="0"/>
          <a:chExt cx="0" cy="0"/>
        </a:xfrm>
      </p:grpSpPr>
      <p:sp>
        <p:nvSpPr>
          <p:cNvPr id="5" name="SUJET">
            <a:extLst>
              <a:ext uri="{FF2B5EF4-FFF2-40B4-BE49-F238E27FC236}">
                <a16:creationId xmlns:a16="http://schemas.microsoft.com/office/drawing/2014/main" id="{694E5D84-DD2B-683A-1966-F768CFF205C7}"/>
              </a:ext>
            </a:extLst>
          </p:cNvPr>
          <p:cNvSpPr>
            <a:spLocks noGrp="1"/>
          </p:cNvSpPr>
          <p:nvPr>
            <p:ph type="body" sz="quarter" idx="13" hasCustomPrompt="1"/>
          </p:nvPr>
        </p:nvSpPr>
        <p:spPr>
          <a:xfrm>
            <a:off x="246063" y="233999"/>
            <a:ext cx="3104937" cy="180001"/>
          </a:xfrm>
        </p:spPr>
        <p:txBody>
          <a:bodyPr lIns="18000" tIns="14400" rIns="18000" bIns="0" anchor="t">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Add “Agenda” or “Content”</a:t>
            </a:r>
          </a:p>
        </p:txBody>
      </p:sp>
      <p:sp>
        <p:nvSpPr>
          <p:cNvPr id="10" name="Espace réservé du texte 9">
            <a:extLst>
              <a:ext uri="{FF2B5EF4-FFF2-40B4-BE49-F238E27FC236}">
                <a16:creationId xmlns:a16="http://schemas.microsoft.com/office/drawing/2014/main" id="{60FC82E4-087E-0720-2B22-695E45F00D25}"/>
              </a:ext>
            </a:extLst>
          </p:cNvPr>
          <p:cNvSpPr>
            <a:spLocks noGrp="1"/>
          </p:cNvSpPr>
          <p:nvPr>
            <p:ph type="body" sz="quarter" idx="14" hasCustomPrompt="1"/>
          </p:nvPr>
        </p:nvSpPr>
        <p:spPr>
          <a:xfrm>
            <a:off x="4205288" y="279000"/>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13" name="Espace réservé du texte 9">
            <a:extLst>
              <a:ext uri="{FF2B5EF4-FFF2-40B4-BE49-F238E27FC236}">
                <a16:creationId xmlns:a16="http://schemas.microsoft.com/office/drawing/2014/main" id="{ED1D820B-AD44-0673-3D10-BC4E2E37F848}"/>
              </a:ext>
            </a:extLst>
          </p:cNvPr>
          <p:cNvSpPr>
            <a:spLocks noGrp="1"/>
          </p:cNvSpPr>
          <p:nvPr>
            <p:ph type="body" sz="quarter" idx="16" hasCustomPrompt="1"/>
          </p:nvPr>
        </p:nvSpPr>
        <p:spPr>
          <a:xfrm>
            <a:off x="5195888" y="279000"/>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15" name="Espace réservé du texte 9">
            <a:extLst>
              <a:ext uri="{FF2B5EF4-FFF2-40B4-BE49-F238E27FC236}">
                <a16:creationId xmlns:a16="http://schemas.microsoft.com/office/drawing/2014/main" id="{FF68FF0D-B78C-5367-B052-2BF92680C089}"/>
              </a:ext>
            </a:extLst>
          </p:cNvPr>
          <p:cNvSpPr>
            <a:spLocks noGrp="1"/>
          </p:cNvSpPr>
          <p:nvPr>
            <p:ph type="body" sz="quarter" idx="18" hasCustomPrompt="1"/>
          </p:nvPr>
        </p:nvSpPr>
        <p:spPr>
          <a:xfrm>
            <a:off x="4205288" y="774202"/>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17" name="Espace réservé du texte 9">
            <a:extLst>
              <a:ext uri="{FF2B5EF4-FFF2-40B4-BE49-F238E27FC236}">
                <a16:creationId xmlns:a16="http://schemas.microsoft.com/office/drawing/2014/main" id="{5DE132D2-0035-8F31-5B6D-200C9C5DCB8A}"/>
              </a:ext>
            </a:extLst>
          </p:cNvPr>
          <p:cNvSpPr>
            <a:spLocks noGrp="1"/>
          </p:cNvSpPr>
          <p:nvPr>
            <p:ph type="body" sz="quarter" idx="20" hasCustomPrompt="1"/>
          </p:nvPr>
        </p:nvSpPr>
        <p:spPr>
          <a:xfrm>
            <a:off x="5195888" y="774202"/>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19" name="Espace réservé du texte 9">
            <a:extLst>
              <a:ext uri="{FF2B5EF4-FFF2-40B4-BE49-F238E27FC236}">
                <a16:creationId xmlns:a16="http://schemas.microsoft.com/office/drawing/2014/main" id="{670EB758-6EA9-485C-1A62-BE39F35F1209}"/>
              </a:ext>
            </a:extLst>
          </p:cNvPr>
          <p:cNvSpPr>
            <a:spLocks noGrp="1"/>
          </p:cNvSpPr>
          <p:nvPr>
            <p:ph type="body" sz="quarter" idx="22" hasCustomPrompt="1"/>
          </p:nvPr>
        </p:nvSpPr>
        <p:spPr>
          <a:xfrm>
            <a:off x="4206000" y="1269404"/>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21" name="Espace réservé du texte 9">
            <a:extLst>
              <a:ext uri="{FF2B5EF4-FFF2-40B4-BE49-F238E27FC236}">
                <a16:creationId xmlns:a16="http://schemas.microsoft.com/office/drawing/2014/main" id="{3C8A679E-4138-FA25-4D7D-8A86FF977A8E}"/>
              </a:ext>
            </a:extLst>
          </p:cNvPr>
          <p:cNvSpPr>
            <a:spLocks noGrp="1"/>
          </p:cNvSpPr>
          <p:nvPr>
            <p:ph type="body" sz="quarter" idx="24" hasCustomPrompt="1"/>
          </p:nvPr>
        </p:nvSpPr>
        <p:spPr>
          <a:xfrm>
            <a:off x="5196600" y="1269404"/>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23" name="Espace réservé du texte 9">
            <a:extLst>
              <a:ext uri="{FF2B5EF4-FFF2-40B4-BE49-F238E27FC236}">
                <a16:creationId xmlns:a16="http://schemas.microsoft.com/office/drawing/2014/main" id="{B3257077-FDEB-4E7A-F3B4-51F2372338EE}"/>
              </a:ext>
            </a:extLst>
          </p:cNvPr>
          <p:cNvSpPr>
            <a:spLocks noGrp="1"/>
          </p:cNvSpPr>
          <p:nvPr>
            <p:ph type="body" sz="quarter" idx="26" hasCustomPrompt="1"/>
          </p:nvPr>
        </p:nvSpPr>
        <p:spPr>
          <a:xfrm>
            <a:off x="4206000" y="1764606"/>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25" name="Espace réservé du texte 9">
            <a:extLst>
              <a:ext uri="{FF2B5EF4-FFF2-40B4-BE49-F238E27FC236}">
                <a16:creationId xmlns:a16="http://schemas.microsoft.com/office/drawing/2014/main" id="{4912813F-9796-67D8-245A-2B601D4A084F}"/>
              </a:ext>
            </a:extLst>
          </p:cNvPr>
          <p:cNvSpPr>
            <a:spLocks noGrp="1"/>
          </p:cNvSpPr>
          <p:nvPr>
            <p:ph type="body" sz="quarter" idx="28" hasCustomPrompt="1"/>
          </p:nvPr>
        </p:nvSpPr>
        <p:spPr>
          <a:xfrm>
            <a:off x="5196600" y="1764606"/>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27" name="Espace réservé du texte 9">
            <a:extLst>
              <a:ext uri="{FF2B5EF4-FFF2-40B4-BE49-F238E27FC236}">
                <a16:creationId xmlns:a16="http://schemas.microsoft.com/office/drawing/2014/main" id="{00674CE2-2A8B-E24E-57F3-700637C284F0}"/>
              </a:ext>
            </a:extLst>
          </p:cNvPr>
          <p:cNvSpPr>
            <a:spLocks noGrp="1"/>
          </p:cNvSpPr>
          <p:nvPr>
            <p:ph type="body" sz="quarter" idx="30" hasCustomPrompt="1"/>
          </p:nvPr>
        </p:nvSpPr>
        <p:spPr>
          <a:xfrm>
            <a:off x="4206000" y="2259808"/>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29" name="Espace réservé du texte 9">
            <a:extLst>
              <a:ext uri="{FF2B5EF4-FFF2-40B4-BE49-F238E27FC236}">
                <a16:creationId xmlns:a16="http://schemas.microsoft.com/office/drawing/2014/main" id="{A6A7E683-F05C-2B10-3964-ABE6C14E81C0}"/>
              </a:ext>
            </a:extLst>
          </p:cNvPr>
          <p:cNvSpPr>
            <a:spLocks noGrp="1"/>
          </p:cNvSpPr>
          <p:nvPr>
            <p:ph type="body" sz="quarter" idx="32" hasCustomPrompt="1"/>
          </p:nvPr>
        </p:nvSpPr>
        <p:spPr>
          <a:xfrm>
            <a:off x="5196600" y="2259808"/>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31" name="Espace réservé du texte 9">
            <a:extLst>
              <a:ext uri="{FF2B5EF4-FFF2-40B4-BE49-F238E27FC236}">
                <a16:creationId xmlns:a16="http://schemas.microsoft.com/office/drawing/2014/main" id="{7519616D-848C-099C-27B0-56CA673B6329}"/>
              </a:ext>
            </a:extLst>
          </p:cNvPr>
          <p:cNvSpPr>
            <a:spLocks noGrp="1"/>
          </p:cNvSpPr>
          <p:nvPr>
            <p:ph type="body" sz="quarter" idx="34" hasCustomPrompt="1"/>
          </p:nvPr>
        </p:nvSpPr>
        <p:spPr>
          <a:xfrm>
            <a:off x="4206000" y="2755010"/>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33" name="Espace réservé du texte 9">
            <a:extLst>
              <a:ext uri="{FF2B5EF4-FFF2-40B4-BE49-F238E27FC236}">
                <a16:creationId xmlns:a16="http://schemas.microsoft.com/office/drawing/2014/main" id="{1E75520E-8124-CCA8-27C3-4832A25D8D61}"/>
              </a:ext>
            </a:extLst>
          </p:cNvPr>
          <p:cNvSpPr>
            <a:spLocks noGrp="1"/>
          </p:cNvSpPr>
          <p:nvPr>
            <p:ph type="body" sz="quarter" idx="36" hasCustomPrompt="1"/>
          </p:nvPr>
        </p:nvSpPr>
        <p:spPr>
          <a:xfrm>
            <a:off x="5196600" y="2755010"/>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35" name="Espace réservé du texte 9">
            <a:extLst>
              <a:ext uri="{FF2B5EF4-FFF2-40B4-BE49-F238E27FC236}">
                <a16:creationId xmlns:a16="http://schemas.microsoft.com/office/drawing/2014/main" id="{F66757F4-0BCB-39D3-DC21-5624BE83FB06}"/>
              </a:ext>
            </a:extLst>
          </p:cNvPr>
          <p:cNvSpPr>
            <a:spLocks noGrp="1"/>
          </p:cNvSpPr>
          <p:nvPr>
            <p:ph type="body" sz="quarter" idx="38" hasCustomPrompt="1"/>
          </p:nvPr>
        </p:nvSpPr>
        <p:spPr>
          <a:xfrm>
            <a:off x="4206000" y="3250212"/>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37" name="Espace réservé du texte 9">
            <a:extLst>
              <a:ext uri="{FF2B5EF4-FFF2-40B4-BE49-F238E27FC236}">
                <a16:creationId xmlns:a16="http://schemas.microsoft.com/office/drawing/2014/main" id="{595DB01E-F65F-8100-B744-ABE8CC4A6439}"/>
              </a:ext>
            </a:extLst>
          </p:cNvPr>
          <p:cNvSpPr>
            <a:spLocks noGrp="1"/>
          </p:cNvSpPr>
          <p:nvPr>
            <p:ph type="body" sz="quarter" idx="40" hasCustomPrompt="1"/>
          </p:nvPr>
        </p:nvSpPr>
        <p:spPr>
          <a:xfrm>
            <a:off x="5196600" y="3250212"/>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39" name="Espace réservé du texte 9">
            <a:extLst>
              <a:ext uri="{FF2B5EF4-FFF2-40B4-BE49-F238E27FC236}">
                <a16:creationId xmlns:a16="http://schemas.microsoft.com/office/drawing/2014/main" id="{DFE8EF02-9D08-B81B-3FC5-C3B70A731485}"/>
              </a:ext>
            </a:extLst>
          </p:cNvPr>
          <p:cNvSpPr>
            <a:spLocks noGrp="1"/>
          </p:cNvSpPr>
          <p:nvPr>
            <p:ph type="body" sz="quarter" idx="42" hasCustomPrompt="1"/>
          </p:nvPr>
        </p:nvSpPr>
        <p:spPr>
          <a:xfrm>
            <a:off x="4205288" y="3745414"/>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41" name="Espace réservé du texte 9">
            <a:extLst>
              <a:ext uri="{FF2B5EF4-FFF2-40B4-BE49-F238E27FC236}">
                <a16:creationId xmlns:a16="http://schemas.microsoft.com/office/drawing/2014/main" id="{D43417A6-E53A-5AD4-70CA-E104BFBACE08}"/>
              </a:ext>
            </a:extLst>
          </p:cNvPr>
          <p:cNvSpPr>
            <a:spLocks noGrp="1"/>
          </p:cNvSpPr>
          <p:nvPr>
            <p:ph type="body" sz="quarter" idx="44" hasCustomPrompt="1"/>
          </p:nvPr>
        </p:nvSpPr>
        <p:spPr>
          <a:xfrm>
            <a:off x="5195888" y="3745414"/>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43" name="Espace réservé du texte 9">
            <a:extLst>
              <a:ext uri="{FF2B5EF4-FFF2-40B4-BE49-F238E27FC236}">
                <a16:creationId xmlns:a16="http://schemas.microsoft.com/office/drawing/2014/main" id="{84AD13E5-F8A7-2168-F404-D962B4E0394B}"/>
              </a:ext>
            </a:extLst>
          </p:cNvPr>
          <p:cNvSpPr>
            <a:spLocks noGrp="1"/>
          </p:cNvSpPr>
          <p:nvPr>
            <p:ph type="body" sz="quarter" idx="46" hasCustomPrompt="1"/>
          </p:nvPr>
        </p:nvSpPr>
        <p:spPr>
          <a:xfrm>
            <a:off x="4205288" y="4240616"/>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45" name="Espace réservé du texte 9">
            <a:extLst>
              <a:ext uri="{FF2B5EF4-FFF2-40B4-BE49-F238E27FC236}">
                <a16:creationId xmlns:a16="http://schemas.microsoft.com/office/drawing/2014/main" id="{4F671E33-F0CC-4208-D8AA-6B8D824D78BB}"/>
              </a:ext>
            </a:extLst>
          </p:cNvPr>
          <p:cNvSpPr>
            <a:spLocks noGrp="1"/>
          </p:cNvSpPr>
          <p:nvPr>
            <p:ph type="body" sz="quarter" idx="48" hasCustomPrompt="1"/>
          </p:nvPr>
        </p:nvSpPr>
        <p:spPr>
          <a:xfrm>
            <a:off x="5195888" y="4240616"/>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47" name="Espace réservé du texte 9">
            <a:extLst>
              <a:ext uri="{FF2B5EF4-FFF2-40B4-BE49-F238E27FC236}">
                <a16:creationId xmlns:a16="http://schemas.microsoft.com/office/drawing/2014/main" id="{F59D75B1-E872-8900-E4B8-48C4FE95DE41}"/>
              </a:ext>
            </a:extLst>
          </p:cNvPr>
          <p:cNvSpPr>
            <a:spLocks noGrp="1"/>
          </p:cNvSpPr>
          <p:nvPr>
            <p:ph type="body" sz="quarter" idx="50" hasCustomPrompt="1"/>
          </p:nvPr>
        </p:nvSpPr>
        <p:spPr>
          <a:xfrm>
            <a:off x="4206000" y="4735818"/>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49" name="Espace réservé du texte 9">
            <a:extLst>
              <a:ext uri="{FF2B5EF4-FFF2-40B4-BE49-F238E27FC236}">
                <a16:creationId xmlns:a16="http://schemas.microsoft.com/office/drawing/2014/main" id="{324F711E-C2EF-32F4-EAEF-F1947A4018D4}"/>
              </a:ext>
            </a:extLst>
          </p:cNvPr>
          <p:cNvSpPr>
            <a:spLocks noGrp="1"/>
          </p:cNvSpPr>
          <p:nvPr>
            <p:ph type="body" sz="quarter" idx="52" hasCustomPrompt="1"/>
          </p:nvPr>
        </p:nvSpPr>
        <p:spPr>
          <a:xfrm>
            <a:off x="5196600" y="4735818"/>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51" name="Espace réservé du texte 9">
            <a:extLst>
              <a:ext uri="{FF2B5EF4-FFF2-40B4-BE49-F238E27FC236}">
                <a16:creationId xmlns:a16="http://schemas.microsoft.com/office/drawing/2014/main" id="{37FC3340-F09B-2FF0-A044-F3EF5DE17F68}"/>
              </a:ext>
            </a:extLst>
          </p:cNvPr>
          <p:cNvSpPr>
            <a:spLocks noGrp="1"/>
          </p:cNvSpPr>
          <p:nvPr>
            <p:ph type="body" sz="quarter" idx="54" hasCustomPrompt="1"/>
          </p:nvPr>
        </p:nvSpPr>
        <p:spPr>
          <a:xfrm>
            <a:off x="4206000" y="5231020"/>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53" name="Espace réservé du texte 9">
            <a:extLst>
              <a:ext uri="{FF2B5EF4-FFF2-40B4-BE49-F238E27FC236}">
                <a16:creationId xmlns:a16="http://schemas.microsoft.com/office/drawing/2014/main" id="{8BDE2008-47CA-2D22-63C9-A07E25497A89}"/>
              </a:ext>
            </a:extLst>
          </p:cNvPr>
          <p:cNvSpPr>
            <a:spLocks noGrp="1"/>
          </p:cNvSpPr>
          <p:nvPr>
            <p:ph type="body" sz="quarter" idx="56" hasCustomPrompt="1"/>
          </p:nvPr>
        </p:nvSpPr>
        <p:spPr>
          <a:xfrm>
            <a:off x="5196600" y="5231020"/>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55" name="Espace réservé du texte 9">
            <a:extLst>
              <a:ext uri="{FF2B5EF4-FFF2-40B4-BE49-F238E27FC236}">
                <a16:creationId xmlns:a16="http://schemas.microsoft.com/office/drawing/2014/main" id="{9497A37B-7C97-DBE2-BE1F-3CBE870E77C2}"/>
              </a:ext>
            </a:extLst>
          </p:cNvPr>
          <p:cNvSpPr>
            <a:spLocks noGrp="1"/>
          </p:cNvSpPr>
          <p:nvPr>
            <p:ph type="body" sz="quarter" idx="58" hasCustomPrompt="1"/>
          </p:nvPr>
        </p:nvSpPr>
        <p:spPr>
          <a:xfrm>
            <a:off x="4206000" y="5726221"/>
            <a:ext cx="7740650" cy="468000"/>
          </a:xfrm>
          <a:solidFill>
            <a:schemeClr val="bg1"/>
          </a:solidFill>
          <a:effectLst>
            <a:innerShdw dist="6350" dir="16200000">
              <a:prstClr val="black"/>
            </a:innerShdw>
          </a:effectLst>
        </p:spPr>
        <p:txBody>
          <a:bodyPr/>
          <a:lstStyle>
            <a:lvl1pPr>
              <a:spcBef>
                <a:spcPts val="0"/>
              </a:spcBef>
              <a:defRPr sz="1200">
                <a:solidFill>
                  <a:schemeClr val="tx1"/>
                </a:solidFill>
              </a:defRPr>
            </a:lvl1pPr>
          </a:lstStyle>
          <a:p>
            <a:pPr lvl="0"/>
            <a:r>
              <a:rPr lang="en-CA"/>
              <a:t>##</a:t>
            </a:r>
          </a:p>
        </p:txBody>
      </p:sp>
      <p:sp>
        <p:nvSpPr>
          <p:cNvPr id="57" name="Espace réservé du texte 9">
            <a:extLst>
              <a:ext uri="{FF2B5EF4-FFF2-40B4-BE49-F238E27FC236}">
                <a16:creationId xmlns:a16="http://schemas.microsoft.com/office/drawing/2014/main" id="{D3608617-ABD6-1CE4-6BC4-2473E1136FF7}"/>
              </a:ext>
            </a:extLst>
          </p:cNvPr>
          <p:cNvSpPr>
            <a:spLocks noGrp="1"/>
          </p:cNvSpPr>
          <p:nvPr>
            <p:ph type="body" sz="quarter" idx="60" hasCustomPrompt="1"/>
          </p:nvPr>
        </p:nvSpPr>
        <p:spPr>
          <a:xfrm>
            <a:off x="5196600" y="5726221"/>
            <a:ext cx="6750050" cy="468000"/>
          </a:xfrm>
          <a:noFill/>
          <a:effectLst/>
        </p:spPr>
        <p:txBody>
          <a:bodyPr tIns="72000" bIns="0"/>
          <a:lstStyle>
            <a:lvl1pPr>
              <a:lnSpc>
                <a:spcPct val="85000"/>
              </a:lnSpc>
              <a:spcBef>
                <a:spcPts val="0"/>
              </a:spcBef>
              <a:defRPr sz="3000">
                <a:solidFill>
                  <a:schemeClr val="tx1"/>
                </a:solidFill>
              </a:defRPr>
            </a:lvl1pPr>
          </a:lstStyle>
          <a:p>
            <a:pPr lvl="0"/>
            <a:r>
              <a:rPr lang="en-CA"/>
              <a:t>Section title</a:t>
            </a:r>
          </a:p>
        </p:txBody>
      </p:sp>
      <p:sp>
        <p:nvSpPr>
          <p:cNvPr id="63" name="Espace réservé du pied de page 62">
            <a:extLst>
              <a:ext uri="{FF2B5EF4-FFF2-40B4-BE49-F238E27FC236}">
                <a16:creationId xmlns:a16="http://schemas.microsoft.com/office/drawing/2014/main" id="{B11FD893-0ECD-C569-7734-4136F788E406}"/>
              </a:ext>
            </a:extLst>
          </p:cNvPr>
          <p:cNvSpPr>
            <a:spLocks noGrp="1"/>
          </p:cNvSpPr>
          <p:nvPr>
            <p:ph type="ftr" sz="quarter" idx="62"/>
          </p:nvPr>
        </p:nvSpPr>
        <p:spPr/>
        <p:txBody>
          <a:bodyPr/>
          <a:lstStyle/>
          <a:p>
            <a:endParaRPr lang="en-CA"/>
          </a:p>
        </p:txBody>
      </p:sp>
      <p:sp>
        <p:nvSpPr>
          <p:cNvPr id="64" name="Espace réservé du numéro de diapositive 63">
            <a:extLst>
              <a:ext uri="{FF2B5EF4-FFF2-40B4-BE49-F238E27FC236}">
                <a16:creationId xmlns:a16="http://schemas.microsoft.com/office/drawing/2014/main" id="{AE510988-DE02-5DB0-82D4-38C65EFFDF7D}"/>
              </a:ext>
            </a:extLst>
          </p:cNvPr>
          <p:cNvSpPr>
            <a:spLocks noGrp="1"/>
          </p:cNvSpPr>
          <p:nvPr>
            <p:ph type="sldNum" sz="quarter" idx="63"/>
          </p:nvPr>
        </p:nvSpPr>
        <p:spPr/>
        <p:txBody>
          <a:bodyPr/>
          <a:lstStyle/>
          <a:p>
            <a:fld id="{21DAE3DD-E46F-48E2-BAED-1C2B457B4828}" type="slidenum">
              <a:rPr lang="en-CA" smtClean="0"/>
              <a:pPr/>
              <a:t>‹#›</a:t>
            </a:fld>
            <a:endParaRPr lang="en-CA"/>
          </a:p>
        </p:txBody>
      </p:sp>
    </p:spTree>
    <p:extLst>
      <p:ext uri="{BB962C8B-B14F-4D97-AF65-F5344CB8AC3E}">
        <p14:creationId xmlns:p14="http://schemas.microsoft.com/office/powerpoint/2010/main" val="1587915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agenda">
    <p:spTree>
      <p:nvGrpSpPr>
        <p:cNvPr id="1" name=""/>
        <p:cNvGrpSpPr/>
        <p:nvPr/>
      </p:nvGrpSpPr>
      <p:grpSpPr>
        <a:xfrm>
          <a:off x="0" y="0"/>
          <a:ext cx="0" cy="0"/>
          <a:chOff x="0" y="0"/>
          <a:chExt cx="0" cy="0"/>
        </a:xfrm>
      </p:grpSpPr>
      <p:sp>
        <p:nvSpPr>
          <p:cNvPr id="5" name="SUJET">
            <a:extLst>
              <a:ext uri="{FF2B5EF4-FFF2-40B4-BE49-F238E27FC236}">
                <a16:creationId xmlns:a16="http://schemas.microsoft.com/office/drawing/2014/main" id="{694E5D84-DD2B-683A-1966-F768CFF205C7}"/>
              </a:ext>
            </a:extLst>
          </p:cNvPr>
          <p:cNvSpPr>
            <a:spLocks noGrp="1"/>
          </p:cNvSpPr>
          <p:nvPr>
            <p:ph type="body" sz="quarter" idx="13" hasCustomPrompt="1"/>
          </p:nvPr>
        </p:nvSpPr>
        <p:spPr>
          <a:xfrm>
            <a:off x="246063" y="233999"/>
            <a:ext cx="3104937" cy="180001"/>
          </a:xfrm>
        </p:spPr>
        <p:txBody>
          <a:bodyPr lIns="18000" tIns="14400" rIns="18000" bIns="0" anchor="t">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Add “Agenda” or “Content”</a:t>
            </a:r>
          </a:p>
        </p:txBody>
      </p:sp>
      <p:sp>
        <p:nvSpPr>
          <p:cNvPr id="10" name="Espace réservé du texte 9">
            <a:extLst>
              <a:ext uri="{FF2B5EF4-FFF2-40B4-BE49-F238E27FC236}">
                <a16:creationId xmlns:a16="http://schemas.microsoft.com/office/drawing/2014/main" id="{60FC82E4-087E-0720-2B22-695E45F00D25}"/>
              </a:ext>
            </a:extLst>
          </p:cNvPr>
          <p:cNvSpPr>
            <a:spLocks noGrp="1"/>
          </p:cNvSpPr>
          <p:nvPr>
            <p:ph type="body" sz="quarter" idx="14" hasCustomPrompt="1"/>
          </p:nvPr>
        </p:nvSpPr>
        <p:spPr>
          <a:xfrm>
            <a:off x="4205288" y="279000"/>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11" name="Espace réservé du texte 9">
            <a:extLst>
              <a:ext uri="{FF2B5EF4-FFF2-40B4-BE49-F238E27FC236}">
                <a16:creationId xmlns:a16="http://schemas.microsoft.com/office/drawing/2014/main" id="{4E18E60D-FB25-B4A8-93AB-2E4B4A9E5EDC}"/>
              </a:ext>
            </a:extLst>
          </p:cNvPr>
          <p:cNvSpPr>
            <a:spLocks noGrp="1"/>
          </p:cNvSpPr>
          <p:nvPr>
            <p:ph type="body" sz="quarter" idx="15" hasCustomPrompt="1"/>
          </p:nvPr>
        </p:nvSpPr>
        <p:spPr>
          <a:xfrm>
            <a:off x="5195887" y="279000"/>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13" name="Espace réservé du texte 9">
            <a:extLst>
              <a:ext uri="{FF2B5EF4-FFF2-40B4-BE49-F238E27FC236}">
                <a16:creationId xmlns:a16="http://schemas.microsoft.com/office/drawing/2014/main" id="{ED1D820B-AD44-0673-3D10-BC4E2E37F848}"/>
              </a:ext>
            </a:extLst>
          </p:cNvPr>
          <p:cNvSpPr>
            <a:spLocks noGrp="1"/>
          </p:cNvSpPr>
          <p:nvPr>
            <p:ph type="body" sz="quarter" idx="16" hasCustomPrompt="1"/>
          </p:nvPr>
        </p:nvSpPr>
        <p:spPr>
          <a:xfrm>
            <a:off x="8301000" y="279000"/>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14" name="Espace réservé du texte 9">
            <a:extLst>
              <a:ext uri="{FF2B5EF4-FFF2-40B4-BE49-F238E27FC236}">
                <a16:creationId xmlns:a16="http://schemas.microsoft.com/office/drawing/2014/main" id="{3F2C3C36-547C-5A78-6105-DE05C3000905}"/>
              </a:ext>
            </a:extLst>
          </p:cNvPr>
          <p:cNvSpPr>
            <a:spLocks noGrp="1"/>
          </p:cNvSpPr>
          <p:nvPr>
            <p:ph type="body" sz="quarter" idx="17" hasCustomPrompt="1"/>
          </p:nvPr>
        </p:nvSpPr>
        <p:spPr>
          <a:xfrm>
            <a:off x="11090275" y="279000"/>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15" name="Espace réservé du texte 9">
            <a:extLst>
              <a:ext uri="{FF2B5EF4-FFF2-40B4-BE49-F238E27FC236}">
                <a16:creationId xmlns:a16="http://schemas.microsoft.com/office/drawing/2014/main" id="{FF68FF0D-B78C-5367-B052-2BF92680C089}"/>
              </a:ext>
            </a:extLst>
          </p:cNvPr>
          <p:cNvSpPr>
            <a:spLocks noGrp="1"/>
          </p:cNvSpPr>
          <p:nvPr>
            <p:ph type="body" sz="quarter" idx="18" hasCustomPrompt="1"/>
          </p:nvPr>
        </p:nvSpPr>
        <p:spPr>
          <a:xfrm>
            <a:off x="4205288" y="774202"/>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16" name="Espace réservé du texte 9">
            <a:extLst>
              <a:ext uri="{FF2B5EF4-FFF2-40B4-BE49-F238E27FC236}">
                <a16:creationId xmlns:a16="http://schemas.microsoft.com/office/drawing/2014/main" id="{32058D2C-61D2-190E-08F9-9F49221095A1}"/>
              </a:ext>
            </a:extLst>
          </p:cNvPr>
          <p:cNvSpPr>
            <a:spLocks noGrp="1"/>
          </p:cNvSpPr>
          <p:nvPr>
            <p:ph type="body" sz="quarter" idx="19" hasCustomPrompt="1"/>
          </p:nvPr>
        </p:nvSpPr>
        <p:spPr>
          <a:xfrm>
            <a:off x="5195887" y="774202"/>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17" name="Espace réservé du texte 9">
            <a:extLst>
              <a:ext uri="{FF2B5EF4-FFF2-40B4-BE49-F238E27FC236}">
                <a16:creationId xmlns:a16="http://schemas.microsoft.com/office/drawing/2014/main" id="{5DE132D2-0035-8F31-5B6D-200C9C5DCB8A}"/>
              </a:ext>
            </a:extLst>
          </p:cNvPr>
          <p:cNvSpPr>
            <a:spLocks noGrp="1"/>
          </p:cNvSpPr>
          <p:nvPr>
            <p:ph type="body" sz="quarter" idx="20" hasCustomPrompt="1"/>
          </p:nvPr>
        </p:nvSpPr>
        <p:spPr>
          <a:xfrm>
            <a:off x="8301000" y="774202"/>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18" name="Espace réservé du texte 9">
            <a:extLst>
              <a:ext uri="{FF2B5EF4-FFF2-40B4-BE49-F238E27FC236}">
                <a16:creationId xmlns:a16="http://schemas.microsoft.com/office/drawing/2014/main" id="{1531A067-E757-00C8-8111-8D957EAE05D0}"/>
              </a:ext>
            </a:extLst>
          </p:cNvPr>
          <p:cNvSpPr>
            <a:spLocks noGrp="1"/>
          </p:cNvSpPr>
          <p:nvPr>
            <p:ph type="body" sz="quarter" idx="21" hasCustomPrompt="1"/>
          </p:nvPr>
        </p:nvSpPr>
        <p:spPr>
          <a:xfrm>
            <a:off x="11090275" y="774202"/>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19" name="Espace réservé du texte 9">
            <a:extLst>
              <a:ext uri="{FF2B5EF4-FFF2-40B4-BE49-F238E27FC236}">
                <a16:creationId xmlns:a16="http://schemas.microsoft.com/office/drawing/2014/main" id="{670EB758-6EA9-485C-1A62-BE39F35F1209}"/>
              </a:ext>
            </a:extLst>
          </p:cNvPr>
          <p:cNvSpPr>
            <a:spLocks noGrp="1"/>
          </p:cNvSpPr>
          <p:nvPr>
            <p:ph type="body" sz="quarter" idx="22" hasCustomPrompt="1"/>
          </p:nvPr>
        </p:nvSpPr>
        <p:spPr>
          <a:xfrm>
            <a:off x="4206000" y="1269404"/>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20" name="Espace réservé du texte 9">
            <a:extLst>
              <a:ext uri="{FF2B5EF4-FFF2-40B4-BE49-F238E27FC236}">
                <a16:creationId xmlns:a16="http://schemas.microsoft.com/office/drawing/2014/main" id="{CFF371E2-4458-726B-7AFE-0AB650FE4249}"/>
              </a:ext>
            </a:extLst>
          </p:cNvPr>
          <p:cNvSpPr>
            <a:spLocks noGrp="1"/>
          </p:cNvSpPr>
          <p:nvPr>
            <p:ph type="body" sz="quarter" idx="23" hasCustomPrompt="1"/>
          </p:nvPr>
        </p:nvSpPr>
        <p:spPr>
          <a:xfrm>
            <a:off x="5196599" y="1269404"/>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21" name="Espace réservé du texte 9">
            <a:extLst>
              <a:ext uri="{FF2B5EF4-FFF2-40B4-BE49-F238E27FC236}">
                <a16:creationId xmlns:a16="http://schemas.microsoft.com/office/drawing/2014/main" id="{3C8A679E-4138-FA25-4D7D-8A86FF977A8E}"/>
              </a:ext>
            </a:extLst>
          </p:cNvPr>
          <p:cNvSpPr>
            <a:spLocks noGrp="1"/>
          </p:cNvSpPr>
          <p:nvPr>
            <p:ph type="body" sz="quarter" idx="24" hasCustomPrompt="1"/>
          </p:nvPr>
        </p:nvSpPr>
        <p:spPr>
          <a:xfrm>
            <a:off x="8301712" y="1269404"/>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22" name="Espace réservé du texte 9">
            <a:extLst>
              <a:ext uri="{FF2B5EF4-FFF2-40B4-BE49-F238E27FC236}">
                <a16:creationId xmlns:a16="http://schemas.microsoft.com/office/drawing/2014/main" id="{E31D911A-F513-F1E1-A22F-3EC202AB1F3F}"/>
              </a:ext>
            </a:extLst>
          </p:cNvPr>
          <p:cNvSpPr>
            <a:spLocks noGrp="1"/>
          </p:cNvSpPr>
          <p:nvPr>
            <p:ph type="body" sz="quarter" idx="25" hasCustomPrompt="1"/>
          </p:nvPr>
        </p:nvSpPr>
        <p:spPr>
          <a:xfrm>
            <a:off x="11090987" y="1269404"/>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23" name="Espace réservé du texte 9">
            <a:extLst>
              <a:ext uri="{FF2B5EF4-FFF2-40B4-BE49-F238E27FC236}">
                <a16:creationId xmlns:a16="http://schemas.microsoft.com/office/drawing/2014/main" id="{B3257077-FDEB-4E7A-F3B4-51F2372338EE}"/>
              </a:ext>
            </a:extLst>
          </p:cNvPr>
          <p:cNvSpPr>
            <a:spLocks noGrp="1"/>
          </p:cNvSpPr>
          <p:nvPr>
            <p:ph type="body" sz="quarter" idx="26" hasCustomPrompt="1"/>
          </p:nvPr>
        </p:nvSpPr>
        <p:spPr>
          <a:xfrm>
            <a:off x="4206000" y="1764606"/>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24" name="Espace réservé du texte 9">
            <a:extLst>
              <a:ext uri="{FF2B5EF4-FFF2-40B4-BE49-F238E27FC236}">
                <a16:creationId xmlns:a16="http://schemas.microsoft.com/office/drawing/2014/main" id="{49BCB6BC-8150-53C9-0257-8761F096559E}"/>
              </a:ext>
            </a:extLst>
          </p:cNvPr>
          <p:cNvSpPr>
            <a:spLocks noGrp="1"/>
          </p:cNvSpPr>
          <p:nvPr>
            <p:ph type="body" sz="quarter" idx="27" hasCustomPrompt="1"/>
          </p:nvPr>
        </p:nvSpPr>
        <p:spPr>
          <a:xfrm>
            <a:off x="5196599" y="1764606"/>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25" name="Espace réservé du texte 9">
            <a:extLst>
              <a:ext uri="{FF2B5EF4-FFF2-40B4-BE49-F238E27FC236}">
                <a16:creationId xmlns:a16="http://schemas.microsoft.com/office/drawing/2014/main" id="{4912813F-9796-67D8-245A-2B601D4A084F}"/>
              </a:ext>
            </a:extLst>
          </p:cNvPr>
          <p:cNvSpPr>
            <a:spLocks noGrp="1"/>
          </p:cNvSpPr>
          <p:nvPr>
            <p:ph type="body" sz="quarter" idx="28" hasCustomPrompt="1"/>
          </p:nvPr>
        </p:nvSpPr>
        <p:spPr>
          <a:xfrm>
            <a:off x="8301712" y="1764606"/>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26" name="Espace réservé du texte 9">
            <a:extLst>
              <a:ext uri="{FF2B5EF4-FFF2-40B4-BE49-F238E27FC236}">
                <a16:creationId xmlns:a16="http://schemas.microsoft.com/office/drawing/2014/main" id="{AC50B4C1-9C28-88A3-98B4-1EFAEB0027FA}"/>
              </a:ext>
            </a:extLst>
          </p:cNvPr>
          <p:cNvSpPr>
            <a:spLocks noGrp="1"/>
          </p:cNvSpPr>
          <p:nvPr>
            <p:ph type="body" sz="quarter" idx="29" hasCustomPrompt="1"/>
          </p:nvPr>
        </p:nvSpPr>
        <p:spPr>
          <a:xfrm>
            <a:off x="11090987" y="1764606"/>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27" name="Espace réservé du texte 9">
            <a:extLst>
              <a:ext uri="{FF2B5EF4-FFF2-40B4-BE49-F238E27FC236}">
                <a16:creationId xmlns:a16="http://schemas.microsoft.com/office/drawing/2014/main" id="{00674CE2-2A8B-E24E-57F3-700637C284F0}"/>
              </a:ext>
            </a:extLst>
          </p:cNvPr>
          <p:cNvSpPr>
            <a:spLocks noGrp="1"/>
          </p:cNvSpPr>
          <p:nvPr>
            <p:ph type="body" sz="quarter" idx="30" hasCustomPrompt="1"/>
          </p:nvPr>
        </p:nvSpPr>
        <p:spPr>
          <a:xfrm>
            <a:off x="4206000" y="2259808"/>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28" name="Espace réservé du texte 9">
            <a:extLst>
              <a:ext uri="{FF2B5EF4-FFF2-40B4-BE49-F238E27FC236}">
                <a16:creationId xmlns:a16="http://schemas.microsoft.com/office/drawing/2014/main" id="{7E3F8DD8-B54A-CBEB-FCE6-F8877C82EBC4}"/>
              </a:ext>
            </a:extLst>
          </p:cNvPr>
          <p:cNvSpPr>
            <a:spLocks noGrp="1"/>
          </p:cNvSpPr>
          <p:nvPr>
            <p:ph type="body" sz="quarter" idx="31" hasCustomPrompt="1"/>
          </p:nvPr>
        </p:nvSpPr>
        <p:spPr>
          <a:xfrm>
            <a:off x="5196599" y="2259808"/>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29" name="Espace réservé du texte 9">
            <a:extLst>
              <a:ext uri="{FF2B5EF4-FFF2-40B4-BE49-F238E27FC236}">
                <a16:creationId xmlns:a16="http://schemas.microsoft.com/office/drawing/2014/main" id="{A6A7E683-F05C-2B10-3964-ABE6C14E81C0}"/>
              </a:ext>
            </a:extLst>
          </p:cNvPr>
          <p:cNvSpPr>
            <a:spLocks noGrp="1"/>
          </p:cNvSpPr>
          <p:nvPr>
            <p:ph type="body" sz="quarter" idx="32" hasCustomPrompt="1"/>
          </p:nvPr>
        </p:nvSpPr>
        <p:spPr>
          <a:xfrm>
            <a:off x="8301712" y="2259808"/>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30" name="Espace réservé du texte 9">
            <a:extLst>
              <a:ext uri="{FF2B5EF4-FFF2-40B4-BE49-F238E27FC236}">
                <a16:creationId xmlns:a16="http://schemas.microsoft.com/office/drawing/2014/main" id="{076DDE98-CF9C-26A5-61E9-D6948568F278}"/>
              </a:ext>
            </a:extLst>
          </p:cNvPr>
          <p:cNvSpPr>
            <a:spLocks noGrp="1"/>
          </p:cNvSpPr>
          <p:nvPr>
            <p:ph type="body" sz="quarter" idx="33" hasCustomPrompt="1"/>
          </p:nvPr>
        </p:nvSpPr>
        <p:spPr>
          <a:xfrm>
            <a:off x="11090987" y="2259808"/>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31" name="Espace réservé du texte 9">
            <a:extLst>
              <a:ext uri="{FF2B5EF4-FFF2-40B4-BE49-F238E27FC236}">
                <a16:creationId xmlns:a16="http://schemas.microsoft.com/office/drawing/2014/main" id="{7519616D-848C-099C-27B0-56CA673B6329}"/>
              </a:ext>
            </a:extLst>
          </p:cNvPr>
          <p:cNvSpPr>
            <a:spLocks noGrp="1"/>
          </p:cNvSpPr>
          <p:nvPr>
            <p:ph type="body" sz="quarter" idx="34" hasCustomPrompt="1"/>
          </p:nvPr>
        </p:nvSpPr>
        <p:spPr>
          <a:xfrm>
            <a:off x="4206000" y="2755010"/>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32" name="Espace réservé du texte 9">
            <a:extLst>
              <a:ext uri="{FF2B5EF4-FFF2-40B4-BE49-F238E27FC236}">
                <a16:creationId xmlns:a16="http://schemas.microsoft.com/office/drawing/2014/main" id="{E8AA6D06-8482-918A-9DF0-A31889A1DE97}"/>
              </a:ext>
            </a:extLst>
          </p:cNvPr>
          <p:cNvSpPr>
            <a:spLocks noGrp="1"/>
          </p:cNvSpPr>
          <p:nvPr>
            <p:ph type="body" sz="quarter" idx="35" hasCustomPrompt="1"/>
          </p:nvPr>
        </p:nvSpPr>
        <p:spPr>
          <a:xfrm>
            <a:off x="5196599" y="2755010"/>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33" name="Espace réservé du texte 9">
            <a:extLst>
              <a:ext uri="{FF2B5EF4-FFF2-40B4-BE49-F238E27FC236}">
                <a16:creationId xmlns:a16="http://schemas.microsoft.com/office/drawing/2014/main" id="{1E75520E-8124-CCA8-27C3-4832A25D8D61}"/>
              </a:ext>
            </a:extLst>
          </p:cNvPr>
          <p:cNvSpPr>
            <a:spLocks noGrp="1"/>
          </p:cNvSpPr>
          <p:nvPr>
            <p:ph type="body" sz="quarter" idx="36" hasCustomPrompt="1"/>
          </p:nvPr>
        </p:nvSpPr>
        <p:spPr>
          <a:xfrm>
            <a:off x="8301712" y="2755010"/>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34" name="Espace réservé du texte 9">
            <a:extLst>
              <a:ext uri="{FF2B5EF4-FFF2-40B4-BE49-F238E27FC236}">
                <a16:creationId xmlns:a16="http://schemas.microsoft.com/office/drawing/2014/main" id="{E6BB6C9E-C092-5571-6F1B-12E5D0012094}"/>
              </a:ext>
            </a:extLst>
          </p:cNvPr>
          <p:cNvSpPr>
            <a:spLocks noGrp="1"/>
          </p:cNvSpPr>
          <p:nvPr>
            <p:ph type="body" sz="quarter" idx="37" hasCustomPrompt="1"/>
          </p:nvPr>
        </p:nvSpPr>
        <p:spPr>
          <a:xfrm>
            <a:off x="11090987" y="2755010"/>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35" name="Espace réservé du texte 9">
            <a:extLst>
              <a:ext uri="{FF2B5EF4-FFF2-40B4-BE49-F238E27FC236}">
                <a16:creationId xmlns:a16="http://schemas.microsoft.com/office/drawing/2014/main" id="{F66757F4-0BCB-39D3-DC21-5624BE83FB06}"/>
              </a:ext>
            </a:extLst>
          </p:cNvPr>
          <p:cNvSpPr>
            <a:spLocks noGrp="1"/>
          </p:cNvSpPr>
          <p:nvPr>
            <p:ph type="body" sz="quarter" idx="38" hasCustomPrompt="1"/>
          </p:nvPr>
        </p:nvSpPr>
        <p:spPr>
          <a:xfrm>
            <a:off x="4206000" y="3250212"/>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36" name="Espace réservé du texte 9">
            <a:extLst>
              <a:ext uri="{FF2B5EF4-FFF2-40B4-BE49-F238E27FC236}">
                <a16:creationId xmlns:a16="http://schemas.microsoft.com/office/drawing/2014/main" id="{B0C5AC25-F102-9D0C-05A0-845CF2C5A7D7}"/>
              </a:ext>
            </a:extLst>
          </p:cNvPr>
          <p:cNvSpPr>
            <a:spLocks noGrp="1"/>
          </p:cNvSpPr>
          <p:nvPr>
            <p:ph type="body" sz="quarter" idx="39" hasCustomPrompt="1"/>
          </p:nvPr>
        </p:nvSpPr>
        <p:spPr>
          <a:xfrm>
            <a:off x="5196599" y="3250212"/>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37" name="Espace réservé du texte 9">
            <a:extLst>
              <a:ext uri="{FF2B5EF4-FFF2-40B4-BE49-F238E27FC236}">
                <a16:creationId xmlns:a16="http://schemas.microsoft.com/office/drawing/2014/main" id="{595DB01E-F65F-8100-B744-ABE8CC4A6439}"/>
              </a:ext>
            </a:extLst>
          </p:cNvPr>
          <p:cNvSpPr>
            <a:spLocks noGrp="1"/>
          </p:cNvSpPr>
          <p:nvPr>
            <p:ph type="body" sz="quarter" idx="40" hasCustomPrompt="1"/>
          </p:nvPr>
        </p:nvSpPr>
        <p:spPr>
          <a:xfrm>
            <a:off x="8301712" y="3250212"/>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38" name="Espace réservé du texte 9">
            <a:extLst>
              <a:ext uri="{FF2B5EF4-FFF2-40B4-BE49-F238E27FC236}">
                <a16:creationId xmlns:a16="http://schemas.microsoft.com/office/drawing/2014/main" id="{21988F27-BB42-50D1-E4C5-8C42B8DBBF40}"/>
              </a:ext>
            </a:extLst>
          </p:cNvPr>
          <p:cNvSpPr>
            <a:spLocks noGrp="1"/>
          </p:cNvSpPr>
          <p:nvPr>
            <p:ph type="body" sz="quarter" idx="41" hasCustomPrompt="1"/>
          </p:nvPr>
        </p:nvSpPr>
        <p:spPr>
          <a:xfrm>
            <a:off x="11090987" y="3250212"/>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39" name="Espace réservé du texte 9">
            <a:extLst>
              <a:ext uri="{FF2B5EF4-FFF2-40B4-BE49-F238E27FC236}">
                <a16:creationId xmlns:a16="http://schemas.microsoft.com/office/drawing/2014/main" id="{DFE8EF02-9D08-B81B-3FC5-C3B70A731485}"/>
              </a:ext>
            </a:extLst>
          </p:cNvPr>
          <p:cNvSpPr>
            <a:spLocks noGrp="1"/>
          </p:cNvSpPr>
          <p:nvPr>
            <p:ph type="body" sz="quarter" idx="42" hasCustomPrompt="1"/>
          </p:nvPr>
        </p:nvSpPr>
        <p:spPr>
          <a:xfrm>
            <a:off x="4205288" y="3745414"/>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40" name="Espace réservé du texte 9">
            <a:extLst>
              <a:ext uri="{FF2B5EF4-FFF2-40B4-BE49-F238E27FC236}">
                <a16:creationId xmlns:a16="http://schemas.microsoft.com/office/drawing/2014/main" id="{1B539655-B5B0-82EA-4B87-AD1E58034D7C}"/>
              </a:ext>
            </a:extLst>
          </p:cNvPr>
          <p:cNvSpPr>
            <a:spLocks noGrp="1"/>
          </p:cNvSpPr>
          <p:nvPr>
            <p:ph type="body" sz="quarter" idx="43" hasCustomPrompt="1"/>
          </p:nvPr>
        </p:nvSpPr>
        <p:spPr>
          <a:xfrm>
            <a:off x="5195887" y="3745414"/>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41" name="Espace réservé du texte 9">
            <a:extLst>
              <a:ext uri="{FF2B5EF4-FFF2-40B4-BE49-F238E27FC236}">
                <a16:creationId xmlns:a16="http://schemas.microsoft.com/office/drawing/2014/main" id="{D43417A6-E53A-5AD4-70CA-E104BFBACE08}"/>
              </a:ext>
            </a:extLst>
          </p:cNvPr>
          <p:cNvSpPr>
            <a:spLocks noGrp="1"/>
          </p:cNvSpPr>
          <p:nvPr>
            <p:ph type="body" sz="quarter" idx="44" hasCustomPrompt="1"/>
          </p:nvPr>
        </p:nvSpPr>
        <p:spPr>
          <a:xfrm>
            <a:off x="8301000" y="3745414"/>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42" name="Espace réservé du texte 9">
            <a:extLst>
              <a:ext uri="{FF2B5EF4-FFF2-40B4-BE49-F238E27FC236}">
                <a16:creationId xmlns:a16="http://schemas.microsoft.com/office/drawing/2014/main" id="{326B25E4-5CC2-3137-26AA-187C110C1E60}"/>
              </a:ext>
            </a:extLst>
          </p:cNvPr>
          <p:cNvSpPr>
            <a:spLocks noGrp="1"/>
          </p:cNvSpPr>
          <p:nvPr>
            <p:ph type="body" sz="quarter" idx="45" hasCustomPrompt="1"/>
          </p:nvPr>
        </p:nvSpPr>
        <p:spPr>
          <a:xfrm>
            <a:off x="11090275" y="3745414"/>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43" name="Espace réservé du texte 9">
            <a:extLst>
              <a:ext uri="{FF2B5EF4-FFF2-40B4-BE49-F238E27FC236}">
                <a16:creationId xmlns:a16="http://schemas.microsoft.com/office/drawing/2014/main" id="{84AD13E5-F8A7-2168-F404-D962B4E0394B}"/>
              </a:ext>
            </a:extLst>
          </p:cNvPr>
          <p:cNvSpPr>
            <a:spLocks noGrp="1"/>
          </p:cNvSpPr>
          <p:nvPr>
            <p:ph type="body" sz="quarter" idx="46" hasCustomPrompt="1"/>
          </p:nvPr>
        </p:nvSpPr>
        <p:spPr>
          <a:xfrm>
            <a:off x="4205288" y="4240616"/>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44" name="Espace réservé du texte 9">
            <a:extLst>
              <a:ext uri="{FF2B5EF4-FFF2-40B4-BE49-F238E27FC236}">
                <a16:creationId xmlns:a16="http://schemas.microsoft.com/office/drawing/2014/main" id="{D91550CB-1B5D-A6E6-BF25-62024E670D2D}"/>
              </a:ext>
            </a:extLst>
          </p:cNvPr>
          <p:cNvSpPr>
            <a:spLocks noGrp="1"/>
          </p:cNvSpPr>
          <p:nvPr>
            <p:ph type="body" sz="quarter" idx="47" hasCustomPrompt="1"/>
          </p:nvPr>
        </p:nvSpPr>
        <p:spPr>
          <a:xfrm>
            <a:off x="5195887" y="4240616"/>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45" name="Espace réservé du texte 9">
            <a:extLst>
              <a:ext uri="{FF2B5EF4-FFF2-40B4-BE49-F238E27FC236}">
                <a16:creationId xmlns:a16="http://schemas.microsoft.com/office/drawing/2014/main" id="{4F671E33-F0CC-4208-D8AA-6B8D824D78BB}"/>
              </a:ext>
            </a:extLst>
          </p:cNvPr>
          <p:cNvSpPr>
            <a:spLocks noGrp="1"/>
          </p:cNvSpPr>
          <p:nvPr>
            <p:ph type="body" sz="quarter" idx="48" hasCustomPrompt="1"/>
          </p:nvPr>
        </p:nvSpPr>
        <p:spPr>
          <a:xfrm>
            <a:off x="8301000" y="4240616"/>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46" name="Espace réservé du texte 9">
            <a:extLst>
              <a:ext uri="{FF2B5EF4-FFF2-40B4-BE49-F238E27FC236}">
                <a16:creationId xmlns:a16="http://schemas.microsoft.com/office/drawing/2014/main" id="{57636BBB-5B0B-8EA6-866A-D15D1E2F2964}"/>
              </a:ext>
            </a:extLst>
          </p:cNvPr>
          <p:cNvSpPr>
            <a:spLocks noGrp="1"/>
          </p:cNvSpPr>
          <p:nvPr>
            <p:ph type="body" sz="quarter" idx="49" hasCustomPrompt="1"/>
          </p:nvPr>
        </p:nvSpPr>
        <p:spPr>
          <a:xfrm>
            <a:off x="11090275" y="4240616"/>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47" name="Espace réservé du texte 9">
            <a:extLst>
              <a:ext uri="{FF2B5EF4-FFF2-40B4-BE49-F238E27FC236}">
                <a16:creationId xmlns:a16="http://schemas.microsoft.com/office/drawing/2014/main" id="{F59D75B1-E872-8900-E4B8-48C4FE95DE41}"/>
              </a:ext>
            </a:extLst>
          </p:cNvPr>
          <p:cNvSpPr>
            <a:spLocks noGrp="1"/>
          </p:cNvSpPr>
          <p:nvPr>
            <p:ph type="body" sz="quarter" idx="50" hasCustomPrompt="1"/>
          </p:nvPr>
        </p:nvSpPr>
        <p:spPr>
          <a:xfrm>
            <a:off x="4206000" y="4735818"/>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48" name="Espace réservé du texte 9">
            <a:extLst>
              <a:ext uri="{FF2B5EF4-FFF2-40B4-BE49-F238E27FC236}">
                <a16:creationId xmlns:a16="http://schemas.microsoft.com/office/drawing/2014/main" id="{E59218F5-370C-8543-7B6C-C4AC47B65FB0}"/>
              </a:ext>
            </a:extLst>
          </p:cNvPr>
          <p:cNvSpPr>
            <a:spLocks noGrp="1"/>
          </p:cNvSpPr>
          <p:nvPr>
            <p:ph type="body" sz="quarter" idx="51" hasCustomPrompt="1"/>
          </p:nvPr>
        </p:nvSpPr>
        <p:spPr>
          <a:xfrm>
            <a:off x="5196599" y="4735818"/>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49" name="Espace réservé du texte 9">
            <a:extLst>
              <a:ext uri="{FF2B5EF4-FFF2-40B4-BE49-F238E27FC236}">
                <a16:creationId xmlns:a16="http://schemas.microsoft.com/office/drawing/2014/main" id="{324F711E-C2EF-32F4-EAEF-F1947A4018D4}"/>
              </a:ext>
            </a:extLst>
          </p:cNvPr>
          <p:cNvSpPr>
            <a:spLocks noGrp="1"/>
          </p:cNvSpPr>
          <p:nvPr>
            <p:ph type="body" sz="quarter" idx="52" hasCustomPrompt="1"/>
          </p:nvPr>
        </p:nvSpPr>
        <p:spPr>
          <a:xfrm>
            <a:off x="8301712" y="4735818"/>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50" name="Espace réservé du texte 9">
            <a:extLst>
              <a:ext uri="{FF2B5EF4-FFF2-40B4-BE49-F238E27FC236}">
                <a16:creationId xmlns:a16="http://schemas.microsoft.com/office/drawing/2014/main" id="{8994A109-75AF-F188-996E-A87E7CA8CE29}"/>
              </a:ext>
            </a:extLst>
          </p:cNvPr>
          <p:cNvSpPr>
            <a:spLocks noGrp="1"/>
          </p:cNvSpPr>
          <p:nvPr>
            <p:ph type="body" sz="quarter" idx="53" hasCustomPrompt="1"/>
          </p:nvPr>
        </p:nvSpPr>
        <p:spPr>
          <a:xfrm>
            <a:off x="11090987" y="4735818"/>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51" name="Espace réservé du texte 9">
            <a:extLst>
              <a:ext uri="{FF2B5EF4-FFF2-40B4-BE49-F238E27FC236}">
                <a16:creationId xmlns:a16="http://schemas.microsoft.com/office/drawing/2014/main" id="{37FC3340-F09B-2FF0-A044-F3EF5DE17F68}"/>
              </a:ext>
            </a:extLst>
          </p:cNvPr>
          <p:cNvSpPr>
            <a:spLocks noGrp="1"/>
          </p:cNvSpPr>
          <p:nvPr>
            <p:ph type="body" sz="quarter" idx="54" hasCustomPrompt="1"/>
          </p:nvPr>
        </p:nvSpPr>
        <p:spPr>
          <a:xfrm>
            <a:off x="4206000" y="5231020"/>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52" name="Espace réservé du texte 9">
            <a:extLst>
              <a:ext uri="{FF2B5EF4-FFF2-40B4-BE49-F238E27FC236}">
                <a16:creationId xmlns:a16="http://schemas.microsoft.com/office/drawing/2014/main" id="{9FAB5804-44DF-7F57-AC79-1FD55AC7748F}"/>
              </a:ext>
            </a:extLst>
          </p:cNvPr>
          <p:cNvSpPr>
            <a:spLocks noGrp="1"/>
          </p:cNvSpPr>
          <p:nvPr>
            <p:ph type="body" sz="quarter" idx="55" hasCustomPrompt="1"/>
          </p:nvPr>
        </p:nvSpPr>
        <p:spPr>
          <a:xfrm>
            <a:off x="5196599" y="5231020"/>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53" name="Espace réservé du texte 9">
            <a:extLst>
              <a:ext uri="{FF2B5EF4-FFF2-40B4-BE49-F238E27FC236}">
                <a16:creationId xmlns:a16="http://schemas.microsoft.com/office/drawing/2014/main" id="{8BDE2008-47CA-2D22-63C9-A07E25497A89}"/>
              </a:ext>
            </a:extLst>
          </p:cNvPr>
          <p:cNvSpPr>
            <a:spLocks noGrp="1"/>
          </p:cNvSpPr>
          <p:nvPr>
            <p:ph type="body" sz="quarter" idx="56" hasCustomPrompt="1"/>
          </p:nvPr>
        </p:nvSpPr>
        <p:spPr>
          <a:xfrm>
            <a:off x="8301712" y="5231020"/>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54" name="Espace réservé du texte 9">
            <a:extLst>
              <a:ext uri="{FF2B5EF4-FFF2-40B4-BE49-F238E27FC236}">
                <a16:creationId xmlns:a16="http://schemas.microsoft.com/office/drawing/2014/main" id="{15C50398-FC25-3F0C-683E-2563E2FCED7B}"/>
              </a:ext>
            </a:extLst>
          </p:cNvPr>
          <p:cNvSpPr>
            <a:spLocks noGrp="1"/>
          </p:cNvSpPr>
          <p:nvPr>
            <p:ph type="body" sz="quarter" idx="57" hasCustomPrompt="1"/>
          </p:nvPr>
        </p:nvSpPr>
        <p:spPr>
          <a:xfrm>
            <a:off x="11090987" y="5231020"/>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55" name="Espace réservé du texte 9">
            <a:extLst>
              <a:ext uri="{FF2B5EF4-FFF2-40B4-BE49-F238E27FC236}">
                <a16:creationId xmlns:a16="http://schemas.microsoft.com/office/drawing/2014/main" id="{9497A37B-7C97-DBE2-BE1F-3CBE870E77C2}"/>
              </a:ext>
            </a:extLst>
          </p:cNvPr>
          <p:cNvSpPr>
            <a:spLocks noGrp="1"/>
          </p:cNvSpPr>
          <p:nvPr>
            <p:ph type="body" sz="quarter" idx="58" hasCustomPrompt="1"/>
          </p:nvPr>
        </p:nvSpPr>
        <p:spPr>
          <a:xfrm>
            <a:off x="4206000" y="5726221"/>
            <a:ext cx="7740650" cy="468000"/>
          </a:xfrm>
          <a:solidFill>
            <a:schemeClr val="bg1"/>
          </a:solidFill>
          <a:effectLst>
            <a:innerShdw dist="6350" dir="16200000">
              <a:prstClr val="black"/>
            </a:innerShdw>
          </a:effectLst>
        </p:spPr>
        <p:txBody>
          <a:bodyPr/>
          <a:lstStyle>
            <a:lvl1pPr>
              <a:spcBef>
                <a:spcPts val="0"/>
              </a:spcBef>
              <a:defRPr sz="2000">
                <a:solidFill>
                  <a:schemeClr val="tx1"/>
                </a:solidFill>
              </a:defRPr>
            </a:lvl1pPr>
          </a:lstStyle>
          <a:p>
            <a:pPr lvl="0"/>
            <a:r>
              <a:rPr lang="en-CA"/>
              <a:t>##</a:t>
            </a:r>
          </a:p>
        </p:txBody>
      </p:sp>
      <p:sp>
        <p:nvSpPr>
          <p:cNvPr id="56" name="Espace réservé du texte 9">
            <a:extLst>
              <a:ext uri="{FF2B5EF4-FFF2-40B4-BE49-F238E27FC236}">
                <a16:creationId xmlns:a16="http://schemas.microsoft.com/office/drawing/2014/main" id="{C90E6EDF-F4B5-AF39-46E4-23B188E47BDC}"/>
              </a:ext>
            </a:extLst>
          </p:cNvPr>
          <p:cNvSpPr>
            <a:spLocks noGrp="1"/>
          </p:cNvSpPr>
          <p:nvPr>
            <p:ph type="body" sz="quarter" idx="59" hasCustomPrompt="1"/>
          </p:nvPr>
        </p:nvSpPr>
        <p:spPr>
          <a:xfrm>
            <a:off x="5196599" y="5726221"/>
            <a:ext cx="2745113" cy="468000"/>
          </a:xfrm>
          <a:noFill/>
          <a:effectLst/>
        </p:spPr>
        <p:txBody>
          <a:bodyPr/>
          <a:lstStyle>
            <a:lvl1pPr>
              <a:spcBef>
                <a:spcPts val="0"/>
              </a:spcBef>
              <a:defRPr sz="2000">
                <a:solidFill>
                  <a:schemeClr val="tx1"/>
                </a:solidFill>
              </a:defRPr>
            </a:lvl1pPr>
          </a:lstStyle>
          <a:p>
            <a:pPr lvl="0"/>
            <a:r>
              <a:rPr lang="en-CA"/>
              <a:t>Section title</a:t>
            </a:r>
          </a:p>
        </p:txBody>
      </p:sp>
      <p:sp>
        <p:nvSpPr>
          <p:cNvPr id="57" name="Espace réservé du texte 9">
            <a:extLst>
              <a:ext uri="{FF2B5EF4-FFF2-40B4-BE49-F238E27FC236}">
                <a16:creationId xmlns:a16="http://schemas.microsoft.com/office/drawing/2014/main" id="{D3608617-ABD6-1CE4-6BC4-2473E1136FF7}"/>
              </a:ext>
            </a:extLst>
          </p:cNvPr>
          <p:cNvSpPr>
            <a:spLocks noGrp="1"/>
          </p:cNvSpPr>
          <p:nvPr>
            <p:ph type="body" sz="quarter" idx="60" hasCustomPrompt="1"/>
          </p:nvPr>
        </p:nvSpPr>
        <p:spPr>
          <a:xfrm>
            <a:off x="8301712" y="5726221"/>
            <a:ext cx="2654338" cy="468000"/>
          </a:xfrm>
          <a:noFill/>
          <a:effectLst/>
        </p:spPr>
        <p:txBody>
          <a:bodyPr tIns="72000" bIns="0"/>
          <a:lstStyle>
            <a:lvl1pPr>
              <a:lnSpc>
                <a:spcPct val="85000"/>
              </a:lnSpc>
              <a:spcBef>
                <a:spcPts val="0"/>
              </a:spcBef>
              <a:defRPr sz="1600">
                <a:solidFill>
                  <a:schemeClr val="tx1"/>
                </a:solidFill>
              </a:defRPr>
            </a:lvl1pPr>
          </a:lstStyle>
          <a:p>
            <a:pPr lvl="0"/>
            <a:r>
              <a:rPr lang="en-CA"/>
              <a:t>Subsection title</a:t>
            </a:r>
          </a:p>
        </p:txBody>
      </p:sp>
      <p:sp>
        <p:nvSpPr>
          <p:cNvPr id="58" name="Espace réservé du texte 9">
            <a:extLst>
              <a:ext uri="{FF2B5EF4-FFF2-40B4-BE49-F238E27FC236}">
                <a16:creationId xmlns:a16="http://schemas.microsoft.com/office/drawing/2014/main" id="{5F78A38C-D470-02BC-A186-D146E1B6EB71}"/>
              </a:ext>
            </a:extLst>
          </p:cNvPr>
          <p:cNvSpPr>
            <a:spLocks noGrp="1"/>
          </p:cNvSpPr>
          <p:nvPr>
            <p:ph type="body" sz="quarter" idx="61" hasCustomPrompt="1"/>
          </p:nvPr>
        </p:nvSpPr>
        <p:spPr>
          <a:xfrm>
            <a:off x="11090987" y="5726221"/>
            <a:ext cx="855725" cy="468000"/>
          </a:xfrm>
          <a:noFill/>
          <a:effectLst/>
        </p:spPr>
        <p:txBody>
          <a:bodyPr/>
          <a:lstStyle>
            <a:lvl1pPr algn="r">
              <a:spcBef>
                <a:spcPts val="0"/>
              </a:spcBef>
              <a:defRPr sz="1600" baseline="0">
                <a:solidFill>
                  <a:schemeClr val="tx1"/>
                </a:solidFill>
              </a:defRPr>
            </a:lvl1pPr>
          </a:lstStyle>
          <a:p>
            <a:pPr lvl="0"/>
            <a:r>
              <a:rPr lang="en-CA"/>
              <a:t>p. x</a:t>
            </a:r>
          </a:p>
        </p:txBody>
      </p:sp>
      <p:sp>
        <p:nvSpPr>
          <p:cNvPr id="63" name="Espace réservé du pied de page 62">
            <a:extLst>
              <a:ext uri="{FF2B5EF4-FFF2-40B4-BE49-F238E27FC236}">
                <a16:creationId xmlns:a16="http://schemas.microsoft.com/office/drawing/2014/main" id="{B11FD893-0ECD-C569-7734-4136F788E406}"/>
              </a:ext>
            </a:extLst>
          </p:cNvPr>
          <p:cNvSpPr>
            <a:spLocks noGrp="1"/>
          </p:cNvSpPr>
          <p:nvPr>
            <p:ph type="ftr" sz="quarter" idx="62"/>
          </p:nvPr>
        </p:nvSpPr>
        <p:spPr/>
        <p:txBody>
          <a:bodyPr/>
          <a:lstStyle/>
          <a:p>
            <a:endParaRPr lang="en-CA"/>
          </a:p>
        </p:txBody>
      </p:sp>
      <p:sp>
        <p:nvSpPr>
          <p:cNvPr id="64" name="Espace réservé du numéro de diapositive 63">
            <a:extLst>
              <a:ext uri="{FF2B5EF4-FFF2-40B4-BE49-F238E27FC236}">
                <a16:creationId xmlns:a16="http://schemas.microsoft.com/office/drawing/2014/main" id="{AE510988-DE02-5DB0-82D4-38C65EFFDF7D}"/>
              </a:ext>
            </a:extLst>
          </p:cNvPr>
          <p:cNvSpPr>
            <a:spLocks noGrp="1"/>
          </p:cNvSpPr>
          <p:nvPr>
            <p:ph type="sldNum" sz="quarter" idx="63"/>
          </p:nvPr>
        </p:nvSpPr>
        <p:spPr/>
        <p:txBody>
          <a:bodyPr/>
          <a:lstStyle/>
          <a:p>
            <a:fld id="{21DAE3DD-E46F-48E2-BAED-1C2B457B4828}" type="slidenum">
              <a:rPr lang="en-CA" smtClean="0"/>
              <a:pPr/>
              <a:t>‹#›</a:t>
            </a:fld>
            <a:endParaRPr lang="en-CA"/>
          </a:p>
        </p:txBody>
      </p:sp>
    </p:spTree>
    <p:extLst>
      <p:ext uri="{BB962C8B-B14F-4D97-AF65-F5344CB8AC3E}">
        <p14:creationId xmlns:p14="http://schemas.microsoft.com/office/powerpoint/2010/main" val="4012683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layout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Section layouts</a:t>
            </a:r>
          </a:p>
        </p:txBody>
      </p:sp>
    </p:spTree>
    <p:extLst>
      <p:ext uri="{BB962C8B-B14F-4D97-AF65-F5344CB8AC3E}">
        <p14:creationId xmlns:p14="http://schemas.microsoft.com/office/powerpoint/2010/main" val="1579911374"/>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Grey section with number">
    <p:bg>
      <p:bgPr>
        <a:solidFill>
          <a:schemeClr val="tx2"/>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1376ECA4-84AA-D331-1310-E25375E4C12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Espace réservé du texte 8">
            <a:extLst>
              <a:ext uri="{FF2B5EF4-FFF2-40B4-BE49-F238E27FC236}">
                <a16:creationId xmlns:a16="http://schemas.microsoft.com/office/drawing/2014/main" id="{630F2D59-B0C1-34BA-1B13-2C6A33A07AD0}"/>
              </a:ext>
            </a:extLst>
          </p:cNvPr>
          <p:cNvSpPr>
            <a:spLocks noGrp="1"/>
          </p:cNvSpPr>
          <p:nvPr>
            <p:ph type="body" sz="quarter" idx="13" hasCustomPrompt="1"/>
          </p:nvPr>
        </p:nvSpPr>
        <p:spPr>
          <a:xfrm>
            <a:off x="245587" y="279400"/>
            <a:ext cx="1530413" cy="1055688"/>
          </a:xfrm>
        </p:spPr>
        <p:txBody>
          <a:bodyPr/>
          <a:lstStyle>
            <a:lvl1pPr>
              <a:lnSpc>
                <a:spcPct val="75000"/>
              </a:lnSpc>
              <a:spcBef>
                <a:spcPts val="0"/>
              </a:spcBef>
              <a:buNone/>
              <a:defRPr sz="8000" spc="-150" baseline="0">
                <a:solidFill>
                  <a:schemeClr val="tx1"/>
                </a:solidFill>
              </a:defRPr>
            </a:lvl1pPr>
          </a:lstStyle>
          <a:p>
            <a:pPr lvl="0"/>
            <a:r>
              <a:rPr lang="en-CA"/>
              <a:t>##</a:t>
            </a:r>
          </a:p>
        </p:txBody>
      </p:sp>
      <p:sp>
        <p:nvSpPr>
          <p:cNvPr id="2" name="Titre 1">
            <a:extLst>
              <a:ext uri="{FF2B5EF4-FFF2-40B4-BE49-F238E27FC236}">
                <a16:creationId xmlns:a16="http://schemas.microsoft.com/office/drawing/2014/main" id="{256301DE-742E-E91C-EAFF-86448EE14ED0}"/>
              </a:ext>
            </a:extLst>
          </p:cNvPr>
          <p:cNvSpPr>
            <a:spLocks noGrp="1"/>
          </p:cNvSpPr>
          <p:nvPr>
            <p:ph type="title" hasCustomPrompt="1"/>
          </p:nvPr>
        </p:nvSpPr>
        <p:spPr>
          <a:xfrm>
            <a:off x="4205288" y="279400"/>
            <a:ext cx="7142162" cy="2852737"/>
          </a:xfrm>
        </p:spPr>
        <p:txBody>
          <a:bodyPr anchor="t"/>
          <a:lstStyle>
            <a:lvl1pPr>
              <a:lnSpc>
                <a:spcPct val="80000"/>
              </a:lnSpc>
              <a:defRPr sz="7600">
                <a:solidFill>
                  <a:schemeClr val="tx1"/>
                </a:solidFill>
              </a:defRPr>
            </a:lvl1pPr>
          </a:lstStyle>
          <a:p>
            <a:r>
              <a:rPr lang="en-CA"/>
              <a:t>Click to add the section title</a:t>
            </a:r>
          </a:p>
        </p:txBody>
      </p:sp>
      <p:sp>
        <p:nvSpPr>
          <p:cNvPr id="5" name="Espace réservé du pied de page 4">
            <a:extLst>
              <a:ext uri="{FF2B5EF4-FFF2-40B4-BE49-F238E27FC236}">
                <a16:creationId xmlns:a16="http://schemas.microsoft.com/office/drawing/2014/main" id="{071D6264-4BCD-6268-2122-8075183D1540}"/>
              </a:ext>
            </a:extLst>
          </p:cNvPr>
          <p:cNvSpPr>
            <a:spLocks noGrp="1"/>
          </p:cNvSpPr>
          <p:nvPr>
            <p:ph type="ftr" sz="quarter" idx="11"/>
          </p:nvPr>
        </p:nvSpPr>
        <p:spPr/>
        <p:txBody>
          <a:bodyPr/>
          <a:lstStyle>
            <a:lvl1pPr>
              <a:defRPr>
                <a:solidFill>
                  <a:schemeClr val="tx1"/>
                </a:solidFill>
              </a:defRPr>
            </a:lvl1pPr>
          </a:lstStyle>
          <a:p>
            <a:endParaRPr lang="en-CA"/>
          </a:p>
        </p:txBody>
      </p:sp>
      <p:sp>
        <p:nvSpPr>
          <p:cNvPr id="6" name="Espace réservé du numéro de diapositive 5">
            <a:extLst>
              <a:ext uri="{FF2B5EF4-FFF2-40B4-BE49-F238E27FC236}">
                <a16:creationId xmlns:a16="http://schemas.microsoft.com/office/drawing/2014/main" id="{DD0D3574-F333-2FFB-050C-525CC8FF4104}"/>
              </a:ext>
            </a:extLst>
          </p:cNvPr>
          <p:cNvSpPr>
            <a:spLocks noGrp="1"/>
          </p:cNvSpPr>
          <p:nvPr>
            <p:ph type="sldNum" sz="quarter" idx="12"/>
          </p:nvPr>
        </p:nvSpPr>
        <p:spPr/>
        <p:txBody>
          <a:bodyPr/>
          <a:lstStyle>
            <a:lvl1pPr>
              <a:defRPr>
                <a:solidFill>
                  <a:schemeClr val="tx1"/>
                </a:solidFill>
              </a:defRPr>
            </a:lvl1pPr>
          </a:lstStyle>
          <a:p>
            <a:fld id="{21DAE3DD-E46F-48E2-BAED-1C2B457B4828}" type="slidenum">
              <a:rPr lang="en-CA" smtClean="0"/>
              <a:pPr/>
              <a:t>‹#›</a:t>
            </a:fld>
            <a:endParaRPr lang="en-CA"/>
          </a:p>
        </p:txBody>
      </p:sp>
      <p:sp>
        <p:nvSpPr>
          <p:cNvPr id="10" name="ZoneTexte 9">
            <a:extLst>
              <a:ext uri="{FF2B5EF4-FFF2-40B4-BE49-F238E27FC236}">
                <a16:creationId xmlns:a16="http://schemas.microsoft.com/office/drawing/2014/main" id="{6519CD41-7DFB-7F3E-B638-81541A4892A4}"/>
              </a:ext>
              <a:ext uri="{C183D7F6-B498-43B3-948B-1728B52AA6E4}">
                <adec:decorative xmlns:adec="http://schemas.microsoft.com/office/drawing/2017/decorative" val="1"/>
              </a:ext>
            </a:extLst>
          </p:cNvPr>
          <p:cNvSpPr txBox="1"/>
          <p:nvPr userDrawn="1"/>
        </p:nvSpPr>
        <p:spPr>
          <a:xfrm>
            <a:off x="178823" y="6464920"/>
            <a:ext cx="2204937" cy="223200"/>
          </a:xfrm>
          <a:prstGeom prst="rect">
            <a:avLst/>
          </a:prstGeom>
          <a:noFill/>
        </p:spPr>
        <p:txBody>
          <a:bodyPr wrap="square" rtlCol="0" anchor="ctr">
            <a:spAutoFit/>
          </a:bodyPr>
          <a:lstStyle/>
          <a:p>
            <a:r>
              <a:rPr lang="en-CA" sz="800">
                <a:solidFill>
                  <a:schemeClr val="tx1"/>
                </a:solidFill>
              </a:rPr>
              <a:t>National Bank</a:t>
            </a:r>
          </a:p>
        </p:txBody>
      </p:sp>
    </p:spTree>
    <p:extLst>
      <p:ext uri="{BB962C8B-B14F-4D97-AF65-F5344CB8AC3E}">
        <p14:creationId xmlns:p14="http://schemas.microsoft.com/office/powerpoint/2010/main" val="1896008085"/>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ream section with number">
    <p:bg>
      <p:bgRef idx="1001">
        <a:schemeClr val="bg2"/>
      </p:bgRef>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17A9C73F-0C80-4C4B-71AF-291F86F2CE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Espace réservé du texte 8">
            <a:extLst>
              <a:ext uri="{FF2B5EF4-FFF2-40B4-BE49-F238E27FC236}">
                <a16:creationId xmlns:a16="http://schemas.microsoft.com/office/drawing/2014/main" id="{630F2D59-B0C1-34BA-1B13-2C6A33A07AD0}"/>
              </a:ext>
            </a:extLst>
          </p:cNvPr>
          <p:cNvSpPr>
            <a:spLocks noGrp="1"/>
          </p:cNvSpPr>
          <p:nvPr>
            <p:ph type="body" sz="quarter" idx="13" hasCustomPrompt="1"/>
          </p:nvPr>
        </p:nvSpPr>
        <p:spPr>
          <a:xfrm>
            <a:off x="245587" y="279400"/>
            <a:ext cx="1530413" cy="1055688"/>
          </a:xfrm>
        </p:spPr>
        <p:txBody>
          <a:bodyPr/>
          <a:lstStyle>
            <a:lvl1pPr>
              <a:lnSpc>
                <a:spcPct val="75000"/>
              </a:lnSpc>
              <a:spcBef>
                <a:spcPts val="0"/>
              </a:spcBef>
              <a:buNone/>
              <a:defRPr sz="8000" spc="-150" baseline="0">
                <a:solidFill>
                  <a:schemeClr val="tx1"/>
                </a:solidFill>
              </a:defRPr>
            </a:lvl1pPr>
          </a:lstStyle>
          <a:p>
            <a:pPr lvl="0"/>
            <a:r>
              <a:rPr lang="en-CA"/>
              <a:t>##</a:t>
            </a:r>
          </a:p>
        </p:txBody>
      </p:sp>
      <p:sp>
        <p:nvSpPr>
          <p:cNvPr id="2" name="Titre 1">
            <a:extLst>
              <a:ext uri="{FF2B5EF4-FFF2-40B4-BE49-F238E27FC236}">
                <a16:creationId xmlns:a16="http://schemas.microsoft.com/office/drawing/2014/main" id="{256301DE-742E-E91C-EAFF-86448EE14ED0}"/>
              </a:ext>
            </a:extLst>
          </p:cNvPr>
          <p:cNvSpPr>
            <a:spLocks noGrp="1"/>
          </p:cNvSpPr>
          <p:nvPr>
            <p:ph type="title" hasCustomPrompt="1"/>
          </p:nvPr>
        </p:nvSpPr>
        <p:spPr>
          <a:xfrm>
            <a:off x="4205288" y="279400"/>
            <a:ext cx="7142162" cy="2852737"/>
          </a:xfrm>
        </p:spPr>
        <p:txBody>
          <a:bodyPr anchor="t"/>
          <a:lstStyle>
            <a:lvl1pPr>
              <a:lnSpc>
                <a:spcPct val="80000"/>
              </a:lnSpc>
              <a:defRPr sz="7600">
                <a:solidFill>
                  <a:schemeClr val="tx1"/>
                </a:solidFill>
              </a:defRPr>
            </a:lvl1pPr>
          </a:lstStyle>
          <a:p>
            <a:r>
              <a:rPr lang="en-CA"/>
              <a:t>Click to add the section title</a:t>
            </a:r>
          </a:p>
        </p:txBody>
      </p:sp>
      <p:sp>
        <p:nvSpPr>
          <p:cNvPr id="5" name="Espace réservé du pied de page 4">
            <a:extLst>
              <a:ext uri="{FF2B5EF4-FFF2-40B4-BE49-F238E27FC236}">
                <a16:creationId xmlns:a16="http://schemas.microsoft.com/office/drawing/2014/main" id="{071D6264-4BCD-6268-2122-8075183D1540}"/>
              </a:ext>
            </a:extLst>
          </p:cNvPr>
          <p:cNvSpPr>
            <a:spLocks noGrp="1"/>
          </p:cNvSpPr>
          <p:nvPr>
            <p:ph type="ftr" sz="quarter" idx="11"/>
          </p:nvPr>
        </p:nvSpPr>
        <p:spPr/>
        <p:txBody>
          <a:bodyPr/>
          <a:lstStyle>
            <a:lvl1pPr>
              <a:defRPr>
                <a:solidFill>
                  <a:schemeClr val="tx1"/>
                </a:solidFill>
              </a:defRPr>
            </a:lvl1pPr>
          </a:lstStyle>
          <a:p>
            <a:endParaRPr lang="en-CA"/>
          </a:p>
        </p:txBody>
      </p:sp>
      <p:sp>
        <p:nvSpPr>
          <p:cNvPr id="6" name="Espace réservé du numéro de diapositive 5">
            <a:extLst>
              <a:ext uri="{FF2B5EF4-FFF2-40B4-BE49-F238E27FC236}">
                <a16:creationId xmlns:a16="http://schemas.microsoft.com/office/drawing/2014/main" id="{DD0D3574-F333-2FFB-050C-525CC8FF4104}"/>
              </a:ext>
            </a:extLst>
          </p:cNvPr>
          <p:cNvSpPr>
            <a:spLocks noGrp="1"/>
          </p:cNvSpPr>
          <p:nvPr>
            <p:ph type="sldNum" sz="quarter" idx="12"/>
          </p:nvPr>
        </p:nvSpPr>
        <p:spPr/>
        <p:txBody>
          <a:bodyPr/>
          <a:lstStyle>
            <a:lvl1pPr>
              <a:defRPr>
                <a:solidFill>
                  <a:schemeClr val="tx1"/>
                </a:solidFill>
              </a:defRPr>
            </a:lvl1pPr>
          </a:lstStyle>
          <a:p>
            <a:fld id="{21DAE3DD-E46F-48E2-BAED-1C2B457B4828}" type="slidenum">
              <a:rPr lang="en-CA" smtClean="0"/>
              <a:pPr/>
              <a:t>‹#›</a:t>
            </a:fld>
            <a:endParaRPr lang="en-CA"/>
          </a:p>
        </p:txBody>
      </p:sp>
      <p:sp>
        <p:nvSpPr>
          <p:cNvPr id="10" name="ZoneTexte 9">
            <a:extLst>
              <a:ext uri="{FF2B5EF4-FFF2-40B4-BE49-F238E27FC236}">
                <a16:creationId xmlns:a16="http://schemas.microsoft.com/office/drawing/2014/main" id="{6519CD41-7DFB-7F3E-B638-81541A4892A4}"/>
              </a:ext>
              <a:ext uri="{C183D7F6-B498-43B3-948B-1728B52AA6E4}">
                <adec:decorative xmlns:adec="http://schemas.microsoft.com/office/drawing/2017/decorative" val="1"/>
              </a:ext>
            </a:extLst>
          </p:cNvPr>
          <p:cNvSpPr txBox="1"/>
          <p:nvPr userDrawn="1"/>
        </p:nvSpPr>
        <p:spPr>
          <a:xfrm>
            <a:off x="178823" y="6464920"/>
            <a:ext cx="2204937" cy="223200"/>
          </a:xfrm>
          <a:prstGeom prst="rect">
            <a:avLst/>
          </a:prstGeom>
          <a:noFill/>
        </p:spPr>
        <p:txBody>
          <a:bodyPr wrap="square" rtlCol="0" anchor="ctr">
            <a:spAutoFit/>
          </a:bodyPr>
          <a:lstStyle/>
          <a:p>
            <a:r>
              <a:rPr lang="en-CA" sz="800">
                <a:solidFill>
                  <a:schemeClr val="tx1"/>
                </a:solidFill>
              </a:rPr>
              <a:t>National Bank</a:t>
            </a:r>
          </a:p>
        </p:txBody>
      </p:sp>
    </p:spTree>
    <p:extLst>
      <p:ext uri="{BB962C8B-B14F-4D97-AF65-F5344CB8AC3E}">
        <p14:creationId xmlns:p14="http://schemas.microsoft.com/office/powerpoint/2010/main" val="265004502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rey section">
    <p:bg>
      <p:bgPr>
        <a:solidFill>
          <a:schemeClr val="tx2"/>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1458171-FB00-C3AD-5878-365AF99DAFE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256301DE-742E-E91C-EAFF-86448EE14ED0}"/>
              </a:ext>
            </a:extLst>
          </p:cNvPr>
          <p:cNvSpPr>
            <a:spLocks noGrp="1"/>
          </p:cNvSpPr>
          <p:nvPr>
            <p:ph type="title" hasCustomPrompt="1"/>
          </p:nvPr>
        </p:nvSpPr>
        <p:spPr>
          <a:xfrm>
            <a:off x="245587" y="279400"/>
            <a:ext cx="8730138" cy="2852737"/>
          </a:xfrm>
        </p:spPr>
        <p:txBody>
          <a:bodyPr anchor="t"/>
          <a:lstStyle>
            <a:lvl1pPr>
              <a:lnSpc>
                <a:spcPct val="80000"/>
              </a:lnSpc>
              <a:defRPr sz="7600">
                <a:solidFill>
                  <a:schemeClr val="tx1"/>
                </a:solidFill>
              </a:defRPr>
            </a:lvl1pPr>
          </a:lstStyle>
          <a:p>
            <a:r>
              <a:rPr lang="en-CA"/>
              <a:t>Click to add the section title</a:t>
            </a:r>
          </a:p>
        </p:txBody>
      </p:sp>
      <p:sp>
        <p:nvSpPr>
          <p:cNvPr id="5" name="Espace réservé du pied de page 4">
            <a:extLst>
              <a:ext uri="{FF2B5EF4-FFF2-40B4-BE49-F238E27FC236}">
                <a16:creationId xmlns:a16="http://schemas.microsoft.com/office/drawing/2014/main" id="{071D6264-4BCD-6268-2122-8075183D1540}"/>
              </a:ext>
            </a:extLst>
          </p:cNvPr>
          <p:cNvSpPr>
            <a:spLocks noGrp="1"/>
          </p:cNvSpPr>
          <p:nvPr>
            <p:ph type="ftr" sz="quarter" idx="11"/>
          </p:nvPr>
        </p:nvSpPr>
        <p:spPr/>
        <p:txBody>
          <a:bodyPr/>
          <a:lstStyle>
            <a:lvl1pPr>
              <a:defRPr>
                <a:solidFill>
                  <a:schemeClr val="tx1"/>
                </a:solidFill>
              </a:defRPr>
            </a:lvl1pPr>
          </a:lstStyle>
          <a:p>
            <a:endParaRPr lang="en-CA"/>
          </a:p>
        </p:txBody>
      </p:sp>
      <p:sp>
        <p:nvSpPr>
          <p:cNvPr id="6" name="Espace réservé du numéro de diapositive 5">
            <a:extLst>
              <a:ext uri="{FF2B5EF4-FFF2-40B4-BE49-F238E27FC236}">
                <a16:creationId xmlns:a16="http://schemas.microsoft.com/office/drawing/2014/main" id="{DD0D3574-F333-2FFB-050C-525CC8FF4104}"/>
              </a:ext>
            </a:extLst>
          </p:cNvPr>
          <p:cNvSpPr>
            <a:spLocks noGrp="1"/>
          </p:cNvSpPr>
          <p:nvPr>
            <p:ph type="sldNum" sz="quarter" idx="12"/>
          </p:nvPr>
        </p:nvSpPr>
        <p:spPr/>
        <p:txBody>
          <a:bodyPr/>
          <a:lstStyle>
            <a:lvl1pPr>
              <a:defRPr>
                <a:solidFill>
                  <a:schemeClr val="tx1"/>
                </a:solidFill>
              </a:defRPr>
            </a:lvl1pPr>
          </a:lstStyle>
          <a:p>
            <a:fld id="{21DAE3DD-E46F-48E2-BAED-1C2B457B4828}" type="slidenum">
              <a:rPr lang="en-CA" smtClean="0"/>
              <a:pPr/>
              <a:t>‹#›</a:t>
            </a:fld>
            <a:endParaRPr lang="en-CA"/>
          </a:p>
        </p:txBody>
      </p:sp>
      <p:sp>
        <p:nvSpPr>
          <p:cNvPr id="10" name="ZoneTexte 9">
            <a:extLst>
              <a:ext uri="{FF2B5EF4-FFF2-40B4-BE49-F238E27FC236}">
                <a16:creationId xmlns:a16="http://schemas.microsoft.com/office/drawing/2014/main" id="{6519CD41-7DFB-7F3E-B638-81541A4892A4}"/>
              </a:ext>
              <a:ext uri="{C183D7F6-B498-43B3-948B-1728B52AA6E4}">
                <adec:decorative xmlns:adec="http://schemas.microsoft.com/office/drawing/2017/decorative" val="1"/>
              </a:ext>
            </a:extLst>
          </p:cNvPr>
          <p:cNvSpPr txBox="1"/>
          <p:nvPr userDrawn="1"/>
        </p:nvSpPr>
        <p:spPr>
          <a:xfrm>
            <a:off x="178823" y="6464920"/>
            <a:ext cx="2204937" cy="223200"/>
          </a:xfrm>
          <a:prstGeom prst="rect">
            <a:avLst/>
          </a:prstGeom>
          <a:noFill/>
        </p:spPr>
        <p:txBody>
          <a:bodyPr wrap="square" rtlCol="0" anchor="ctr">
            <a:spAutoFit/>
          </a:bodyPr>
          <a:lstStyle/>
          <a:p>
            <a:r>
              <a:rPr lang="en-CA" sz="800">
                <a:solidFill>
                  <a:schemeClr val="tx1"/>
                </a:solidFill>
              </a:rPr>
              <a:t>National Bank</a:t>
            </a:r>
          </a:p>
        </p:txBody>
      </p:sp>
    </p:spTree>
    <p:extLst>
      <p:ext uri="{BB962C8B-B14F-4D97-AF65-F5344CB8AC3E}">
        <p14:creationId xmlns:p14="http://schemas.microsoft.com/office/powerpoint/2010/main" val="185124916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ream section">
    <p:bg>
      <p:bgRef idx="1001">
        <a:schemeClr val="bg2"/>
      </p:bgRef>
    </p:bg>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08754E08-AF37-8262-FA1A-101978483F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256301DE-742E-E91C-EAFF-86448EE14ED0}"/>
              </a:ext>
            </a:extLst>
          </p:cNvPr>
          <p:cNvSpPr>
            <a:spLocks noGrp="1"/>
          </p:cNvSpPr>
          <p:nvPr>
            <p:ph type="title" hasCustomPrompt="1"/>
          </p:nvPr>
        </p:nvSpPr>
        <p:spPr>
          <a:xfrm>
            <a:off x="245587" y="279400"/>
            <a:ext cx="8730138" cy="2852737"/>
          </a:xfrm>
        </p:spPr>
        <p:txBody>
          <a:bodyPr anchor="t"/>
          <a:lstStyle>
            <a:lvl1pPr>
              <a:lnSpc>
                <a:spcPct val="80000"/>
              </a:lnSpc>
              <a:defRPr sz="7600">
                <a:solidFill>
                  <a:schemeClr val="tx1"/>
                </a:solidFill>
              </a:defRPr>
            </a:lvl1pPr>
          </a:lstStyle>
          <a:p>
            <a:r>
              <a:rPr lang="en-CA"/>
              <a:t>Click to add the section title</a:t>
            </a:r>
          </a:p>
        </p:txBody>
      </p:sp>
      <p:sp>
        <p:nvSpPr>
          <p:cNvPr id="5" name="Espace réservé du pied de page 4">
            <a:extLst>
              <a:ext uri="{FF2B5EF4-FFF2-40B4-BE49-F238E27FC236}">
                <a16:creationId xmlns:a16="http://schemas.microsoft.com/office/drawing/2014/main" id="{071D6264-4BCD-6268-2122-8075183D1540}"/>
              </a:ext>
            </a:extLst>
          </p:cNvPr>
          <p:cNvSpPr>
            <a:spLocks noGrp="1"/>
          </p:cNvSpPr>
          <p:nvPr>
            <p:ph type="ftr" sz="quarter" idx="11"/>
          </p:nvPr>
        </p:nvSpPr>
        <p:spPr/>
        <p:txBody>
          <a:bodyPr/>
          <a:lstStyle>
            <a:lvl1pPr>
              <a:defRPr>
                <a:solidFill>
                  <a:schemeClr val="tx1"/>
                </a:solidFill>
              </a:defRPr>
            </a:lvl1pPr>
          </a:lstStyle>
          <a:p>
            <a:endParaRPr lang="en-CA"/>
          </a:p>
        </p:txBody>
      </p:sp>
      <p:sp>
        <p:nvSpPr>
          <p:cNvPr id="6" name="Espace réservé du numéro de diapositive 5">
            <a:extLst>
              <a:ext uri="{FF2B5EF4-FFF2-40B4-BE49-F238E27FC236}">
                <a16:creationId xmlns:a16="http://schemas.microsoft.com/office/drawing/2014/main" id="{DD0D3574-F333-2FFB-050C-525CC8FF4104}"/>
              </a:ext>
            </a:extLst>
          </p:cNvPr>
          <p:cNvSpPr>
            <a:spLocks noGrp="1"/>
          </p:cNvSpPr>
          <p:nvPr>
            <p:ph type="sldNum" sz="quarter" idx="12"/>
          </p:nvPr>
        </p:nvSpPr>
        <p:spPr/>
        <p:txBody>
          <a:bodyPr/>
          <a:lstStyle>
            <a:lvl1pPr>
              <a:defRPr>
                <a:solidFill>
                  <a:schemeClr val="tx1"/>
                </a:solidFill>
              </a:defRPr>
            </a:lvl1pPr>
          </a:lstStyle>
          <a:p>
            <a:fld id="{21DAE3DD-E46F-48E2-BAED-1C2B457B4828}" type="slidenum">
              <a:rPr lang="en-CA" smtClean="0"/>
              <a:pPr/>
              <a:t>‹#›</a:t>
            </a:fld>
            <a:endParaRPr lang="en-CA"/>
          </a:p>
        </p:txBody>
      </p:sp>
    </p:spTree>
    <p:extLst>
      <p:ext uri="{BB962C8B-B14F-4D97-AF65-F5344CB8AC3E}">
        <p14:creationId xmlns:p14="http://schemas.microsoft.com/office/powerpoint/2010/main" val="272360966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ey section with subt.">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6301DE-742E-E91C-EAFF-86448EE14ED0}"/>
              </a:ext>
              <a:ext uri="{C183D7F6-B498-43B3-948B-1728B52AA6E4}">
                <adec:decorative xmlns:adec="http://schemas.microsoft.com/office/drawing/2017/decorative" val="1"/>
              </a:ext>
            </a:extLst>
          </p:cNvPr>
          <p:cNvSpPr>
            <a:spLocks noGrp="1"/>
          </p:cNvSpPr>
          <p:nvPr>
            <p:ph type="title" hasCustomPrompt="1"/>
          </p:nvPr>
        </p:nvSpPr>
        <p:spPr>
          <a:xfrm>
            <a:off x="245587" y="279400"/>
            <a:ext cx="8730138" cy="2852737"/>
          </a:xfrm>
        </p:spPr>
        <p:txBody>
          <a:bodyPr anchor="t"/>
          <a:lstStyle>
            <a:lvl1pPr>
              <a:lnSpc>
                <a:spcPct val="80000"/>
              </a:lnSpc>
              <a:defRPr sz="7600">
                <a:solidFill>
                  <a:schemeClr val="tx1"/>
                </a:solidFill>
              </a:defRPr>
            </a:lvl1pPr>
          </a:lstStyle>
          <a:p>
            <a:r>
              <a:rPr lang="en-CA"/>
              <a:t>Click to add the section title</a:t>
            </a:r>
          </a:p>
        </p:txBody>
      </p:sp>
      <p:sp>
        <p:nvSpPr>
          <p:cNvPr id="3" name="Espace réservé du texte 2">
            <a:extLst>
              <a:ext uri="{FF2B5EF4-FFF2-40B4-BE49-F238E27FC236}">
                <a16:creationId xmlns:a16="http://schemas.microsoft.com/office/drawing/2014/main" id="{B860F77F-69D3-97C6-C80D-F1C1DE73E2D2}"/>
              </a:ext>
            </a:extLst>
          </p:cNvPr>
          <p:cNvSpPr>
            <a:spLocks noGrp="1"/>
          </p:cNvSpPr>
          <p:nvPr>
            <p:ph type="body" idx="1" hasCustomPrompt="1"/>
          </p:nvPr>
        </p:nvSpPr>
        <p:spPr>
          <a:xfrm>
            <a:off x="245587" y="4374000"/>
            <a:ext cx="8730138" cy="1500187"/>
          </a:xfrm>
        </p:spPr>
        <p:txBody>
          <a:bodyPr/>
          <a:lstStyle>
            <a:lvl1pPr marL="0" indent="0">
              <a:lnSpc>
                <a:spcPct val="80000"/>
              </a:lnSpc>
              <a:spcBef>
                <a:spcPts val="0"/>
              </a:spcBef>
              <a:buNone/>
              <a:defRPr sz="4800" spc="-1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CA"/>
              <a:t>Click to add the subsection title</a:t>
            </a:r>
          </a:p>
        </p:txBody>
      </p:sp>
      <p:sp>
        <p:nvSpPr>
          <p:cNvPr id="5" name="Espace réservé du pied de page 4">
            <a:extLst>
              <a:ext uri="{FF2B5EF4-FFF2-40B4-BE49-F238E27FC236}">
                <a16:creationId xmlns:a16="http://schemas.microsoft.com/office/drawing/2014/main" id="{071D6264-4BCD-6268-2122-8075183D1540}"/>
              </a:ext>
            </a:extLst>
          </p:cNvPr>
          <p:cNvSpPr>
            <a:spLocks noGrp="1"/>
          </p:cNvSpPr>
          <p:nvPr>
            <p:ph type="ftr" sz="quarter" idx="11"/>
          </p:nvPr>
        </p:nvSpPr>
        <p:spPr/>
        <p:txBody>
          <a:bodyPr/>
          <a:lstStyle>
            <a:lvl1pPr>
              <a:defRPr>
                <a:solidFill>
                  <a:schemeClr val="tx1"/>
                </a:solidFill>
              </a:defRPr>
            </a:lvl1pPr>
          </a:lstStyle>
          <a:p>
            <a:endParaRPr lang="en-CA"/>
          </a:p>
        </p:txBody>
      </p:sp>
      <p:sp>
        <p:nvSpPr>
          <p:cNvPr id="6" name="Espace réservé du numéro de diapositive 5">
            <a:extLst>
              <a:ext uri="{FF2B5EF4-FFF2-40B4-BE49-F238E27FC236}">
                <a16:creationId xmlns:a16="http://schemas.microsoft.com/office/drawing/2014/main" id="{DD0D3574-F333-2FFB-050C-525CC8FF4104}"/>
              </a:ext>
            </a:extLst>
          </p:cNvPr>
          <p:cNvSpPr>
            <a:spLocks noGrp="1"/>
          </p:cNvSpPr>
          <p:nvPr>
            <p:ph type="sldNum" sz="quarter" idx="12"/>
          </p:nvPr>
        </p:nvSpPr>
        <p:spPr/>
        <p:txBody>
          <a:bodyPr/>
          <a:lstStyle>
            <a:lvl1pPr>
              <a:defRPr>
                <a:solidFill>
                  <a:schemeClr val="tx1"/>
                </a:solidFill>
              </a:defRPr>
            </a:lvl1pPr>
          </a:lstStyle>
          <a:p>
            <a:fld id="{21DAE3DD-E46F-48E2-BAED-1C2B457B4828}" type="slidenum">
              <a:rPr lang="en-CA" smtClean="0"/>
              <a:pPr/>
              <a:t>‹#›</a:t>
            </a:fld>
            <a:endParaRPr lang="en-CA"/>
          </a:p>
        </p:txBody>
      </p:sp>
    </p:spTree>
    <p:extLst>
      <p:ext uri="{BB962C8B-B14F-4D97-AF65-F5344CB8AC3E}">
        <p14:creationId xmlns:p14="http://schemas.microsoft.com/office/powerpoint/2010/main" val="159571676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ream section with subt.">
    <p:bg>
      <p:bgRef idx="1001">
        <a:schemeClr val="bg2"/>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6301DE-742E-E91C-EAFF-86448EE14ED0}"/>
              </a:ext>
              <a:ext uri="{C183D7F6-B498-43B3-948B-1728B52AA6E4}">
                <adec:decorative xmlns:adec="http://schemas.microsoft.com/office/drawing/2017/decorative" val="1"/>
              </a:ext>
            </a:extLst>
          </p:cNvPr>
          <p:cNvSpPr>
            <a:spLocks noGrp="1"/>
          </p:cNvSpPr>
          <p:nvPr>
            <p:ph type="title" hasCustomPrompt="1"/>
          </p:nvPr>
        </p:nvSpPr>
        <p:spPr>
          <a:xfrm>
            <a:off x="245587" y="279400"/>
            <a:ext cx="8730138" cy="2852737"/>
          </a:xfrm>
        </p:spPr>
        <p:txBody>
          <a:bodyPr anchor="t"/>
          <a:lstStyle>
            <a:lvl1pPr>
              <a:lnSpc>
                <a:spcPct val="80000"/>
              </a:lnSpc>
              <a:defRPr sz="7600">
                <a:solidFill>
                  <a:schemeClr val="tx1"/>
                </a:solidFill>
              </a:defRPr>
            </a:lvl1pPr>
          </a:lstStyle>
          <a:p>
            <a:r>
              <a:rPr lang="en-CA"/>
              <a:t>Click to add the section title</a:t>
            </a:r>
          </a:p>
        </p:txBody>
      </p:sp>
      <p:sp>
        <p:nvSpPr>
          <p:cNvPr id="3" name="Espace réservé du texte 2">
            <a:extLst>
              <a:ext uri="{FF2B5EF4-FFF2-40B4-BE49-F238E27FC236}">
                <a16:creationId xmlns:a16="http://schemas.microsoft.com/office/drawing/2014/main" id="{B860F77F-69D3-97C6-C80D-F1C1DE73E2D2}"/>
              </a:ext>
            </a:extLst>
          </p:cNvPr>
          <p:cNvSpPr>
            <a:spLocks noGrp="1"/>
          </p:cNvSpPr>
          <p:nvPr>
            <p:ph type="body" idx="1" hasCustomPrompt="1"/>
          </p:nvPr>
        </p:nvSpPr>
        <p:spPr>
          <a:xfrm>
            <a:off x="245587" y="4374000"/>
            <a:ext cx="8730138" cy="1500187"/>
          </a:xfrm>
        </p:spPr>
        <p:txBody>
          <a:bodyPr/>
          <a:lstStyle>
            <a:lvl1pPr marL="0" indent="0">
              <a:lnSpc>
                <a:spcPct val="80000"/>
              </a:lnSpc>
              <a:spcBef>
                <a:spcPts val="0"/>
              </a:spcBef>
              <a:buNone/>
              <a:defRPr sz="4800" spc="-1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CA"/>
              <a:t>Click to add the subsection title</a:t>
            </a:r>
          </a:p>
        </p:txBody>
      </p:sp>
      <p:sp>
        <p:nvSpPr>
          <p:cNvPr id="5" name="Espace réservé du pied de page 4">
            <a:extLst>
              <a:ext uri="{FF2B5EF4-FFF2-40B4-BE49-F238E27FC236}">
                <a16:creationId xmlns:a16="http://schemas.microsoft.com/office/drawing/2014/main" id="{071D6264-4BCD-6268-2122-8075183D1540}"/>
              </a:ext>
            </a:extLst>
          </p:cNvPr>
          <p:cNvSpPr>
            <a:spLocks noGrp="1"/>
          </p:cNvSpPr>
          <p:nvPr>
            <p:ph type="ftr" sz="quarter" idx="11"/>
          </p:nvPr>
        </p:nvSpPr>
        <p:spPr/>
        <p:txBody>
          <a:bodyPr/>
          <a:lstStyle>
            <a:lvl1pPr>
              <a:defRPr>
                <a:solidFill>
                  <a:schemeClr val="tx1"/>
                </a:solidFill>
              </a:defRPr>
            </a:lvl1pPr>
          </a:lstStyle>
          <a:p>
            <a:endParaRPr lang="en-CA"/>
          </a:p>
        </p:txBody>
      </p:sp>
      <p:sp>
        <p:nvSpPr>
          <p:cNvPr id="6" name="Espace réservé du numéro de diapositive 5">
            <a:extLst>
              <a:ext uri="{FF2B5EF4-FFF2-40B4-BE49-F238E27FC236}">
                <a16:creationId xmlns:a16="http://schemas.microsoft.com/office/drawing/2014/main" id="{DD0D3574-F333-2FFB-050C-525CC8FF4104}"/>
              </a:ext>
            </a:extLst>
          </p:cNvPr>
          <p:cNvSpPr>
            <a:spLocks noGrp="1"/>
          </p:cNvSpPr>
          <p:nvPr>
            <p:ph type="sldNum" sz="quarter" idx="12"/>
          </p:nvPr>
        </p:nvSpPr>
        <p:spPr/>
        <p:txBody>
          <a:bodyPr/>
          <a:lstStyle>
            <a:lvl1pPr>
              <a:defRPr>
                <a:solidFill>
                  <a:schemeClr val="tx1"/>
                </a:solidFill>
              </a:defRPr>
            </a:lvl1pPr>
          </a:lstStyle>
          <a:p>
            <a:fld id="{21DAE3DD-E46F-48E2-BAED-1C2B457B4828}" type="slidenum">
              <a:rPr lang="en-CA" smtClean="0"/>
              <a:pPr/>
              <a:t>‹#›</a:t>
            </a:fld>
            <a:endParaRPr lang="en-CA"/>
          </a:p>
        </p:txBody>
      </p:sp>
    </p:spTree>
    <p:extLst>
      <p:ext uri="{BB962C8B-B14F-4D97-AF65-F5344CB8AC3E}">
        <p14:creationId xmlns:p14="http://schemas.microsoft.com/office/powerpoint/2010/main" val="84228100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asic flexible layout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Basic flexible layouts</a:t>
            </a:r>
          </a:p>
        </p:txBody>
      </p:sp>
    </p:spTree>
    <p:extLst>
      <p:ext uri="{BB962C8B-B14F-4D97-AF65-F5344CB8AC3E}">
        <p14:creationId xmlns:p14="http://schemas.microsoft.com/office/powerpoint/2010/main" val="725098196"/>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C011188E-AB6E-B7FF-B3A1-225DF6369AF4}"/>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A8E280B6-F7AC-A796-AA2A-BF994A25AA9D}"/>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contenu 2">
            <a:extLst>
              <a:ext uri="{FF2B5EF4-FFF2-40B4-BE49-F238E27FC236}">
                <a16:creationId xmlns:a16="http://schemas.microsoft.com/office/drawing/2014/main" id="{DE7749EC-42B2-CEE5-9D95-572D91A3BC49}"/>
              </a:ext>
            </a:extLst>
          </p:cNvPr>
          <p:cNvSpPr>
            <a:spLocks noGrp="1"/>
          </p:cNvSpPr>
          <p:nvPr>
            <p:ph idx="1" hasCustomPrompt="1"/>
          </p:nvPr>
        </p:nvSpPr>
        <p:spPr/>
        <p:txBody>
          <a:bodyPr/>
          <a:lstStyle>
            <a:lvl1pPr>
              <a:defRPr/>
            </a:lvl1pPr>
            <a:lvl2pPr>
              <a:defRPr/>
            </a:lvl2pPr>
            <a:lvl3pPr>
              <a:defRPr/>
            </a:lvl3pPr>
            <a:lvl4pPr>
              <a:defRPr/>
            </a:lvl4pPr>
            <a:lvl5pPr>
              <a:defRPr/>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pied de page 4">
            <a:extLst>
              <a:ext uri="{FF2B5EF4-FFF2-40B4-BE49-F238E27FC236}">
                <a16:creationId xmlns:a16="http://schemas.microsoft.com/office/drawing/2014/main" id="{8046CAA4-59E5-FA78-23DC-EF35D4F8814D}"/>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F8E07E85-8138-0B06-9C07-559CC2D5EA40}"/>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3121688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_Title and content">
    <p:bg>
      <p:bgRef idx="1001">
        <a:schemeClr val="bg2"/>
      </p:bgRef>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C011188E-AB6E-B7FF-B3A1-225DF6369AF4}"/>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A8E280B6-F7AC-A796-AA2A-BF994A25AA9D}"/>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contenu 2">
            <a:extLst>
              <a:ext uri="{FF2B5EF4-FFF2-40B4-BE49-F238E27FC236}">
                <a16:creationId xmlns:a16="http://schemas.microsoft.com/office/drawing/2014/main" id="{DE7749EC-42B2-CEE5-9D95-572D91A3BC49}"/>
              </a:ext>
            </a:extLst>
          </p:cNvPr>
          <p:cNvSpPr>
            <a:spLocks noGrp="1"/>
          </p:cNvSpPr>
          <p:nvPr>
            <p:ph idx="1" hasCustomPrompt="1"/>
          </p:nvPr>
        </p:nvSpPr>
        <p:spPr/>
        <p:txBody>
          <a:bodyPr/>
          <a:lstStyle>
            <a:lvl1pPr>
              <a:defRPr/>
            </a:lvl1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pied de page 4">
            <a:extLst>
              <a:ext uri="{FF2B5EF4-FFF2-40B4-BE49-F238E27FC236}">
                <a16:creationId xmlns:a16="http://schemas.microsoft.com/office/drawing/2014/main" id="{8046CAA4-59E5-FA78-23DC-EF35D4F8814D}"/>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F8E07E85-8138-0B06-9C07-559CC2D5EA40}"/>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7170275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_Title and content">
    <p:bg>
      <p:bgPr>
        <a:solidFill>
          <a:schemeClr val="tx2"/>
        </a:solidFill>
        <a:effectLst/>
      </p:bgPr>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C011188E-AB6E-B7FF-B3A1-225DF6369AF4}"/>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A8E280B6-F7AC-A796-AA2A-BF994A25AA9D}"/>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contenu 2">
            <a:extLst>
              <a:ext uri="{FF2B5EF4-FFF2-40B4-BE49-F238E27FC236}">
                <a16:creationId xmlns:a16="http://schemas.microsoft.com/office/drawing/2014/main" id="{DE7749EC-42B2-CEE5-9D95-572D91A3BC49}"/>
              </a:ext>
            </a:extLst>
          </p:cNvPr>
          <p:cNvSpPr>
            <a:spLocks noGrp="1"/>
          </p:cNvSpPr>
          <p:nvPr>
            <p:ph idx="1" hasCustomPrompt="1"/>
          </p:nvPr>
        </p:nvSpPr>
        <p:spPr/>
        <p:txBody>
          <a:bodyPr/>
          <a:lstStyle>
            <a:lvl1pPr>
              <a:defRPr/>
            </a:lvl1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pied de page 4">
            <a:extLst>
              <a:ext uri="{FF2B5EF4-FFF2-40B4-BE49-F238E27FC236}">
                <a16:creationId xmlns:a16="http://schemas.microsoft.com/office/drawing/2014/main" id="{8046CAA4-59E5-FA78-23DC-EF35D4F8814D}"/>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F8E07E85-8138-0B06-9C07-559CC2D5EA40}"/>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809823403"/>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box">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C011188E-AB6E-B7FF-B3A1-225DF6369AF4}"/>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A8E280B6-F7AC-A796-AA2A-BF994A25AA9D}"/>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contenu 2">
            <a:extLst>
              <a:ext uri="{FF2B5EF4-FFF2-40B4-BE49-F238E27FC236}">
                <a16:creationId xmlns:a16="http://schemas.microsoft.com/office/drawing/2014/main" id="{DE7749EC-42B2-CEE5-9D95-572D91A3BC49}"/>
              </a:ext>
            </a:extLst>
          </p:cNvPr>
          <p:cNvSpPr>
            <a:spLocks noGrp="1"/>
          </p:cNvSpPr>
          <p:nvPr>
            <p:ph idx="1" hasCustomPrompt="1"/>
          </p:nvPr>
        </p:nvSpPr>
        <p:spPr>
          <a:xfrm>
            <a:off x="246063" y="1314450"/>
            <a:ext cx="11699875" cy="4276800"/>
          </a:xfrm>
        </p:spPr>
        <p:txBody>
          <a:bodyPr/>
          <a:lstStyle>
            <a:lvl1pPr>
              <a:defRPr/>
            </a:lvl1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BOÎTE DE MESSAGE">
            <a:extLst>
              <a:ext uri="{FF2B5EF4-FFF2-40B4-BE49-F238E27FC236}">
                <a16:creationId xmlns:a16="http://schemas.microsoft.com/office/drawing/2014/main" id="{CCEA64E9-DBD3-B690-9426-378E49348B83}"/>
              </a:ext>
            </a:extLst>
          </p:cNvPr>
          <p:cNvSpPr>
            <a:spLocks noGrp="1"/>
          </p:cNvSpPr>
          <p:nvPr>
            <p:ph type="body" sz="quarter" idx="14" hasCustomPrompt="1"/>
          </p:nvPr>
        </p:nvSpPr>
        <p:spPr>
          <a:xfrm>
            <a:off x="246062" y="5724000"/>
            <a:ext cx="11700000" cy="630000"/>
          </a:xfrm>
          <a:solidFill>
            <a:schemeClr val="bg1"/>
          </a:solidFill>
          <a:effectLst>
            <a:innerShdw dist="6350" dir="16200000">
              <a:prstClr val="black"/>
            </a:innerShdw>
          </a:effectLst>
        </p:spPr>
        <p:txBody>
          <a:bodyPr tIns="72000"/>
          <a:lstStyle>
            <a:lvl1pPr>
              <a:defRPr sz="1800">
                <a:solidFill>
                  <a:schemeClr val="accent1"/>
                </a:solidFill>
              </a:defRPr>
            </a:lvl1pPr>
          </a:lstStyle>
          <a:p>
            <a:pPr lvl="0"/>
            <a:r>
              <a:rPr lang="en-CA"/>
              <a:t>Click to edit the text in the message box</a:t>
            </a:r>
          </a:p>
        </p:txBody>
      </p:sp>
      <p:sp>
        <p:nvSpPr>
          <p:cNvPr id="5" name="Espace réservé du pied de page 4">
            <a:extLst>
              <a:ext uri="{FF2B5EF4-FFF2-40B4-BE49-F238E27FC236}">
                <a16:creationId xmlns:a16="http://schemas.microsoft.com/office/drawing/2014/main" id="{8046CAA4-59E5-FA78-23DC-EF35D4F8814D}"/>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F8E07E85-8138-0B06-9C07-559CC2D5EA40}"/>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799044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_Title and content + box">
    <p:bg>
      <p:bgPr>
        <a:solidFill>
          <a:schemeClr val="tx2"/>
        </a:solidFill>
        <a:effectLst/>
      </p:bgPr>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C011188E-AB6E-B7FF-B3A1-225DF6369AF4}"/>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A8E280B6-F7AC-A796-AA2A-BF994A25AA9D}"/>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contenu 2">
            <a:extLst>
              <a:ext uri="{FF2B5EF4-FFF2-40B4-BE49-F238E27FC236}">
                <a16:creationId xmlns:a16="http://schemas.microsoft.com/office/drawing/2014/main" id="{DE7749EC-42B2-CEE5-9D95-572D91A3BC49}"/>
              </a:ext>
            </a:extLst>
          </p:cNvPr>
          <p:cNvSpPr>
            <a:spLocks noGrp="1"/>
          </p:cNvSpPr>
          <p:nvPr>
            <p:ph idx="1" hasCustomPrompt="1"/>
          </p:nvPr>
        </p:nvSpPr>
        <p:spPr>
          <a:xfrm>
            <a:off x="246063" y="1314450"/>
            <a:ext cx="11699875" cy="4276800"/>
          </a:xfrm>
        </p:spPr>
        <p:txBody>
          <a:bodyPr/>
          <a:lstStyle>
            <a:lvl1pPr>
              <a:defRPr/>
            </a:lvl1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BOÎTE DE MESSAGE">
            <a:extLst>
              <a:ext uri="{FF2B5EF4-FFF2-40B4-BE49-F238E27FC236}">
                <a16:creationId xmlns:a16="http://schemas.microsoft.com/office/drawing/2014/main" id="{CCEA64E9-DBD3-B690-9426-378E49348B83}"/>
              </a:ext>
            </a:extLst>
          </p:cNvPr>
          <p:cNvSpPr>
            <a:spLocks noGrp="1"/>
          </p:cNvSpPr>
          <p:nvPr>
            <p:ph type="body" sz="quarter" idx="14" hasCustomPrompt="1"/>
          </p:nvPr>
        </p:nvSpPr>
        <p:spPr>
          <a:xfrm>
            <a:off x="246062" y="5724000"/>
            <a:ext cx="11700000" cy="630000"/>
          </a:xfrm>
          <a:solidFill>
            <a:schemeClr val="tx2"/>
          </a:solidFill>
          <a:effectLst>
            <a:innerShdw dist="6350" dir="16200000">
              <a:prstClr val="black"/>
            </a:innerShdw>
          </a:effectLst>
        </p:spPr>
        <p:txBody>
          <a:bodyPr tIns="72000"/>
          <a:lstStyle>
            <a:lvl1pPr>
              <a:defRPr sz="1800">
                <a:solidFill>
                  <a:schemeClr val="tx1"/>
                </a:solidFill>
              </a:defRPr>
            </a:lvl1pPr>
          </a:lstStyle>
          <a:p>
            <a:pPr lvl="0"/>
            <a:r>
              <a:rPr lang="en-CA"/>
              <a:t>Click to edit the text in the message box</a:t>
            </a:r>
          </a:p>
        </p:txBody>
      </p:sp>
      <p:sp>
        <p:nvSpPr>
          <p:cNvPr id="5" name="Espace réservé du pied de page 4">
            <a:extLst>
              <a:ext uri="{FF2B5EF4-FFF2-40B4-BE49-F238E27FC236}">
                <a16:creationId xmlns:a16="http://schemas.microsoft.com/office/drawing/2014/main" id="{8046CAA4-59E5-FA78-23DC-EF35D4F8814D}"/>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F8E07E85-8138-0B06-9C07-559CC2D5EA40}"/>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876905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sp>
        <p:nvSpPr>
          <p:cNvPr id="6" name="SUJET">
            <a:extLst>
              <a:ext uri="{FF2B5EF4-FFF2-40B4-BE49-F238E27FC236}">
                <a16:creationId xmlns:a16="http://schemas.microsoft.com/office/drawing/2014/main" id="{A7F330EE-44CC-A530-1391-571A31FF1645}"/>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63E97324-7307-92EF-78A6-A4334229D75A}"/>
              </a:ext>
            </a:extLst>
          </p:cNvPr>
          <p:cNvSpPr>
            <a:spLocks noGrp="1"/>
          </p:cNvSpPr>
          <p:nvPr>
            <p:ph type="title" hasCustomPrompt="1"/>
          </p:nvPr>
        </p:nvSpPr>
        <p:spPr/>
        <p:txBody>
          <a:bodyPr/>
          <a:lstStyle/>
          <a:p>
            <a:r>
              <a:rPr lang="en-CA"/>
              <a:t>Click to add a headline</a:t>
            </a:r>
          </a:p>
        </p:txBody>
      </p:sp>
      <p:sp>
        <p:nvSpPr>
          <p:cNvPr id="4" name="Espace réservé du pied de page 3">
            <a:extLst>
              <a:ext uri="{FF2B5EF4-FFF2-40B4-BE49-F238E27FC236}">
                <a16:creationId xmlns:a16="http://schemas.microsoft.com/office/drawing/2014/main" id="{5E300814-BCC8-14A7-5560-3D678B8EDFD4}"/>
              </a:ext>
            </a:extLst>
          </p:cNvPr>
          <p:cNvSpPr>
            <a:spLocks noGrp="1"/>
          </p:cNvSpPr>
          <p:nvPr>
            <p:ph type="ftr" sz="quarter" idx="11"/>
          </p:nvPr>
        </p:nvSpPr>
        <p:spPr/>
        <p:txBody>
          <a:bodyPr/>
          <a:lstStyle/>
          <a:p>
            <a:endParaRPr lang="en-CA"/>
          </a:p>
        </p:txBody>
      </p:sp>
      <p:sp>
        <p:nvSpPr>
          <p:cNvPr id="5" name="Espace réservé du numéro de diapositive 4">
            <a:extLst>
              <a:ext uri="{FF2B5EF4-FFF2-40B4-BE49-F238E27FC236}">
                <a16:creationId xmlns:a16="http://schemas.microsoft.com/office/drawing/2014/main" id="{68FD9898-172D-8FDD-AC87-00DD7B08F736}"/>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5481874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_Title only">
    <p:bg>
      <p:bgRef idx="1001">
        <a:schemeClr val="bg2"/>
      </p:bgRef>
    </p:bg>
    <p:spTree>
      <p:nvGrpSpPr>
        <p:cNvPr id="1" name=""/>
        <p:cNvGrpSpPr/>
        <p:nvPr/>
      </p:nvGrpSpPr>
      <p:grpSpPr>
        <a:xfrm>
          <a:off x="0" y="0"/>
          <a:ext cx="0" cy="0"/>
          <a:chOff x="0" y="0"/>
          <a:chExt cx="0" cy="0"/>
        </a:xfrm>
      </p:grpSpPr>
      <p:sp>
        <p:nvSpPr>
          <p:cNvPr id="6" name="SUJET">
            <a:extLst>
              <a:ext uri="{FF2B5EF4-FFF2-40B4-BE49-F238E27FC236}">
                <a16:creationId xmlns:a16="http://schemas.microsoft.com/office/drawing/2014/main" id="{A7F330EE-44CC-A530-1391-571A31FF1645}"/>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63E97324-7307-92EF-78A6-A4334229D75A}"/>
              </a:ext>
            </a:extLst>
          </p:cNvPr>
          <p:cNvSpPr>
            <a:spLocks noGrp="1"/>
          </p:cNvSpPr>
          <p:nvPr>
            <p:ph type="title" hasCustomPrompt="1"/>
          </p:nvPr>
        </p:nvSpPr>
        <p:spPr/>
        <p:txBody>
          <a:bodyPr/>
          <a:lstStyle/>
          <a:p>
            <a:r>
              <a:rPr lang="en-CA"/>
              <a:t>Click to add a headline</a:t>
            </a:r>
          </a:p>
        </p:txBody>
      </p:sp>
      <p:sp>
        <p:nvSpPr>
          <p:cNvPr id="4" name="Espace réservé du pied de page 3">
            <a:extLst>
              <a:ext uri="{FF2B5EF4-FFF2-40B4-BE49-F238E27FC236}">
                <a16:creationId xmlns:a16="http://schemas.microsoft.com/office/drawing/2014/main" id="{5E300814-BCC8-14A7-5560-3D678B8EDFD4}"/>
              </a:ext>
            </a:extLst>
          </p:cNvPr>
          <p:cNvSpPr>
            <a:spLocks noGrp="1"/>
          </p:cNvSpPr>
          <p:nvPr>
            <p:ph type="ftr" sz="quarter" idx="11"/>
          </p:nvPr>
        </p:nvSpPr>
        <p:spPr/>
        <p:txBody>
          <a:bodyPr/>
          <a:lstStyle/>
          <a:p>
            <a:endParaRPr lang="en-CA"/>
          </a:p>
        </p:txBody>
      </p:sp>
      <p:sp>
        <p:nvSpPr>
          <p:cNvPr id="5" name="Espace réservé du numéro de diapositive 4">
            <a:extLst>
              <a:ext uri="{FF2B5EF4-FFF2-40B4-BE49-F238E27FC236}">
                <a16:creationId xmlns:a16="http://schemas.microsoft.com/office/drawing/2014/main" id="{68FD9898-172D-8FDD-AC87-00DD7B08F736}"/>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16287787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G_Title only">
    <p:bg>
      <p:bgPr>
        <a:solidFill>
          <a:schemeClr val="tx2"/>
        </a:solidFill>
        <a:effectLst/>
      </p:bgPr>
    </p:bg>
    <p:spTree>
      <p:nvGrpSpPr>
        <p:cNvPr id="1" name=""/>
        <p:cNvGrpSpPr/>
        <p:nvPr/>
      </p:nvGrpSpPr>
      <p:grpSpPr>
        <a:xfrm>
          <a:off x="0" y="0"/>
          <a:ext cx="0" cy="0"/>
          <a:chOff x="0" y="0"/>
          <a:chExt cx="0" cy="0"/>
        </a:xfrm>
      </p:grpSpPr>
      <p:sp>
        <p:nvSpPr>
          <p:cNvPr id="6" name="SUJET">
            <a:extLst>
              <a:ext uri="{FF2B5EF4-FFF2-40B4-BE49-F238E27FC236}">
                <a16:creationId xmlns:a16="http://schemas.microsoft.com/office/drawing/2014/main" id="{A7F330EE-44CC-A530-1391-571A31FF1645}"/>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63E97324-7307-92EF-78A6-A4334229D75A}"/>
              </a:ext>
            </a:extLst>
          </p:cNvPr>
          <p:cNvSpPr>
            <a:spLocks noGrp="1"/>
          </p:cNvSpPr>
          <p:nvPr>
            <p:ph type="title" hasCustomPrompt="1"/>
          </p:nvPr>
        </p:nvSpPr>
        <p:spPr/>
        <p:txBody>
          <a:bodyPr/>
          <a:lstStyle/>
          <a:p>
            <a:r>
              <a:rPr lang="en-CA"/>
              <a:t>Click to add a headline</a:t>
            </a:r>
          </a:p>
        </p:txBody>
      </p:sp>
      <p:sp>
        <p:nvSpPr>
          <p:cNvPr id="4" name="Espace réservé du pied de page 3">
            <a:extLst>
              <a:ext uri="{FF2B5EF4-FFF2-40B4-BE49-F238E27FC236}">
                <a16:creationId xmlns:a16="http://schemas.microsoft.com/office/drawing/2014/main" id="{5E300814-BCC8-14A7-5560-3D678B8EDFD4}"/>
              </a:ext>
            </a:extLst>
          </p:cNvPr>
          <p:cNvSpPr>
            <a:spLocks noGrp="1"/>
          </p:cNvSpPr>
          <p:nvPr>
            <p:ph type="ftr" sz="quarter" idx="11"/>
          </p:nvPr>
        </p:nvSpPr>
        <p:spPr/>
        <p:txBody>
          <a:bodyPr/>
          <a:lstStyle/>
          <a:p>
            <a:endParaRPr lang="en-CA"/>
          </a:p>
        </p:txBody>
      </p:sp>
      <p:sp>
        <p:nvSpPr>
          <p:cNvPr id="5" name="Espace réservé du numéro de diapositive 4">
            <a:extLst>
              <a:ext uri="{FF2B5EF4-FFF2-40B4-BE49-F238E27FC236}">
                <a16:creationId xmlns:a16="http://schemas.microsoft.com/office/drawing/2014/main" id="{68FD9898-172D-8FDD-AC87-00DD7B08F736}"/>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0864220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 box">
    <p:spTree>
      <p:nvGrpSpPr>
        <p:cNvPr id="1" name=""/>
        <p:cNvGrpSpPr/>
        <p:nvPr/>
      </p:nvGrpSpPr>
      <p:grpSpPr>
        <a:xfrm>
          <a:off x="0" y="0"/>
          <a:ext cx="0" cy="0"/>
          <a:chOff x="0" y="0"/>
          <a:chExt cx="0" cy="0"/>
        </a:xfrm>
      </p:grpSpPr>
      <p:sp>
        <p:nvSpPr>
          <p:cNvPr id="6" name="SUJET">
            <a:extLst>
              <a:ext uri="{FF2B5EF4-FFF2-40B4-BE49-F238E27FC236}">
                <a16:creationId xmlns:a16="http://schemas.microsoft.com/office/drawing/2014/main" id="{A7F330EE-44CC-A530-1391-571A31FF1645}"/>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63E97324-7307-92EF-78A6-A4334229D75A}"/>
              </a:ext>
            </a:extLst>
          </p:cNvPr>
          <p:cNvSpPr>
            <a:spLocks noGrp="1"/>
          </p:cNvSpPr>
          <p:nvPr>
            <p:ph type="title" hasCustomPrompt="1"/>
          </p:nvPr>
        </p:nvSpPr>
        <p:spPr/>
        <p:txBody>
          <a:bodyPr/>
          <a:lstStyle/>
          <a:p>
            <a:r>
              <a:rPr lang="en-CA"/>
              <a:t>Click to add a headline</a:t>
            </a:r>
          </a:p>
        </p:txBody>
      </p:sp>
      <p:sp>
        <p:nvSpPr>
          <p:cNvPr id="3" name="BOÎTE DE MESSAGE">
            <a:extLst>
              <a:ext uri="{FF2B5EF4-FFF2-40B4-BE49-F238E27FC236}">
                <a16:creationId xmlns:a16="http://schemas.microsoft.com/office/drawing/2014/main" id="{F4B941C2-48FD-F800-795C-F0F8CA7D34BB}"/>
              </a:ext>
            </a:extLst>
          </p:cNvPr>
          <p:cNvSpPr>
            <a:spLocks noGrp="1"/>
          </p:cNvSpPr>
          <p:nvPr>
            <p:ph type="body" sz="quarter" idx="14" hasCustomPrompt="1"/>
          </p:nvPr>
        </p:nvSpPr>
        <p:spPr>
          <a:xfrm>
            <a:off x="246062" y="5724000"/>
            <a:ext cx="11700000" cy="630000"/>
          </a:xfrm>
          <a:solidFill>
            <a:schemeClr val="bg1"/>
          </a:solidFill>
          <a:effectLst>
            <a:innerShdw dist="6350" dir="16200000">
              <a:prstClr val="black"/>
            </a:innerShdw>
          </a:effectLst>
        </p:spPr>
        <p:txBody>
          <a:bodyPr tIns="72000"/>
          <a:lstStyle>
            <a:lvl1pPr>
              <a:defRPr sz="1800">
                <a:solidFill>
                  <a:schemeClr val="accent1"/>
                </a:solidFill>
              </a:defRPr>
            </a:lvl1pPr>
          </a:lstStyle>
          <a:p>
            <a:pPr lvl="0"/>
            <a:r>
              <a:rPr lang="en-CA"/>
              <a:t>Click to edit the text in the message box</a:t>
            </a:r>
          </a:p>
        </p:txBody>
      </p:sp>
      <p:sp>
        <p:nvSpPr>
          <p:cNvPr id="4" name="Espace réservé du pied de page 3">
            <a:extLst>
              <a:ext uri="{FF2B5EF4-FFF2-40B4-BE49-F238E27FC236}">
                <a16:creationId xmlns:a16="http://schemas.microsoft.com/office/drawing/2014/main" id="{5E300814-BCC8-14A7-5560-3D678B8EDFD4}"/>
              </a:ext>
            </a:extLst>
          </p:cNvPr>
          <p:cNvSpPr>
            <a:spLocks noGrp="1"/>
          </p:cNvSpPr>
          <p:nvPr>
            <p:ph type="ftr" sz="quarter" idx="11"/>
          </p:nvPr>
        </p:nvSpPr>
        <p:spPr/>
        <p:txBody>
          <a:bodyPr/>
          <a:lstStyle/>
          <a:p>
            <a:endParaRPr lang="en-CA"/>
          </a:p>
        </p:txBody>
      </p:sp>
      <p:sp>
        <p:nvSpPr>
          <p:cNvPr id="5" name="Espace réservé du numéro de diapositive 4">
            <a:extLst>
              <a:ext uri="{FF2B5EF4-FFF2-40B4-BE49-F238E27FC236}">
                <a16:creationId xmlns:a16="http://schemas.microsoft.com/office/drawing/2014/main" id="{68FD9898-172D-8FDD-AC87-00DD7B08F736}"/>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2286737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Empty WITH footer">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F536E411-7E83-C60C-674E-B2461C432C75}"/>
              </a:ext>
            </a:extLst>
          </p:cNvPr>
          <p:cNvSpPr>
            <a:spLocks noGrp="1"/>
          </p:cNvSpPr>
          <p:nvPr>
            <p:ph type="ftr" sz="quarter" idx="11"/>
          </p:nvPr>
        </p:nvSpPr>
        <p:spPr/>
        <p:txBody>
          <a:bodyPr/>
          <a:lstStyle/>
          <a:p>
            <a:endParaRPr lang="en-CA"/>
          </a:p>
        </p:txBody>
      </p:sp>
      <p:sp>
        <p:nvSpPr>
          <p:cNvPr id="4" name="Espace réservé du numéro de diapositive 3">
            <a:extLst>
              <a:ext uri="{FF2B5EF4-FFF2-40B4-BE49-F238E27FC236}">
                <a16:creationId xmlns:a16="http://schemas.microsoft.com/office/drawing/2014/main" id="{6E7F74A3-044B-2F0D-1034-42EC9D0BB9B2}"/>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5378735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Empty WITHOUT footer">
    <p:spTree>
      <p:nvGrpSpPr>
        <p:cNvPr id="1" name=""/>
        <p:cNvGrpSpPr/>
        <p:nvPr/>
      </p:nvGrpSpPr>
      <p:grpSpPr>
        <a:xfrm>
          <a:off x="0" y="0"/>
          <a:ext cx="0" cy="0"/>
          <a:chOff x="0" y="0"/>
          <a:chExt cx="0" cy="0"/>
        </a:xfrm>
      </p:grpSpPr>
      <p:cxnSp>
        <p:nvCxnSpPr>
          <p:cNvPr id="11" name="Connecteur droit 10">
            <a:extLst>
              <a:ext uri="{FF2B5EF4-FFF2-40B4-BE49-F238E27FC236}">
                <a16:creationId xmlns:a16="http://schemas.microsoft.com/office/drawing/2014/main" id="{8B25D9EA-C63B-4E94-3457-EEB3886EDAED}"/>
              </a:ext>
              <a:ext uri="{C183D7F6-B498-43B3-948B-1728B52AA6E4}">
                <adec:decorative xmlns:adec="http://schemas.microsoft.com/office/drawing/2017/decorative" val="1"/>
              </a:ext>
            </a:extLst>
          </p:cNvPr>
          <p:cNvCxnSpPr/>
          <p:nvPr userDrawn="1"/>
        </p:nvCxnSpPr>
        <p:spPr>
          <a:xfrm flipV="1">
            <a:off x="246000" y="-216000"/>
            <a:ext cx="0" cy="18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BBD32631-C81E-8B5A-F372-7027FC5E40D5}"/>
              </a:ext>
              <a:ext uri="{C183D7F6-B498-43B3-948B-1728B52AA6E4}">
                <adec:decorative xmlns:adec="http://schemas.microsoft.com/office/drawing/2017/decorative" val="1"/>
              </a:ext>
            </a:extLst>
          </p:cNvPr>
          <p:cNvCxnSpPr/>
          <p:nvPr userDrawn="1"/>
        </p:nvCxnSpPr>
        <p:spPr>
          <a:xfrm flipV="1">
            <a:off x="11946000" y="-216000"/>
            <a:ext cx="0" cy="18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48064958-3BB7-7E1B-6CB3-60BFE30B4E12}"/>
              </a:ext>
              <a:ext uri="{C183D7F6-B498-43B3-948B-1728B52AA6E4}">
                <adec:decorative xmlns:adec="http://schemas.microsoft.com/office/drawing/2017/decorative" val="1"/>
              </a:ext>
            </a:extLst>
          </p:cNvPr>
          <p:cNvCxnSpPr/>
          <p:nvPr userDrawn="1"/>
        </p:nvCxnSpPr>
        <p:spPr>
          <a:xfrm>
            <a:off x="12216000" y="279000"/>
            <a:ext cx="1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94B3C1C-D7EC-B11B-FF45-A8D68488C0F5}"/>
              </a:ext>
              <a:ext uri="{C183D7F6-B498-43B3-948B-1728B52AA6E4}">
                <adec:decorative xmlns:adec="http://schemas.microsoft.com/office/drawing/2017/decorative" val="1"/>
              </a:ext>
            </a:extLst>
          </p:cNvPr>
          <p:cNvCxnSpPr/>
          <p:nvPr userDrawn="1"/>
        </p:nvCxnSpPr>
        <p:spPr>
          <a:xfrm>
            <a:off x="12216000" y="1314000"/>
            <a:ext cx="1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6A345764-D3A4-6C4B-0878-8FBEDB241C15}"/>
              </a:ext>
              <a:ext uri="{C183D7F6-B498-43B3-948B-1728B52AA6E4}">
                <adec:decorative xmlns:adec="http://schemas.microsoft.com/office/drawing/2017/decorative" val="1"/>
              </a:ext>
            </a:extLst>
          </p:cNvPr>
          <p:cNvCxnSpPr/>
          <p:nvPr userDrawn="1"/>
        </p:nvCxnSpPr>
        <p:spPr>
          <a:xfrm>
            <a:off x="12216000" y="6354000"/>
            <a:ext cx="1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66B8E0F5-EE5A-67C1-1D56-BE8A75133894}"/>
              </a:ext>
              <a:ext uri="{C183D7F6-B498-43B3-948B-1728B52AA6E4}">
                <adec:decorative xmlns:adec="http://schemas.microsoft.com/office/drawing/2017/decorative" val="1"/>
              </a:ext>
            </a:extLst>
          </p:cNvPr>
          <p:cNvCxnSpPr/>
          <p:nvPr userDrawn="1"/>
        </p:nvCxnSpPr>
        <p:spPr>
          <a:xfrm flipV="1">
            <a:off x="11946000" y="6894000"/>
            <a:ext cx="0" cy="18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E94B93EC-EA02-649F-8208-A2B5BD802602}"/>
              </a:ext>
              <a:ext uri="{C183D7F6-B498-43B3-948B-1728B52AA6E4}">
                <adec:decorative xmlns:adec="http://schemas.microsoft.com/office/drawing/2017/decorative" val="1"/>
              </a:ext>
            </a:extLst>
          </p:cNvPr>
          <p:cNvCxnSpPr/>
          <p:nvPr userDrawn="1"/>
        </p:nvCxnSpPr>
        <p:spPr>
          <a:xfrm flipV="1">
            <a:off x="246000" y="6894000"/>
            <a:ext cx="0" cy="18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9721DCDA-47B1-0105-8C75-DE478AAEFB3A}"/>
              </a:ext>
              <a:ext uri="{C183D7F6-B498-43B3-948B-1728B52AA6E4}">
                <adec:decorative xmlns:adec="http://schemas.microsoft.com/office/drawing/2017/decorative" val="1"/>
              </a:ext>
            </a:extLst>
          </p:cNvPr>
          <p:cNvCxnSpPr/>
          <p:nvPr userDrawn="1"/>
        </p:nvCxnSpPr>
        <p:spPr>
          <a:xfrm>
            <a:off x="-204000" y="6354000"/>
            <a:ext cx="1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necteur droit 19">
            <a:extLst>
              <a:ext uri="{FF2B5EF4-FFF2-40B4-BE49-F238E27FC236}">
                <a16:creationId xmlns:a16="http://schemas.microsoft.com/office/drawing/2014/main" id="{D4D29B60-87DC-F2F5-26AD-74B40A1EEBF8}"/>
              </a:ext>
              <a:ext uri="{C183D7F6-B498-43B3-948B-1728B52AA6E4}">
                <adec:decorative xmlns:adec="http://schemas.microsoft.com/office/drawing/2017/decorative" val="1"/>
              </a:ext>
            </a:extLst>
          </p:cNvPr>
          <p:cNvCxnSpPr/>
          <p:nvPr userDrawn="1"/>
        </p:nvCxnSpPr>
        <p:spPr>
          <a:xfrm>
            <a:off x="-204000" y="1314000"/>
            <a:ext cx="1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F9A8A0B-D074-16BF-5D38-FAA4CA5ECF4D}"/>
              </a:ext>
              <a:ext uri="{C183D7F6-B498-43B3-948B-1728B52AA6E4}">
                <adec:decorative xmlns:adec="http://schemas.microsoft.com/office/drawing/2017/decorative" val="1"/>
              </a:ext>
            </a:extLst>
          </p:cNvPr>
          <p:cNvCxnSpPr/>
          <p:nvPr userDrawn="1"/>
        </p:nvCxnSpPr>
        <p:spPr>
          <a:xfrm>
            <a:off x="-204000" y="279000"/>
            <a:ext cx="180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41247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Vertical blocks layout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Vertical blocks layouts</a:t>
            </a:r>
          </a:p>
        </p:txBody>
      </p:sp>
    </p:spTree>
    <p:extLst>
      <p:ext uri="{BB962C8B-B14F-4D97-AF65-F5344CB8AC3E}">
        <p14:creationId xmlns:p14="http://schemas.microsoft.com/office/powerpoint/2010/main" val="3259729999"/>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 vertical blocks">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314000"/>
            <a:ext cx="5716800" cy="5040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6229138" y="1314000"/>
            <a:ext cx="5716800" cy="5040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8237407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_2 vertical blocks">
    <p:bg>
      <p:bgRef idx="1001">
        <a:schemeClr val="bg2"/>
      </p:bgRef>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314000"/>
            <a:ext cx="5716800" cy="5040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6229138" y="1314000"/>
            <a:ext cx="5716800" cy="5040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048169602"/>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vertical blocks + box">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314000"/>
            <a:ext cx="5716800" cy="427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6229138" y="1314000"/>
            <a:ext cx="5716800" cy="427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BOÎTE DE MESSAGE">
            <a:extLst>
              <a:ext uri="{FF2B5EF4-FFF2-40B4-BE49-F238E27FC236}">
                <a16:creationId xmlns:a16="http://schemas.microsoft.com/office/drawing/2014/main" id="{DDAA5B82-E5D3-0FE4-5E65-265F0FD1005A}"/>
              </a:ext>
            </a:extLst>
          </p:cNvPr>
          <p:cNvSpPr>
            <a:spLocks noGrp="1"/>
          </p:cNvSpPr>
          <p:nvPr>
            <p:ph type="body" sz="quarter" idx="14" hasCustomPrompt="1"/>
          </p:nvPr>
        </p:nvSpPr>
        <p:spPr>
          <a:xfrm>
            <a:off x="246062" y="5724000"/>
            <a:ext cx="11700000" cy="630000"/>
          </a:xfrm>
          <a:solidFill>
            <a:schemeClr val="bg1"/>
          </a:solidFill>
          <a:effectLst>
            <a:innerShdw dist="6350" dir="16200000">
              <a:prstClr val="black"/>
            </a:innerShdw>
          </a:effectLst>
        </p:spPr>
        <p:txBody>
          <a:bodyPr tIns="72000"/>
          <a:lstStyle>
            <a:lvl1pPr>
              <a:defRPr sz="1800">
                <a:solidFill>
                  <a:schemeClr val="accent1"/>
                </a:solidFill>
              </a:defRPr>
            </a:lvl1pPr>
          </a:lstStyle>
          <a:p>
            <a:pPr lvl="0"/>
            <a:r>
              <a:rPr lang="en-CA"/>
              <a:t>Click to edit the text in the message box</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7707091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_2 vertical blocks + box">
    <p:bg>
      <p:bgPr>
        <a:solidFill>
          <a:schemeClr val="tx2"/>
        </a:solidFill>
        <a:effectLst/>
      </p:bgPr>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314000"/>
            <a:ext cx="5716800" cy="427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6229138" y="1314000"/>
            <a:ext cx="5716800" cy="427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BOÎTE DE MESSAGE">
            <a:extLst>
              <a:ext uri="{FF2B5EF4-FFF2-40B4-BE49-F238E27FC236}">
                <a16:creationId xmlns:a16="http://schemas.microsoft.com/office/drawing/2014/main" id="{DDAA5B82-E5D3-0FE4-5E65-265F0FD1005A}"/>
              </a:ext>
            </a:extLst>
          </p:cNvPr>
          <p:cNvSpPr>
            <a:spLocks noGrp="1"/>
          </p:cNvSpPr>
          <p:nvPr>
            <p:ph type="body" sz="quarter" idx="14" hasCustomPrompt="1"/>
          </p:nvPr>
        </p:nvSpPr>
        <p:spPr>
          <a:xfrm>
            <a:off x="246062" y="5724000"/>
            <a:ext cx="11700000" cy="630000"/>
          </a:xfrm>
          <a:solidFill>
            <a:schemeClr val="tx2"/>
          </a:solidFill>
          <a:effectLst>
            <a:innerShdw dist="6350" dir="16200000">
              <a:prstClr val="black"/>
            </a:innerShdw>
          </a:effectLst>
        </p:spPr>
        <p:txBody>
          <a:bodyPr tIns="72000"/>
          <a:lstStyle>
            <a:lvl1pPr>
              <a:defRPr sz="1800">
                <a:solidFill>
                  <a:schemeClr val="tx1"/>
                </a:solidFill>
              </a:defRPr>
            </a:lvl1pPr>
          </a:lstStyle>
          <a:p>
            <a:pPr lvl="0"/>
            <a:r>
              <a:rPr lang="en-CA"/>
              <a:t>Click to edit the text in the message box</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7547512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 vertical blocks with title">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57168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3" y="2214563"/>
            <a:ext cx="57168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229138" y="1404000"/>
            <a:ext cx="57168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6229138" y="2214563"/>
            <a:ext cx="57168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5752715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_2 vertical blocks with title">
    <p:bg>
      <p:bgRef idx="1001">
        <a:schemeClr val="bg2"/>
      </p:bgRef>
    </p:bg>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57168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3" y="2214563"/>
            <a:ext cx="57168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229138" y="1404000"/>
            <a:ext cx="57168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6229138" y="2214563"/>
            <a:ext cx="57168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75512756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 vertical blocks with title + box">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57168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3" y="2214562"/>
            <a:ext cx="5716800" cy="3374438"/>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229138" y="1404000"/>
            <a:ext cx="57168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6229138" y="2214562"/>
            <a:ext cx="5716800" cy="3374438"/>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7" name="BOÎTE DE MESSAGE">
            <a:extLst>
              <a:ext uri="{FF2B5EF4-FFF2-40B4-BE49-F238E27FC236}">
                <a16:creationId xmlns:a16="http://schemas.microsoft.com/office/drawing/2014/main" id="{41401A25-9EB0-D463-14D1-F90B864FBDA1}"/>
              </a:ext>
            </a:extLst>
          </p:cNvPr>
          <p:cNvSpPr>
            <a:spLocks noGrp="1"/>
          </p:cNvSpPr>
          <p:nvPr>
            <p:ph type="body" sz="quarter" idx="14" hasCustomPrompt="1"/>
          </p:nvPr>
        </p:nvSpPr>
        <p:spPr>
          <a:xfrm>
            <a:off x="246062" y="5724000"/>
            <a:ext cx="11700000" cy="630000"/>
          </a:xfrm>
          <a:solidFill>
            <a:schemeClr val="bg1"/>
          </a:solidFill>
          <a:effectLst>
            <a:innerShdw dist="6350" dir="16200000">
              <a:prstClr val="black"/>
            </a:innerShdw>
          </a:effectLst>
        </p:spPr>
        <p:txBody>
          <a:bodyPr tIns="72000"/>
          <a:lstStyle>
            <a:lvl1pPr>
              <a:defRPr sz="1800">
                <a:solidFill>
                  <a:schemeClr val="accent1"/>
                </a:solidFill>
              </a:defRPr>
            </a:lvl1pPr>
          </a:lstStyle>
          <a:p>
            <a:pPr lvl="0"/>
            <a:r>
              <a:rPr lang="en-CA"/>
              <a:t>Click to edit the text in the message box</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0616393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vertical blocks with title">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37800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3" y="2214563"/>
            <a:ext cx="37800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4206001" y="1404000"/>
            <a:ext cx="37800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4206001" y="2214563"/>
            <a:ext cx="37800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4">
            <a:extLst>
              <a:ext uri="{FF2B5EF4-FFF2-40B4-BE49-F238E27FC236}">
                <a16:creationId xmlns:a16="http://schemas.microsoft.com/office/drawing/2014/main" id="{E8464112-5601-8967-F388-FDB5D75341B2}"/>
              </a:ext>
            </a:extLst>
          </p:cNvPr>
          <p:cNvSpPr>
            <a:spLocks noGrp="1"/>
          </p:cNvSpPr>
          <p:nvPr>
            <p:ph type="body" sz="quarter" idx="14" hasCustomPrompt="1"/>
          </p:nvPr>
        </p:nvSpPr>
        <p:spPr>
          <a:xfrm>
            <a:off x="8165939" y="1404000"/>
            <a:ext cx="37800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7" name="Espace réservé du contenu 5">
            <a:extLst>
              <a:ext uri="{FF2B5EF4-FFF2-40B4-BE49-F238E27FC236}">
                <a16:creationId xmlns:a16="http://schemas.microsoft.com/office/drawing/2014/main" id="{E438CE1D-ACA5-EC5D-AA36-F5829D9CD6A8}"/>
              </a:ext>
            </a:extLst>
          </p:cNvPr>
          <p:cNvSpPr>
            <a:spLocks noGrp="1"/>
          </p:cNvSpPr>
          <p:nvPr>
            <p:ph sz="quarter" idx="15" hasCustomPrompt="1"/>
          </p:nvPr>
        </p:nvSpPr>
        <p:spPr>
          <a:xfrm>
            <a:off x="8165939" y="2214563"/>
            <a:ext cx="37800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41107795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_3 vertical blocks with title">
    <p:bg>
      <p:bgPr>
        <a:solidFill>
          <a:schemeClr val="tx2"/>
        </a:solidFill>
        <a:effectLst/>
      </p:bgPr>
    </p:bg>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37800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3" y="2214563"/>
            <a:ext cx="37800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4206001" y="1404000"/>
            <a:ext cx="37800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4206001" y="2214563"/>
            <a:ext cx="37800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4">
            <a:extLst>
              <a:ext uri="{FF2B5EF4-FFF2-40B4-BE49-F238E27FC236}">
                <a16:creationId xmlns:a16="http://schemas.microsoft.com/office/drawing/2014/main" id="{E8464112-5601-8967-F388-FDB5D75341B2}"/>
              </a:ext>
            </a:extLst>
          </p:cNvPr>
          <p:cNvSpPr>
            <a:spLocks noGrp="1"/>
          </p:cNvSpPr>
          <p:nvPr>
            <p:ph type="body" sz="quarter" idx="14" hasCustomPrompt="1"/>
          </p:nvPr>
        </p:nvSpPr>
        <p:spPr>
          <a:xfrm>
            <a:off x="8165939" y="1404000"/>
            <a:ext cx="37800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7" name="Espace réservé du contenu 5">
            <a:extLst>
              <a:ext uri="{FF2B5EF4-FFF2-40B4-BE49-F238E27FC236}">
                <a16:creationId xmlns:a16="http://schemas.microsoft.com/office/drawing/2014/main" id="{E438CE1D-ACA5-EC5D-AA36-F5829D9CD6A8}"/>
              </a:ext>
            </a:extLst>
          </p:cNvPr>
          <p:cNvSpPr>
            <a:spLocks noGrp="1"/>
          </p:cNvSpPr>
          <p:nvPr>
            <p:ph sz="quarter" idx="15" hasCustomPrompt="1"/>
          </p:nvPr>
        </p:nvSpPr>
        <p:spPr>
          <a:xfrm>
            <a:off x="8165939" y="2214563"/>
            <a:ext cx="37800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9520198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vertical blocks with title + box">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37800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3" y="2214563"/>
            <a:ext cx="3780000" cy="3374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4206001" y="1404000"/>
            <a:ext cx="37800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4206001" y="2214563"/>
            <a:ext cx="3780000" cy="3374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4">
            <a:extLst>
              <a:ext uri="{FF2B5EF4-FFF2-40B4-BE49-F238E27FC236}">
                <a16:creationId xmlns:a16="http://schemas.microsoft.com/office/drawing/2014/main" id="{E8464112-5601-8967-F388-FDB5D75341B2}"/>
              </a:ext>
            </a:extLst>
          </p:cNvPr>
          <p:cNvSpPr>
            <a:spLocks noGrp="1"/>
          </p:cNvSpPr>
          <p:nvPr>
            <p:ph type="body" sz="quarter" idx="14" hasCustomPrompt="1"/>
          </p:nvPr>
        </p:nvSpPr>
        <p:spPr>
          <a:xfrm>
            <a:off x="8165939" y="1404000"/>
            <a:ext cx="37800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7" name="Espace réservé du contenu 5">
            <a:extLst>
              <a:ext uri="{FF2B5EF4-FFF2-40B4-BE49-F238E27FC236}">
                <a16:creationId xmlns:a16="http://schemas.microsoft.com/office/drawing/2014/main" id="{E438CE1D-ACA5-EC5D-AA36-F5829D9CD6A8}"/>
              </a:ext>
            </a:extLst>
          </p:cNvPr>
          <p:cNvSpPr>
            <a:spLocks noGrp="1"/>
          </p:cNvSpPr>
          <p:nvPr>
            <p:ph sz="quarter" idx="15" hasCustomPrompt="1"/>
          </p:nvPr>
        </p:nvSpPr>
        <p:spPr>
          <a:xfrm>
            <a:off x="8165939" y="2214563"/>
            <a:ext cx="3780000" cy="3374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1" name="BOÎTE DE MESSAGE">
            <a:extLst>
              <a:ext uri="{FF2B5EF4-FFF2-40B4-BE49-F238E27FC236}">
                <a16:creationId xmlns:a16="http://schemas.microsoft.com/office/drawing/2014/main" id="{8BBA0141-68A0-6791-99F0-CFEF1F0AEB36}"/>
              </a:ext>
            </a:extLst>
          </p:cNvPr>
          <p:cNvSpPr>
            <a:spLocks noGrp="1"/>
          </p:cNvSpPr>
          <p:nvPr>
            <p:ph type="body" sz="quarter" idx="16" hasCustomPrompt="1"/>
          </p:nvPr>
        </p:nvSpPr>
        <p:spPr>
          <a:xfrm>
            <a:off x="246062" y="5724000"/>
            <a:ext cx="11700000" cy="630000"/>
          </a:xfrm>
          <a:solidFill>
            <a:schemeClr val="bg1"/>
          </a:solidFill>
          <a:effectLst>
            <a:innerShdw dist="6350" dir="16200000">
              <a:prstClr val="black"/>
            </a:innerShdw>
          </a:effectLst>
        </p:spPr>
        <p:txBody>
          <a:bodyPr tIns="72000"/>
          <a:lstStyle>
            <a:lvl1pPr>
              <a:defRPr sz="1800">
                <a:solidFill>
                  <a:schemeClr val="accent1"/>
                </a:solidFill>
              </a:defRPr>
            </a:lvl1pPr>
          </a:lstStyle>
          <a:p>
            <a:pPr lvl="0"/>
            <a:r>
              <a:rPr lang="en-CA"/>
              <a:t>Click to edit the text in the message box</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6447915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blocks with button">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2" y="1386000"/>
            <a:ext cx="1584000" cy="288000"/>
          </a:xfrm>
          <a:prstGeom prst="roundRect">
            <a:avLst>
              <a:gd name="adj" fmla="val 50000"/>
            </a:avLst>
          </a:prstGeom>
          <a:solidFill>
            <a:schemeClr val="tx2"/>
          </a:solidFill>
        </p:spPr>
        <p:txBody>
          <a:bodyPr lIns="108000" tIns="0" rIns="108000" bIns="0" anchor="ctr">
            <a:noAutofit/>
          </a:bodyPr>
          <a:lstStyle>
            <a:lvl1pPr marL="0" indent="0">
              <a:lnSpc>
                <a:spcPct val="100000"/>
              </a:lnSpc>
              <a:spcBef>
                <a:spcPts val="0"/>
              </a:spcBef>
              <a:buNone/>
              <a:defRPr sz="1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Text</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2" y="2214563"/>
            <a:ext cx="3780000" cy="4139437"/>
          </a:xfrm>
        </p:spPr>
        <p:txBody>
          <a:bodyPr/>
          <a:lstStyle>
            <a:lvl1pPr>
              <a:defRPr sz="1400"/>
            </a:lvl1pPr>
            <a:lvl2pPr>
              <a:defRPr sz="1200"/>
            </a:lvl2pPr>
            <a:lvl3pPr>
              <a:defRPr sz="1100"/>
            </a:lvl3pPr>
            <a:lvl4pPr>
              <a:defRPr sz="1200"/>
            </a:lvl4pPr>
            <a:lvl5pPr>
              <a:defRPr sz="16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4206000" y="1386000"/>
            <a:ext cx="1584000" cy="288000"/>
          </a:xfrm>
          <a:prstGeom prst="roundRect">
            <a:avLst>
              <a:gd name="adj" fmla="val 50000"/>
            </a:avLst>
          </a:prstGeom>
          <a:solidFill>
            <a:schemeClr val="tx2"/>
          </a:solidFill>
        </p:spPr>
        <p:txBody>
          <a:bodyPr lIns="108000" tIns="0" rIns="108000" bIns="0" anchor="ctr">
            <a:noAutofit/>
          </a:bodyPr>
          <a:lstStyle>
            <a:lvl1pPr marL="0" indent="0">
              <a:lnSpc>
                <a:spcPct val="100000"/>
              </a:lnSpc>
              <a:spcBef>
                <a:spcPts val="0"/>
              </a:spcBef>
              <a:buNone/>
              <a:defRPr sz="1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Text</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4206000" y="2214563"/>
            <a:ext cx="3780000" cy="4139437"/>
          </a:xfrm>
        </p:spPr>
        <p:txBody>
          <a:bodyPr/>
          <a:lstStyle>
            <a:lvl1pPr>
              <a:defRPr sz="1400"/>
            </a:lvl1pPr>
            <a:lvl2pPr>
              <a:defRPr sz="1200"/>
            </a:lvl2pPr>
            <a:lvl3pPr>
              <a:defRPr sz="1100"/>
            </a:lvl3pPr>
            <a:lvl4pPr>
              <a:defRPr sz="1200"/>
            </a:lvl4pPr>
            <a:lvl5pPr>
              <a:defRPr sz="16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4">
            <a:extLst>
              <a:ext uri="{FF2B5EF4-FFF2-40B4-BE49-F238E27FC236}">
                <a16:creationId xmlns:a16="http://schemas.microsoft.com/office/drawing/2014/main" id="{E8464112-5601-8967-F388-FDB5D75341B2}"/>
              </a:ext>
            </a:extLst>
          </p:cNvPr>
          <p:cNvSpPr>
            <a:spLocks noGrp="1"/>
          </p:cNvSpPr>
          <p:nvPr>
            <p:ph type="body" sz="quarter" idx="14" hasCustomPrompt="1"/>
          </p:nvPr>
        </p:nvSpPr>
        <p:spPr>
          <a:xfrm>
            <a:off x="8165938" y="1386000"/>
            <a:ext cx="1584000" cy="288000"/>
          </a:xfrm>
          <a:prstGeom prst="roundRect">
            <a:avLst>
              <a:gd name="adj" fmla="val 50000"/>
            </a:avLst>
          </a:prstGeom>
          <a:solidFill>
            <a:schemeClr val="tx2"/>
          </a:solidFill>
        </p:spPr>
        <p:txBody>
          <a:bodyPr lIns="108000" tIns="0" rIns="108000" bIns="0" anchor="ctr">
            <a:noAutofit/>
          </a:bodyPr>
          <a:lstStyle>
            <a:lvl1pPr marL="0" indent="0">
              <a:lnSpc>
                <a:spcPct val="100000"/>
              </a:lnSpc>
              <a:spcBef>
                <a:spcPts val="0"/>
              </a:spcBef>
              <a:buNone/>
              <a:defRPr sz="1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Text</a:t>
            </a:r>
          </a:p>
        </p:txBody>
      </p:sp>
      <p:sp>
        <p:nvSpPr>
          <p:cNvPr id="7" name="Espace réservé du contenu 5">
            <a:extLst>
              <a:ext uri="{FF2B5EF4-FFF2-40B4-BE49-F238E27FC236}">
                <a16:creationId xmlns:a16="http://schemas.microsoft.com/office/drawing/2014/main" id="{E438CE1D-ACA5-EC5D-AA36-F5829D9CD6A8}"/>
              </a:ext>
            </a:extLst>
          </p:cNvPr>
          <p:cNvSpPr>
            <a:spLocks noGrp="1"/>
          </p:cNvSpPr>
          <p:nvPr>
            <p:ph sz="quarter" idx="15" hasCustomPrompt="1"/>
          </p:nvPr>
        </p:nvSpPr>
        <p:spPr>
          <a:xfrm>
            <a:off x="8165938" y="2214563"/>
            <a:ext cx="3780000" cy="4139437"/>
          </a:xfrm>
        </p:spPr>
        <p:txBody>
          <a:bodyPr/>
          <a:lstStyle>
            <a:lvl1pPr>
              <a:defRPr sz="1400"/>
            </a:lvl1pPr>
            <a:lvl2pPr>
              <a:defRPr sz="1200"/>
            </a:lvl2pPr>
            <a:lvl3pPr>
              <a:defRPr sz="1100"/>
            </a:lvl3pPr>
            <a:lvl4pPr>
              <a:defRPr sz="1200"/>
            </a:lvl4pPr>
            <a:lvl5pPr>
              <a:defRPr sz="16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40832217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_3 blocks with button">
    <p:bg>
      <p:bgPr>
        <a:solidFill>
          <a:schemeClr val="tx2"/>
        </a:solidFill>
        <a:effectLst/>
      </p:bgPr>
    </p:bg>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2" y="1386000"/>
            <a:ext cx="1584000" cy="288000"/>
          </a:xfrm>
          <a:prstGeom prst="roundRect">
            <a:avLst>
              <a:gd name="adj" fmla="val 50000"/>
            </a:avLst>
          </a:prstGeom>
          <a:solidFill>
            <a:schemeClr val="bg2"/>
          </a:solidFill>
        </p:spPr>
        <p:txBody>
          <a:bodyPr lIns="108000" tIns="0" rIns="108000" bIns="0" anchor="ctr">
            <a:noAutofit/>
          </a:bodyPr>
          <a:lstStyle>
            <a:lvl1pPr marL="0" indent="0">
              <a:lnSpc>
                <a:spcPct val="100000"/>
              </a:lnSpc>
              <a:spcBef>
                <a:spcPts val="0"/>
              </a:spcBef>
              <a:buNone/>
              <a:defRPr sz="1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Text</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2" y="2214563"/>
            <a:ext cx="3780000" cy="4139437"/>
          </a:xfrm>
        </p:spPr>
        <p:txBody>
          <a:bodyPr/>
          <a:lstStyle>
            <a:lvl1pPr>
              <a:defRPr sz="1400"/>
            </a:lvl1pPr>
            <a:lvl2pPr>
              <a:defRPr sz="1200"/>
            </a:lvl2pPr>
            <a:lvl3pPr>
              <a:defRPr sz="1100"/>
            </a:lvl3pPr>
            <a:lvl4pPr>
              <a:defRPr sz="1200"/>
            </a:lvl4pPr>
            <a:lvl5pPr>
              <a:defRPr sz="16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4206000" y="1386000"/>
            <a:ext cx="1584000" cy="288000"/>
          </a:xfrm>
          <a:prstGeom prst="roundRect">
            <a:avLst>
              <a:gd name="adj" fmla="val 50000"/>
            </a:avLst>
          </a:prstGeom>
          <a:solidFill>
            <a:schemeClr val="bg2"/>
          </a:solidFill>
        </p:spPr>
        <p:txBody>
          <a:bodyPr lIns="108000" tIns="0" rIns="108000" bIns="0" anchor="ctr">
            <a:noAutofit/>
          </a:bodyPr>
          <a:lstStyle>
            <a:lvl1pPr marL="0" indent="0">
              <a:lnSpc>
                <a:spcPct val="100000"/>
              </a:lnSpc>
              <a:spcBef>
                <a:spcPts val="0"/>
              </a:spcBef>
              <a:buNone/>
              <a:defRPr sz="1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Text</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4206000" y="2214563"/>
            <a:ext cx="3780000" cy="4139437"/>
          </a:xfrm>
        </p:spPr>
        <p:txBody>
          <a:bodyPr/>
          <a:lstStyle>
            <a:lvl1pPr>
              <a:defRPr sz="1400"/>
            </a:lvl1pPr>
            <a:lvl2pPr>
              <a:defRPr sz="1200"/>
            </a:lvl2pPr>
            <a:lvl3pPr>
              <a:defRPr sz="1100"/>
            </a:lvl3pPr>
            <a:lvl4pPr>
              <a:defRPr sz="1200"/>
            </a:lvl4pPr>
            <a:lvl5pPr>
              <a:defRPr sz="16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4">
            <a:extLst>
              <a:ext uri="{FF2B5EF4-FFF2-40B4-BE49-F238E27FC236}">
                <a16:creationId xmlns:a16="http://schemas.microsoft.com/office/drawing/2014/main" id="{E8464112-5601-8967-F388-FDB5D75341B2}"/>
              </a:ext>
            </a:extLst>
          </p:cNvPr>
          <p:cNvSpPr>
            <a:spLocks noGrp="1"/>
          </p:cNvSpPr>
          <p:nvPr>
            <p:ph type="body" sz="quarter" idx="14" hasCustomPrompt="1"/>
          </p:nvPr>
        </p:nvSpPr>
        <p:spPr>
          <a:xfrm>
            <a:off x="8165938" y="1386000"/>
            <a:ext cx="1584000" cy="288000"/>
          </a:xfrm>
          <a:prstGeom prst="roundRect">
            <a:avLst>
              <a:gd name="adj" fmla="val 50000"/>
            </a:avLst>
          </a:prstGeom>
          <a:solidFill>
            <a:schemeClr val="bg2"/>
          </a:solidFill>
        </p:spPr>
        <p:txBody>
          <a:bodyPr lIns="108000" tIns="0" rIns="108000" bIns="0" anchor="ctr">
            <a:noAutofit/>
          </a:bodyPr>
          <a:lstStyle>
            <a:lvl1pPr marL="0" indent="0">
              <a:lnSpc>
                <a:spcPct val="100000"/>
              </a:lnSpc>
              <a:spcBef>
                <a:spcPts val="0"/>
              </a:spcBef>
              <a:buNone/>
              <a:defRPr sz="1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Text</a:t>
            </a:r>
          </a:p>
        </p:txBody>
      </p:sp>
      <p:sp>
        <p:nvSpPr>
          <p:cNvPr id="7" name="Espace réservé du contenu 5">
            <a:extLst>
              <a:ext uri="{FF2B5EF4-FFF2-40B4-BE49-F238E27FC236}">
                <a16:creationId xmlns:a16="http://schemas.microsoft.com/office/drawing/2014/main" id="{E438CE1D-ACA5-EC5D-AA36-F5829D9CD6A8}"/>
              </a:ext>
            </a:extLst>
          </p:cNvPr>
          <p:cNvSpPr>
            <a:spLocks noGrp="1"/>
          </p:cNvSpPr>
          <p:nvPr>
            <p:ph sz="quarter" idx="15" hasCustomPrompt="1"/>
          </p:nvPr>
        </p:nvSpPr>
        <p:spPr>
          <a:xfrm>
            <a:off x="8165938" y="2214563"/>
            <a:ext cx="3780000" cy="4139437"/>
          </a:xfrm>
        </p:spPr>
        <p:txBody>
          <a:bodyPr/>
          <a:lstStyle>
            <a:lvl1pPr>
              <a:defRPr sz="1400"/>
            </a:lvl1pPr>
            <a:lvl2pPr>
              <a:defRPr sz="1200"/>
            </a:lvl2pPr>
            <a:lvl3pPr>
              <a:defRPr sz="1100"/>
            </a:lvl3pPr>
            <a:lvl4pPr>
              <a:defRPr sz="1200"/>
            </a:lvl4pPr>
            <a:lvl5pPr>
              <a:defRPr sz="16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13055499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White and 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085920-8031-C923-D746-5CF161DB0542}"/>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pPr>
            <a:endParaRPr lang="en-CA"/>
          </a:p>
        </p:txBody>
      </p:sp>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2" y="414000"/>
            <a:ext cx="5716800"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57168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2" y="2214563"/>
            <a:ext cx="57168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229138" y="1404000"/>
            <a:ext cx="57168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6229138" y="2214563"/>
            <a:ext cx="5716800" cy="4139437"/>
          </a:xfrm>
        </p:spPr>
        <p:txBody>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600">
                <a:solidFill>
                  <a:schemeClr val="tx1"/>
                </a:solidFill>
              </a:defRPr>
            </a:lvl4pPr>
            <a:lvl5pPr>
              <a:defRPr sz="2000">
                <a:solidFill>
                  <a:schemeClr val="tx1"/>
                </a:solidFill>
              </a:defRPr>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lvl1pPr>
              <a:defRPr>
                <a:solidFill>
                  <a:schemeClr val="tx1"/>
                </a:solidFill>
              </a:defRPr>
            </a:lvl1p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a:xfrm>
            <a:off x="11586000" y="6464920"/>
            <a:ext cx="359938" cy="223200"/>
          </a:xfrm>
        </p:spPr>
        <p:txBody>
          <a:bodyPr/>
          <a:lstStyle>
            <a:lvl1pPr>
              <a:defRPr>
                <a:solidFill>
                  <a:schemeClr val="tx1"/>
                </a:solidFill>
              </a:defRPr>
            </a:lvl1pPr>
          </a:lstStyle>
          <a:p>
            <a:fld id="{21DAE3DD-E46F-48E2-BAED-1C2B457B4828}" type="slidenum">
              <a:rPr lang="en-CA" smtClean="0"/>
              <a:pPr/>
              <a:t>‹#›</a:t>
            </a:fld>
            <a:endParaRPr lang="en-CA"/>
          </a:p>
        </p:txBody>
      </p:sp>
    </p:spTree>
    <p:extLst>
      <p:ext uri="{BB962C8B-B14F-4D97-AF65-F5344CB8AC3E}">
        <p14:creationId xmlns:p14="http://schemas.microsoft.com/office/powerpoint/2010/main" val="22979471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White and cream">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BD3EC1-F386-F2FC-9899-3CB1FDA06375}"/>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pPr>
            <a:endParaRPr lang="en-CA"/>
          </a:p>
        </p:txBody>
      </p:sp>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5714937"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57168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3" y="2214563"/>
            <a:ext cx="57168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229138" y="1404000"/>
            <a:ext cx="5716800" cy="720000"/>
          </a:xfrm>
        </p:spPr>
        <p:txBody>
          <a:bodyPr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6229138" y="2214563"/>
            <a:ext cx="5716800" cy="4139437"/>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408963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Horizontal blocks layout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Horizontal blocks layouts</a:t>
            </a:r>
          </a:p>
        </p:txBody>
      </p:sp>
    </p:spTree>
    <p:extLst>
      <p:ext uri="{BB962C8B-B14F-4D97-AF65-F5344CB8AC3E}">
        <p14:creationId xmlns:p14="http://schemas.microsoft.com/office/powerpoint/2010/main" val="968802161"/>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 horizontal blocks">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314000"/>
            <a:ext cx="11699874" cy="2430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246063" y="3924000"/>
            <a:ext cx="11699874" cy="2430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6559789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horizontal blocks + box">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314000"/>
            <a:ext cx="11699874" cy="2070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246063" y="3519000"/>
            <a:ext cx="11699874" cy="2070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BOÎTE DE MESSAGE">
            <a:extLst>
              <a:ext uri="{FF2B5EF4-FFF2-40B4-BE49-F238E27FC236}">
                <a16:creationId xmlns:a16="http://schemas.microsoft.com/office/drawing/2014/main" id="{8AC64BC8-33EB-903A-FC0D-05F1AEC692F0}"/>
              </a:ext>
            </a:extLst>
          </p:cNvPr>
          <p:cNvSpPr>
            <a:spLocks noGrp="1"/>
          </p:cNvSpPr>
          <p:nvPr>
            <p:ph type="body" sz="quarter" idx="16" hasCustomPrompt="1"/>
          </p:nvPr>
        </p:nvSpPr>
        <p:spPr>
          <a:xfrm>
            <a:off x="246062" y="5724000"/>
            <a:ext cx="11700000" cy="630000"/>
          </a:xfrm>
          <a:solidFill>
            <a:schemeClr val="bg1"/>
          </a:solidFill>
          <a:effectLst>
            <a:innerShdw dist="6350" dir="16200000">
              <a:prstClr val="black"/>
            </a:innerShdw>
          </a:effectLst>
        </p:spPr>
        <p:txBody>
          <a:bodyPr tIns="72000"/>
          <a:lstStyle>
            <a:lvl1pPr>
              <a:defRPr sz="1800">
                <a:solidFill>
                  <a:schemeClr val="accent1"/>
                </a:solidFill>
              </a:defRPr>
            </a:lvl1pPr>
          </a:lstStyle>
          <a:p>
            <a:pPr lvl="0"/>
            <a:r>
              <a:rPr lang="en-CA"/>
              <a:t>Click to edit the text in the message box</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26446171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_2 horizontal blocks + box">
    <p:bg>
      <p:bgRef idx="1001">
        <a:schemeClr val="bg2"/>
      </p:bgRef>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314000"/>
            <a:ext cx="11699874" cy="2070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246063" y="3519000"/>
            <a:ext cx="11699874" cy="2070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BOÎTE DE MESSAGE">
            <a:extLst>
              <a:ext uri="{FF2B5EF4-FFF2-40B4-BE49-F238E27FC236}">
                <a16:creationId xmlns:a16="http://schemas.microsoft.com/office/drawing/2014/main" id="{8AC64BC8-33EB-903A-FC0D-05F1AEC692F0}"/>
              </a:ext>
            </a:extLst>
          </p:cNvPr>
          <p:cNvSpPr>
            <a:spLocks noGrp="1"/>
          </p:cNvSpPr>
          <p:nvPr>
            <p:ph type="body" sz="quarter" idx="16" hasCustomPrompt="1"/>
          </p:nvPr>
        </p:nvSpPr>
        <p:spPr>
          <a:xfrm>
            <a:off x="246062" y="5724000"/>
            <a:ext cx="11700000" cy="630000"/>
          </a:xfrm>
          <a:solidFill>
            <a:schemeClr val="bg2"/>
          </a:solidFill>
          <a:effectLst>
            <a:innerShdw dist="6350" dir="16200000">
              <a:prstClr val="black"/>
            </a:innerShdw>
          </a:effectLst>
        </p:spPr>
        <p:txBody>
          <a:bodyPr tIns="72000"/>
          <a:lstStyle>
            <a:lvl1pPr>
              <a:defRPr sz="1800">
                <a:solidFill>
                  <a:schemeClr val="tx1"/>
                </a:solidFill>
              </a:defRPr>
            </a:lvl1pPr>
          </a:lstStyle>
          <a:p>
            <a:pPr lvl="0"/>
            <a:r>
              <a:rPr lang="en-CA"/>
              <a:t>Click to edit the text in the message box</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021722598"/>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 horizontal blocks with title">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11699875" cy="2385000"/>
          </a:xfrm>
          <a:solidFill>
            <a:schemeClr val="bg1"/>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631000" y="1404000"/>
            <a:ext cx="9314938" cy="2385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246063" y="3969000"/>
            <a:ext cx="11699875" cy="2385000"/>
          </a:xfrm>
          <a:solidFill>
            <a:schemeClr val="bg1"/>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2631000" y="3969000"/>
            <a:ext cx="9314938" cy="2385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0800254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G_2 horizontal blocks with title">
    <p:bg>
      <p:bgPr>
        <a:solidFill>
          <a:schemeClr val="tx2"/>
        </a:solidFill>
        <a:effectLst/>
      </p:bgPr>
    </p:bg>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11699875" cy="2385000"/>
          </a:xfrm>
          <a:solidFill>
            <a:schemeClr val="tx2"/>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631000" y="1404000"/>
            <a:ext cx="9314938" cy="2385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246063" y="3969000"/>
            <a:ext cx="11699875" cy="2385000"/>
          </a:xfrm>
          <a:solidFill>
            <a:schemeClr val="tx2"/>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2631000" y="3969000"/>
            <a:ext cx="9314938" cy="2385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8894813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 horizontal blocks with title + box">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11699875" cy="2026800"/>
          </a:xfrm>
          <a:solidFill>
            <a:schemeClr val="bg1"/>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631000" y="1404000"/>
            <a:ext cx="9314938" cy="20268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246063" y="3564000"/>
            <a:ext cx="11699875" cy="2026800"/>
          </a:xfrm>
          <a:solidFill>
            <a:schemeClr val="bg1"/>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2631000" y="3564000"/>
            <a:ext cx="9314938" cy="20268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BOÎTE DE MESSAGE">
            <a:extLst>
              <a:ext uri="{FF2B5EF4-FFF2-40B4-BE49-F238E27FC236}">
                <a16:creationId xmlns:a16="http://schemas.microsoft.com/office/drawing/2014/main" id="{6FED4917-F41E-0EED-C5A9-DE153C03D830}"/>
              </a:ext>
            </a:extLst>
          </p:cNvPr>
          <p:cNvSpPr>
            <a:spLocks noGrp="1"/>
          </p:cNvSpPr>
          <p:nvPr>
            <p:ph type="body" sz="quarter" idx="16" hasCustomPrompt="1"/>
          </p:nvPr>
        </p:nvSpPr>
        <p:spPr>
          <a:xfrm>
            <a:off x="246062" y="5724000"/>
            <a:ext cx="11700000" cy="630000"/>
          </a:xfrm>
          <a:solidFill>
            <a:schemeClr val="bg1"/>
          </a:solidFill>
          <a:effectLst>
            <a:innerShdw dist="6350" dir="16200000">
              <a:prstClr val="black"/>
            </a:innerShdw>
          </a:effectLst>
        </p:spPr>
        <p:txBody>
          <a:bodyPr tIns="72000"/>
          <a:lstStyle>
            <a:lvl1pPr>
              <a:defRPr sz="1800">
                <a:solidFill>
                  <a:schemeClr val="accent1"/>
                </a:solidFill>
              </a:defRPr>
            </a:lvl1pPr>
          </a:lstStyle>
          <a:p>
            <a:pPr lvl="0"/>
            <a:r>
              <a:rPr lang="en-CA"/>
              <a:t>Click to edit the text in the message box</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8261814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 horizontal blocks with title">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11699875" cy="1548000"/>
          </a:xfrm>
          <a:solidFill>
            <a:schemeClr val="bg1"/>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631000" y="1404000"/>
            <a:ext cx="9314938" cy="1548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246063" y="3105000"/>
            <a:ext cx="11699875" cy="1548000"/>
          </a:xfrm>
          <a:solidFill>
            <a:schemeClr val="bg1"/>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2631000" y="3105000"/>
            <a:ext cx="9314938" cy="1548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4">
            <a:extLst>
              <a:ext uri="{FF2B5EF4-FFF2-40B4-BE49-F238E27FC236}">
                <a16:creationId xmlns:a16="http://schemas.microsoft.com/office/drawing/2014/main" id="{05F7AB1E-3CA5-365F-0296-654432684F94}"/>
              </a:ext>
            </a:extLst>
          </p:cNvPr>
          <p:cNvSpPr>
            <a:spLocks noGrp="1"/>
          </p:cNvSpPr>
          <p:nvPr>
            <p:ph type="body" sz="quarter" idx="14" hasCustomPrompt="1"/>
          </p:nvPr>
        </p:nvSpPr>
        <p:spPr>
          <a:xfrm>
            <a:off x="246063" y="4806000"/>
            <a:ext cx="11699875" cy="1548000"/>
          </a:xfrm>
          <a:solidFill>
            <a:schemeClr val="bg1"/>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7" name="Espace réservé du contenu 5">
            <a:extLst>
              <a:ext uri="{FF2B5EF4-FFF2-40B4-BE49-F238E27FC236}">
                <a16:creationId xmlns:a16="http://schemas.microsoft.com/office/drawing/2014/main" id="{EBCB0351-8452-55FF-0582-CC54E448FED3}"/>
              </a:ext>
            </a:extLst>
          </p:cNvPr>
          <p:cNvSpPr>
            <a:spLocks noGrp="1"/>
          </p:cNvSpPr>
          <p:nvPr>
            <p:ph sz="quarter" idx="15" hasCustomPrompt="1"/>
          </p:nvPr>
        </p:nvSpPr>
        <p:spPr>
          <a:xfrm>
            <a:off x="2631000" y="4806000"/>
            <a:ext cx="9314938" cy="1548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94229231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_3 horizontal blocks with title">
    <p:bg>
      <p:bgRef idx="1001">
        <a:schemeClr val="bg2"/>
      </p:bgRef>
    </p:bg>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11699875" cy="1548000"/>
          </a:xfrm>
          <a:solidFill>
            <a:schemeClr val="bg2"/>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631000" y="1404000"/>
            <a:ext cx="9314938" cy="1548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246063" y="3105000"/>
            <a:ext cx="11699875" cy="1548000"/>
          </a:xfrm>
          <a:solidFill>
            <a:schemeClr val="bg2"/>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2631000" y="3105000"/>
            <a:ext cx="9314938" cy="1548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4">
            <a:extLst>
              <a:ext uri="{FF2B5EF4-FFF2-40B4-BE49-F238E27FC236}">
                <a16:creationId xmlns:a16="http://schemas.microsoft.com/office/drawing/2014/main" id="{05F7AB1E-3CA5-365F-0296-654432684F94}"/>
              </a:ext>
            </a:extLst>
          </p:cNvPr>
          <p:cNvSpPr>
            <a:spLocks noGrp="1"/>
          </p:cNvSpPr>
          <p:nvPr>
            <p:ph type="body" sz="quarter" idx="14" hasCustomPrompt="1"/>
          </p:nvPr>
        </p:nvSpPr>
        <p:spPr>
          <a:xfrm>
            <a:off x="246063" y="4806000"/>
            <a:ext cx="11699875" cy="1548000"/>
          </a:xfrm>
          <a:solidFill>
            <a:schemeClr val="bg2"/>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7" name="Espace réservé du contenu 5">
            <a:extLst>
              <a:ext uri="{FF2B5EF4-FFF2-40B4-BE49-F238E27FC236}">
                <a16:creationId xmlns:a16="http://schemas.microsoft.com/office/drawing/2014/main" id="{EBCB0351-8452-55FF-0582-CC54E448FED3}"/>
              </a:ext>
            </a:extLst>
          </p:cNvPr>
          <p:cNvSpPr>
            <a:spLocks noGrp="1"/>
          </p:cNvSpPr>
          <p:nvPr>
            <p:ph sz="quarter" idx="15" hasCustomPrompt="1"/>
          </p:nvPr>
        </p:nvSpPr>
        <p:spPr>
          <a:xfrm>
            <a:off x="2631000" y="4806000"/>
            <a:ext cx="9314938" cy="1548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198111093"/>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 horizontal blocks with title + box">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11699875" cy="1306800"/>
          </a:xfrm>
          <a:solidFill>
            <a:schemeClr val="bg1"/>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631000" y="1404000"/>
            <a:ext cx="9314938" cy="13068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246063" y="2844000"/>
            <a:ext cx="11699875" cy="1306800"/>
          </a:xfrm>
          <a:solidFill>
            <a:schemeClr val="bg1"/>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2631000" y="2844000"/>
            <a:ext cx="9314938" cy="13068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4">
            <a:extLst>
              <a:ext uri="{FF2B5EF4-FFF2-40B4-BE49-F238E27FC236}">
                <a16:creationId xmlns:a16="http://schemas.microsoft.com/office/drawing/2014/main" id="{05F7AB1E-3CA5-365F-0296-654432684F94}"/>
              </a:ext>
            </a:extLst>
          </p:cNvPr>
          <p:cNvSpPr>
            <a:spLocks noGrp="1"/>
          </p:cNvSpPr>
          <p:nvPr>
            <p:ph type="body" sz="quarter" idx="14" hasCustomPrompt="1"/>
          </p:nvPr>
        </p:nvSpPr>
        <p:spPr>
          <a:xfrm>
            <a:off x="246063" y="4284000"/>
            <a:ext cx="11699875" cy="1306800"/>
          </a:xfrm>
          <a:solidFill>
            <a:schemeClr val="bg1"/>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7" name="Espace réservé du contenu 5">
            <a:extLst>
              <a:ext uri="{FF2B5EF4-FFF2-40B4-BE49-F238E27FC236}">
                <a16:creationId xmlns:a16="http://schemas.microsoft.com/office/drawing/2014/main" id="{EBCB0351-8452-55FF-0582-CC54E448FED3}"/>
              </a:ext>
            </a:extLst>
          </p:cNvPr>
          <p:cNvSpPr>
            <a:spLocks noGrp="1"/>
          </p:cNvSpPr>
          <p:nvPr>
            <p:ph sz="quarter" idx="15" hasCustomPrompt="1"/>
          </p:nvPr>
        </p:nvSpPr>
        <p:spPr>
          <a:xfrm>
            <a:off x="2631000" y="4284000"/>
            <a:ext cx="9314938" cy="13068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1" name="BOÎTE DE MESSAGE">
            <a:extLst>
              <a:ext uri="{FF2B5EF4-FFF2-40B4-BE49-F238E27FC236}">
                <a16:creationId xmlns:a16="http://schemas.microsoft.com/office/drawing/2014/main" id="{0E75370D-00DD-38C6-9545-EBC12C15712B}"/>
              </a:ext>
            </a:extLst>
          </p:cNvPr>
          <p:cNvSpPr>
            <a:spLocks noGrp="1"/>
          </p:cNvSpPr>
          <p:nvPr>
            <p:ph type="body" sz="quarter" idx="16" hasCustomPrompt="1"/>
          </p:nvPr>
        </p:nvSpPr>
        <p:spPr>
          <a:xfrm>
            <a:off x="246062" y="5724000"/>
            <a:ext cx="11700000" cy="630000"/>
          </a:xfrm>
          <a:solidFill>
            <a:schemeClr val="bg1"/>
          </a:solidFill>
          <a:effectLst>
            <a:innerShdw dist="6350" dir="16200000">
              <a:prstClr val="black"/>
            </a:innerShdw>
          </a:effectLst>
        </p:spPr>
        <p:txBody>
          <a:bodyPr tIns="72000"/>
          <a:lstStyle>
            <a:lvl1pPr>
              <a:defRPr sz="1800">
                <a:solidFill>
                  <a:schemeClr val="accent1"/>
                </a:solidFill>
              </a:defRPr>
            </a:lvl1pPr>
          </a:lstStyle>
          <a:p>
            <a:pPr lvl="0"/>
            <a:r>
              <a:rPr lang="en-CA"/>
              <a:t>Click to edit the text in the message box</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698693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_3 horizontal blocks with title + box">
    <p:bg>
      <p:bgPr>
        <a:solidFill>
          <a:schemeClr val="tx2"/>
        </a:solidFill>
        <a:effectLst/>
      </p:bgPr>
    </p:bg>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11699875" cy="1306800"/>
          </a:xfrm>
          <a:solidFill>
            <a:schemeClr val="tx2"/>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631000" y="1404000"/>
            <a:ext cx="9314938" cy="13068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246063" y="2844000"/>
            <a:ext cx="11699875" cy="1306800"/>
          </a:xfrm>
          <a:solidFill>
            <a:schemeClr val="tx2"/>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2631000" y="2844000"/>
            <a:ext cx="9314938" cy="13068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4">
            <a:extLst>
              <a:ext uri="{FF2B5EF4-FFF2-40B4-BE49-F238E27FC236}">
                <a16:creationId xmlns:a16="http://schemas.microsoft.com/office/drawing/2014/main" id="{05F7AB1E-3CA5-365F-0296-654432684F94}"/>
              </a:ext>
            </a:extLst>
          </p:cNvPr>
          <p:cNvSpPr>
            <a:spLocks noGrp="1"/>
          </p:cNvSpPr>
          <p:nvPr>
            <p:ph type="body" sz="quarter" idx="14" hasCustomPrompt="1"/>
          </p:nvPr>
        </p:nvSpPr>
        <p:spPr>
          <a:xfrm>
            <a:off x="246063" y="4284000"/>
            <a:ext cx="11699875" cy="1306800"/>
          </a:xfrm>
          <a:solidFill>
            <a:schemeClr val="tx2"/>
          </a:solidFill>
          <a:effectLst>
            <a:innerShdw dist="6350" dir="16200000">
              <a:prstClr val="black"/>
            </a:innerShdw>
          </a:effectLst>
        </p:spPr>
        <p:txBody>
          <a:bodyPr tIns="72000" rIns="9432000" bIns="72000" anchor="t">
            <a:noAutofit/>
          </a:bodyPr>
          <a:lstStyle>
            <a:lvl1pPr marL="0" indent="0">
              <a:lnSpc>
                <a:spcPct val="90000"/>
              </a:lnSpc>
              <a:spcBef>
                <a:spcPts val="180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7" name="Espace réservé du contenu 5">
            <a:extLst>
              <a:ext uri="{FF2B5EF4-FFF2-40B4-BE49-F238E27FC236}">
                <a16:creationId xmlns:a16="http://schemas.microsoft.com/office/drawing/2014/main" id="{EBCB0351-8452-55FF-0582-CC54E448FED3}"/>
              </a:ext>
            </a:extLst>
          </p:cNvPr>
          <p:cNvSpPr>
            <a:spLocks noGrp="1"/>
          </p:cNvSpPr>
          <p:nvPr>
            <p:ph sz="quarter" idx="15" hasCustomPrompt="1"/>
          </p:nvPr>
        </p:nvSpPr>
        <p:spPr>
          <a:xfrm>
            <a:off x="2631000" y="4284000"/>
            <a:ext cx="9314938" cy="13068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1" name="BOÎTE DE MESSAGE">
            <a:extLst>
              <a:ext uri="{FF2B5EF4-FFF2-40B4-BE49-F238E27FC236}">
                <a16:creationId xmlns:a16="http://schemas.microsoft.com/office/drawing/2014/main" id="{0E75370D-00DD-38C6-9545-EBC12C15712B}"/>
              </a:ext>
            </a:extLst>
          </p:cNvPr>
          <p:cNvSpPr>
            <a:spLocks noGrp="1"/>
          </p:cNvSpPr>
          <p:nvPr>
            <p:ph type="body" sz="quarter" idx="16" hasCustomPrompt="1"/>
          </p:nvPr>
        </p:nvSpPr>
        <p:spPr>
          <a:xfrm>
            <a:off x="246062" y="5724000"/>
            <a:ext cx="11700000" cy="630000"/>
          </a:xfrm>
          <a:solidFill>
            <a:schemeClr val="tx2"/>
          </a:solidFill>
          <a:effectLst>
            <a:innerShdw dist="6350" dir="16200000">
              <a:prstClr val="black"/>
            </a:innerShdw>
          </a:effectLst>
        </p:spPr>
        <p:txBody>
          <a:bodyPr tIns="72000"/>
          <a:lstStyle>
            <a:lvl1pPr>
              <a:defRPr sz="1800">
                <a:solidFill>
                  <a:schemeClr val="tx1"/>
                </a:solidFill>
              </a:defRPr>
            </a:lvl1pPr>
          </a:lstStyle>
          <a:p>
            <a:pPr lvl="0"/>
            <a:r>
              <a:rPr lang="en-CA"/>
              <a:t>Click to edit the text in the message box</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10728803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Layouts for image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Layouts</a:t>
            </a:r>
            <a:br>
              <a:rPr lang="en-CA" sz="11500"/>
            </a:br>
            <a:r>
              <a:rPr lang="en-CA" sz="11500"/>
              <a:t>for images</a:t>
            </a:r>
          </a:p>
        </p:txBody>
      </p:sp>
    </p:spTree>
    <p:extLst>
      <p:ext uri="{BB962C8B-B14F-4D97-AF65-F5344CB8AC3E}">
        <p14:creationId xmlns:p14="http://schemas.microsoft.com/office/powerpoint/2010/main" val="646057219"/>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ull page image">
    <p:bg>
      <p:bgRef idx="1001">
        <a:schemeClr val="bg2"/>
      </p:bgRef>
    </p:bg>
    <p:spTree>
      <p:nvGrpSpPr>
        <p:cNvPr id="1" name=""/>
        <p:cNvGrpSpPr/>
        <p:nvPr/>
      </p:nvGrpSpPr>
      <p:grpSpPr>
        <a:xfrm>
          <a:off x="0" y="0"/>
          <a:ext cx="0" cy="0"/>
          <a:chOff x="0" y="0"/>
          <a:chExt cx="0" cy="0"/>
        </a:xfrm>
      </p:grpSpPr>
      <p:sp>
        <p:nvSpPr>
          <p:cNvPr id="4" name="Espace réservé pour une image  7">
            <a:extLst>
              <a:ext uri="{FF2B5EF4-FFF2-40B4-BE49-F238E27FC236}">
                <a16:creationId xmlns:a16="http://schemas.microsoft.com/office/drawing/2014/main" id="{F3BFA985-B49C-64D7-42F0-FCFB6D87DC6B}"/>
              </a:ext>
            </a:extLst>
          </p:cNvPr>
          <p:cNvSpPr>
            <a:spLocks noGrp="1"/>
          </p:cNvSpPr>
          <p:nvPr>
            <p:ph type="pic" sz="quarter" idx="14" hasCustomPrompt="1"/>
          </p:nvPr>
        </p:nvSpPr>
        <p:spPr>
          <a:xfrm>
            <a:off x="246063" y="279400"/>
            <a:ext cx="11699875" cy="6075363"/>
          </a:xfrm>
        </p:spPr>
        <p:txBody>
          <a:bodyPr bIns="972000" anchor="ctr"/>
          <a:lstStyle>
            <a:lvl1pPr algn="ctr">
              <a:defRPr/>
            </a:lvl1pPr>
          </a:lstStyle>
          <a:p>
            <a:r>
              <a:rPr lang="en-CA"/>
              <a:t>Click the icon to add an image</a:t>
            </a:r>
          </a:p>
        </p:txBody>
      </p:sp>
      <p:sp>
        <p:nvSpPr>
          <p:cNvPr id="7" name="Espace réservé du pied de page 6">
            <a:extLst>
              <a:ext uri="{FF2B5EF4-FFF2-40B4-BE49-F238E27FC236}">
                <a16:creationId xmlns:a16="http://schemas.microsoft.com/office/drawing/2014/main" id="{9CBBFADD-9045-FCB0-D513-8EC2B73D6B89}"/>
              </a:ext>
            </a:extLst>
          </p:cNvPr>
          <p:cNvSpPr>
            <a:spLocks noGrp="1"/>
          </p:cNvSpPr>
          <p:nvPr>
            <p:ph type="ftr" sz="quarter" idx="15"/>
          </p:nvPr>
        </p:nvSpPr>
        <p:spPr/>
        <p:txBody>
          <a:bodyPr/>
          <a:lstStyle/>
          <a:p>
            <a:endParaRPr lang="en-CA"/>
          </a:p>
        </p:txBody>
      </p:sp>
      <p:sp>
        <p:nvSpPr>
          <p:cNvPr id="9" name="Espace réservé du numéro de diapositive 8">
            <a:extLst>
              <a:ext uri="{FF2B5EF4-FFF2-40B4-BE49-F238E27FC236}">
                <a16:creationId xmlns:a16="http://schemas.microsoft.com/office/drawing/2014/main" id="{258AEA95-3675-91D5-7DD5-F8AEA32A24C4}"/>
              </a:ext>
            </a:extLst>
          </p:cNvPr>
          <p:cNvSpPr>
            <a:spLocks noGrp="1"/>
          </p:cNvSpPr>
          <p:nvPr>
            <p:ph type="sldNum" sz="quarter" idx="16"/>
          </p:nvPr>
        </p:nvSpPr>
        <p:spPr/>
        <p:txBody>
          <a:bodyPr/>
          <a:lstStyle/>
          <a:p>
            <a:fld id="{21DAE3DD-E46F-48E2-BAED-1C2B457B4828}" type="slidenum">
              <a:rPr lang="en-CA" smtClean="0"/>
              <a:pPr/>
              <a:t>‹#›</a:t>
            </a:fld>
            <a:endParaRPr lang="en-CA"/>
          </a:p>
        </p:txBody>
      </p:sp>
    </p:spTree>
    <p:extLst>
      <p:ext uri="{BB962C8B-B14F-4D97-AF65-F5344CB8AC3E}">
        <p14:creationId xmlns:p14="http://schemas.microsoft.com/office/powerpoint/2010/main" val="435093941"/>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2 images full page">
    <p:bg>
      <p:bgRef idx="1001">
        <a:schemeClr val="bg2"/>
      </p:bgRef>
    </p:bg>
    <p:spTree>
      <p:nvGrpSpPr>
        <p:cNvPr id="1" name=""/>
        <p:cNvGrpSpPr/>
        <p:nvPr/>
      </p:nvGrpSpPr>
      <p:grpSpPr>
        <a:xfrm>
          <a:off x="0" y="0"/>
          <a:ext cx="0" cy="0"/>
          <a:chOff x="0" y="0"/>
          <a:chExt cx="0" cy="0"/>
        </a:xfrm>
      </p:grpSpPr>
      <p:sp>
        <p:nvSpPr>
          <p:cNvPr id="92" name="Espace réservé pour une image  7">
            <a:extLst>
              <a:ext uri="{FF2B5EF4-FFF2-40B4-BE49-F238E27FC236}">
                <a16:creationId xmlns:a16="http://schemas.microsoft.com/office/drawing/2014/main" id="{5C4DAA14-C055-0769-42C0-EB2F80E728DF}"/>
              </a:ext>
            </a:extLst>
          </p:cNvPr>
          <p:cNvSpPr>
            <a:spLocks noGrp="1"/>
          </p:cNvSpPr>
          <p:nvPr>
            <p:ph type="pic" sz="quarter" idx="15" hasCustomPrompt="1"/>
          </p:nvPr>
        </p:nvSpPr>
        <p:spPr>
          <a:xfrm>
            <a:off x="0" y="0"/>
            <a:ext cx="6096000" cy="6858000"/>
          </a:xfrm>
        </p:spPr>
        <p:txBody>
          <a:bodyPr bIns="972000" anchor="ctr"/>
          <a:lstStyle>
            <a:lvl1pPr algn="ctr">
              <a:defRPr/>
            </a:lvl1pPr>
          </a:lstStyle>
          <a:p>
            <a:r>
              <a:rPr lang="en-CA"/>
              <a:t>Click the icon to add an image</a:t>
            </a:r>
          </a:p>
        </p:txBody>
      </p:sp>
      <p:sp>
        <p:nvSpPr>
          <p:cNvPr id="93" name="Espace réservé pour une image  7">
            <a:extLst>
              <a:ext uri="{FF2B5EF4-FFF2-40B4-BE49-F238E27FC236}">
                <a16:creationId xmlns:a16="http://schemas.microsoft.com/office/drawing/2014/main" id="{8123F8F8-90A0-2CE5-62DB-F3A7D86DD850}"/>
              </a:ext>
            </a:extLst>
          </p:cNvPr>
          <p:cNvSpPr>
            <a:spLocks noGrp="1"/>
          </p:cNvSpPr>
          <p:nvPr>
            <p:ph type="pic" sz="quarter" idx="16" hasCustomPrompt="1"/>
          </p:nvPr>
        </p:nvSpPr>
        <p:spPr>
          <a:xfrm>
            <a:off x="6096000" y="0"/>
            <a:ext cx="6096000" cy="6858000"/>
          </a:xfrm>
        </p:spPr>
        <p:txBody>
          <a:bodyPr bIns="972000" anchor="ctr"/>
          <a:lstStyle>
            <a:lvl1pPr algn="ctr">
              <a:defRPr/>
            </a:lvl1pPr>
          </a:lstStyle>
          <a:p>
            <a:r>
              <a:rPr lang="en-CA"/>
              <a:t>Click the icon to add an image</a:t>
            </a:r>
          </a:p>
        </p:txBody>
      </p:sp>
    </p:spTree>
    <p:extLst>
      <p:ext uri="{BB962C8B-B14F-4D97-AF65-F5344CB8AC3E}">
        <p14:creationId xmlns:p14="http://schemas.microsoft.com/office/powerpoint/2010/main" val="1569274522"/>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_Content with image 1">
    <p:bg>
      <p:bgRef idx="1001">
        <a:schemeClr val="bg2"/>
      </p:bgRef>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C011188E-AB6E-B7FF-B3A1-225DF6369AF4}"/>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A8E280B6-F7AC-A796-AA2A-BF994A25AA9D}"/>
              </a:ext>
            </a:extLst>
          </p:cNvPr>
          <p:cNvSpPr>
            <a:spLocks noGrp="1"/>
          </p:cNvSpPr>
          <p:nvPr>
            <p:ph type="title" hasCustomPrompt="1"/>
          </p:nvPr>
        </p:nvSpPr>
        <p:spPr>
          <a:xfrm>
            <a:off x="246063" y="414000"/>
            <a:ext cx="5714937" cy="765514"/>
          </a:xfrm>
        </p:spPr>
        <p:txBody>
          <a:bodyPr/>
          <a:lstStyle/>
          <a:p>
            <a:r>
              <a:rPr lang="en-CA"/>
              <a:t>Click to add a headline</a:t>
            </a:r>
          </a:p>
        </p:txBody>
      </p:sp>
      <p:sp>
        <p:nvSpPr>
          <p:cNvPr id="3" name="Espace réservé du contenu 2">
            <a:extLst>
              <a:ext uri="{FF2B5EF4-FFF2-40B4-BE49-F238E27FC236}">
                <a16:creationId xmlns:a16="http://schemas.microsoft.com/office/drawing/2014/main" id="{DE7749EC-42B2-CEE5-9D95-572D91A3BC49}"/>
              </a:ext>
            </a:extLst>
          </p:cNvPr>
          <p:cNvSpPr>
            <a:spLocks noGrp="1"/>
          </p:cNvSpPr>
          <p:nvPr>
            <p:ph idx="1" hasCustomPrompt="1"/>
          </p:nvPr>
        </p:nvSpPr>
        <p:spPr>
          <a:xfrm>
            <a:off x="246063" y="1314450"/>
            <a:ext cx="5714937" cy="5040313"/>
          </a:xfrm>
        </p:spPr>
        <p:txBody>
          <a:bodyPr/>
          <a:lstStyle>
            <a:lvl1pPr>
              <a:defRPr/>
            </a:lvl1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pour une image  7">
            <a:extLst>
              <a:ext uri="{FF2B5EF4-FFF2-40B4-BE49-F238E27FC236}">
                <a16:creationId xmlns:a16="http://schemas.microsoft.com/office/drawing/2014/main" id="{F3BFA985-B49C-64D7-42F0-FCFB6D87DC6B}"/>
              </a:ext>
            </a:extLst>
          </p:cNvPr>
          <p:cNvSpPr>
            <a:spLocks noGrp="1"/>
          </p:cNvSpPr>
          <p:nvPr>
            <p:ph type="pic" sz="quarter" idx="14" hasCustomPrompt="1"/>
          </p:nvPr>
        </p:nvSpPr>
        <p:spPr>
          <a:xfrm>
            <a:off x="6140450" y="0"/>
            <a:ext cx="6051550" cy="6858000"/>
          </a:xfrm>
        </p:spPr>
        <p:txBody>
          <a:bodyPr bIns="972000" anchor="ctr"/>
          <a:lstStyle>
            <a:lvl1pPr algn="ctr">
              <a:defRPr/>
            </a:lvl1pPr>
          </a:lstStyle>
          <a:p>
            <a:r>
              <a:rPr lang="en-CA"/>
              <a:t>Click the icon to add an image</a:t>
            </a:r>
          </a:p>
        </p:txBody>
      </p:sp>
    </p:spTree>
    <p:extLst>
      <p:ext uri="{BB962C8B-B14F-4D97-AF65-F5344CB8AC3E}">
        <p14:creationId xmlns:p14="http://schemas.microsoft.com/office/powerpoint/2010/main" val="958647271"/>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_Content with image 1">
    <p:bg>
      <p:bgPr>
        <a:solidFill>
          <a:schemeClr val="tx2"/>
        </a:solidFill>
        <a:effectLst/>
      </p:bgPr>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C011188E-AB6E-B7FF-B3A1-225DF6369AF4}"/>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A8E280B6-F7AC-A796-AA2A-BF994A25AA9D}"/>
              </a:ext>
            </a:extLst>
          </p:cNvPr>
          <p:cNvSpPr>
            <a:spLocks noGrp="1"/>
          </p:cNvSpPr>
          <p:nvPr>
            <p:ph type="title" hasCustomPrompt="1"/>
          </p:nvPr>
        </p:nvSpPr>
        <p:spPr>
          <a:xfrm>
            <a:off x="246063" y="414000"/>
            <a:ext cx="5714937" cy="765514"/>
          </a:xfrm>
        </p:spPr>
        <p:txBody>
          <a:bodyPr/>
          <a:lstStyle/>
          <a:p>
            <a:r>
              <a:rPr lang="en-CA"/>
              <a:t>Click to add a headline</a:t>
            </a:r>
          </a:p>
        </p:txBody>
      </p:sp>
      <p:sp>
        <p:nvSpPr>
          <p:cNvPr id="3" name="Espace réservé du contenu 2">
            <a:extLst>
              <a:ext uri="{FF2B5EF4-FFF2-40B4-BE49-F238E27FC236}">
                <a16:creationId xmlns:a16="http://schemas.microsoft.com/office/drawing/2014/main" id="{DE7749EC-42B2-CEE5-9D95-572D91A3BC49}"/>
              </a:ext>
            </a:extLst>
          </p:cNvPr>
          <p:cNvSpPr>
            <a:spLocks noGrp="1"/>
          </p:cNvSpPr>
          <p:nvPr>
            <p:ph idx="1" hasCustomPrompt="1"/>
          </p:nvPr>
        </p:nvSpPr>
        <p:spPr>
          <a:xfrm>
            <a:off x="246063" y="1314450"/>
            <a:ext cx="5714937" cy="5040313"/>
          </a:xfrm>
        </p:spPr>
        <p:txBody>
          <a:bodyPr/>
          <a:lstStyle>
            <a:lvl1pPr>
              <a:defRPr/>
            </a:lvl1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pour une image  7">
            <a:extLst>
              <a:ext uri="{FF2B5EF4-FFF2-40B4-BE49-F238E27FC236}">
                <a16:creationId xmlns:a16="http://schemas.microsoft.com/office/drawing/2014/main" id="{F3BFA985-B49C-64D7-42F0-FCFB6D87DC6B}"/>
              </a:ext>
            </a:extLst>
          </p:cNvPr>
          <p:cNvSpPr>
            <a:spLocks noGrp="1"/>
          </p:cNvSpPr>
          <p:nvPr>
            <p:ph type="pic" sz="quarter" idx="14" hasCustomPrompt="1"/>
          </p:nvPr>
        </p:nvSpPr>
        <p:spPr>
          <a:xfrm>
            <a:off x="6140450" y="0"/>
            <a:ext cx="6051550" cy="6858000"/>
          </a:xfrm>
        </p:spPr>
        <p:txBody>
          <a:bodyPr bIns="972000" anchor="ctr"/>
          <a:lstStyle>
            <a:lvl1pPr algn="ctr">
              <a:defRPr/>
            </a:lvl1pPr>
          </a:lstStyle>
          <a:p>
            <a:r>
              <a:rPr lang="en-CA"/>
              <a:t>Click the icon to add an image</a:t>
            </a:r>
          </a:p>
        </p:txBody>
      </p:sp>
    </p:spTree>
    <p:extLst>
      <p:ext uri="{BB962C8B-B14F-4D97-AF65-F5344CB8AC3E}">
        <p14:creationId xmlns:p14="http://schemas.microsoft.com/office/powerpoint/2010/main" val="1198404423"/>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_Content with image 2">
    <p:bg>
      <p:bgRef idx="1001">
        <a:schemeClr val="bg2"/>
      </p:bgRef>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C011188E-AB6E-B7FF-B3A1-225DF6369AF4}"/>
              </a:ext>
            </a:extLst>
          </p:cNvPr>
          <p:cNvSpPr>
            <a:spLocks noGrp="1"/>
          </p:cNvSpPr>
          <p:nvPr>
            <p:ph type="body" sz="quarter" idx="13" hasCustomPrompt="1"/>
          </p:nvPr>
        </p:nvSpPr>
        <p:spPr>
          <a:xfrm>
            <a:off x="246064" y="233999"/>
            <a:ext cx="4364936"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A8E280B6-F7AC-A796-AA2A-BF994A25AA9D}"/>
              </a:ext>
            </a:extLst>
          </p:cNvPr>
          <p:cNvSpPr>
            <a:spLocks noGrp="1"/>
          </p:cNvSpPr>
          <p:nvPr>
            <p:ph type="title" hasCustomPrompt="1"/>
          </p:nvPr>
        </p:nvSpPr>
        <p:spPr>
          <a:xfrm>
            <a:off x="246064" y="414000"/>
            <a:ext cx="4364936" cy="765514"/>
          </a:xfrm>
        </p:spPr>
        <p:txBody>
          <a:bodyPr/>
          <a:lstStyle/>
          <a:p>
            <a:r>
              <a:rPr lang="en-CA"/>
              <a:t>Click to add a headline</a:t>
            </a:r>
          </a:p>
        </p:txBody>
      </p:sp>
      <p:sp>
        <p:nvSpPr>
          <p:cNvPr id="3" name="Espace réservé du contenu 2">
            <a:extLst>
              <a:ext uri="{FF2B5EF4-FFF2-40B4-BE49-F238E27FC236}">
                <a16:creationId xmlns:a16="http://schemas.microsoft.com/office/drawing/2014/main" id="{DE7749EC-42B2-CEE5-9D95-572D91A3BC49}"/>
              </a:ext>
            </a:extLst>
          </p:cNvPr>
          <p:cNvSpPr>
            <a:spLocks noGrp="1"/>
          </p:cNvSpPr>
          <p:nvPr>
            <p:ph idx="1" hasCustomPrompt="1"/>
          </p:nvPr>
        </p:nvSpPr>
        <p:spPr>
          <a:xfrm>
            <a:off x="246063" y="2214564"/>
            <a:ext cx="5489937" cy="4140200"/>
          </a:xfrm>
        </p:spPr>
        <p:txBody>
          <a:bodyPr/>
          <a:lstStyle>
            <a:lvl1pPr>
              <a:defRPr/>
            </a:lvl1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9" name="Espace réservé pour une image  8">
            <a:extLst>
              <a:ext uri="{FF2B5EF4-FFF2-40B4-BE49-F238E27FC236}">
                <a16:creationId xmlns:a16="http://schemas.microsoft.com/office/drawing/2014/main" id="{63BF6582-9339-6F53-3C33-1C2922774424}"/>
              </a:ext>
            </a:extLst>
          </p:cNvPr>
          <p:cNvSpPr>
            <a:spLocks noGrp="1"/>
          </p:cNvSpPr>
          <p:nvPr>
            <p:ph type="pic" sz="quarter" idx="14" hasCustomPrompt="1"/>
          </p:nvPr>
        </p:nvSpPr>
        <p:spPr>
          <a:xfrm>
            <a:off x="4521000" y="1"/>
            <a:ext cx="7671000" cy="5550483"/>
          </a:xfrm>
          <a:custGeom>
            <a:avLst/>
            <a:gdLst>
              <a:gd name="connsiteX0" fmla="*/ 0 w 7671000"/>
              <a:gd name="connsiteY0" fmla="*/ 0 h 5550483"/>
              <a:gd name="connsiteX1" fmla="*/ 7671000 w 7671000"/>
              <a:gd name="connsiteY1" fmla="*/ 0 h 5550483"/>
              <a:gd name="connsiteX2" fmla="*/ 7671000 w 7671000"/>
              <a:gd name="connsiteY2" fmla="*/ 4852969 h 5550483"/>
              <a:gd name="connsiteX3" fmla="*/ 5640263 w 7671000"/>
              <a:gd name="connsiteY3" fmla="*/ 5395720 h 5550483"/>
              <a:gd name="connsiteX4" fmla="*/ 4204796 w 7671000"/>
              <a:gd name="connsiteY4" fmla="*/ 5467442 h 5550483"/>
              <a:gd name="connsiteX5" fmla="*/ 3386344 w 7671000"/>
              <a:gd name="connsiteY5" fmla="*/ 4653697 h 555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1000" h="5550483">
                <a:moveTo>
                  <a:pt x="0" y="0"/>
                </a:moveTo>
                <a:lnTo>
                  <a:pt x="7671000" y="0"/>
                </a:lnTo>
                <a:lnTo>
                  <a:pt x="7671000" y="4852969"/>
                </a:lnTo>
                <a:lnTo>
                  <a:pt x="5640263" y="5395720"/>
                </a:lnTo>
                <a:cubicBezTo>
                  <a:pt x="5053892" y="5533696"/>
                  <a:pt x="4629916" y="5625257"/>
                  <a:pt x="4204796" y="5467442"/>
                </a:cubicBezTo>
                <a:cubicBezTo>
                  <a:pt x="3881407" y="5329338"/>
                  <a:pt x="3616136" y="4980645"/>
                  <a:pt x="3386344" y="4653697"/>
                </a:cubicBezTo>
                <a:close/>
              </a:path>
            </a:pathLst>
          </a:custGeom>
        </p:spPr>
        <p:txBody>
          <a:bodyPr wrap="square" bIns="972000" anchor="ctr">
            <a:noAutofit/>
          </a:bodyPr>
          <a:lstStyle>
            <a:lvl1pPr algn="ctr">
              <a:defRPr/>
            </a:lvl1pPr>
          </a:lstStyle>
          <a:p>
            <a:r>
              <a:rPr lang="en-CA"/>
              <a:t>Click the icon to add an image</a:t>
            </a:r>
          </a:p>
        </p:txBody>
      </p:sp>
      <p:sp>
        <p:nvSpPr>
          <p:cNvPr id="5" name="Espace réservé du pied de page 4">
            <a:extLst>
              <a:ext uri="{FF2B5EF4-FFF2-40B4-BE49-F238E27FC236}">
                <a16:creationId xmlns:a16="http://schemas.microsoft.com/office/drawing/2014/main" id="{8046CAA4-59E5-FA78-23DC-EF35D4F8814D}"/>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F8E07E85-8138-0B06-9C07-559CC2D5EA40}"/>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138620325"/>
      </p:ext>
    </p:extLst>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_Content with image 2">
    <p:bg>
      <p:bgPr>
        <a:solidFill>
          <a:schemeClr val="tx2"/>
        </a:solidFill>
        <a:effectLst/>
      </p:bgPr>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C011188E-AB6E-B7FF-B3A1-225DF6369AF4}"/>
              </a:ext>
            </a:extLst>
          </p:cNvPr>
          <p:cNvSpPr>
            <a:spLocks noGrp="1"/>
          </p:cNvSpPr>
          <p:nvPr>
            <p:ph type="body" sz="quarter" idx="13" hasCustomPrompt="1"/>
          </p:nvPr>
        </p:nvSpPr>
        <p:spPr>
          <a:xfrm>
            <a:off x="246064" y="233999"/>
            <a:ext cx="4364936"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A8E280B6-F7AC-A796-AA2A-BF994A25AA9D}"/>
              </a:ext>
            </a:extLst>
          </p:cNvPr>
          <p:cNvSpPr>
            <a:spLocks noGrp="1"/>
          </p:cNvSpPr>
          <p:nvPr>
            <p:ph type="title" hasCustomPrompt="1"/>
          </p:nvPr>
        </p:nvSpPr>
        <p:spPr>
          <a:xfrm>
            <a:off x="246064" y="414000"/>
            <a:ext cx="4364936" cy="765514"/>
          </a:xfrm>
        </p:spPr>
        <p:txBody>
          <a:bodyPr/>
          <a:lstStyle/>
          <a:p>
            <a:r>
              <a:rPr lang="en-CA"/>
              <a:t>Click to add a headline</a:t>
            </a:r>
          </a:p>
        </p:txBody>
      </p:sp>
      <p:sp>
        <p:nvSpPr>
          <p:cNvPr id="3" name="Espace réservé du contenu 2">
            <a:extLst>
              <a:ext uri="{FF2B5EF4-FFF2-40B4-BE49-F238E27FC236}">
                <a16:creationId xmlns:a16="http://schemas.microsoft.com/office/drawing/2014/main" id="{DE7749EC-42B2-CEE5-9D95-572D91A3BC49}"/>
              </a:ext>
            </a:extLst>
          </p:cNvPr>
          <p:cNvSpPr>
            <a:spLocks noGrp="1"/>
          </p:cNvSpPr>
          <p:nvPr>
            <p:ph idx="1" hasCustomPrompt="1"/>
          </p:nvPr>
        </p:nvSpPr>
        <p:spPr>
          <a:xfrm>
            <a:off x="246063" y="2214564"/>
            <a:ext cx="5489937" cy="4140200"/>
          </a:xfrm>
        </p:spPr>
        <p:txBody>
          <a:bodyPr/>
          <a:lstStyle>
            <a:lvl1pPr>
              <a:defRPr/>
            </a:lvl1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9" name="Espace réservé pour une image  8">
            <a:extLst>
              <a:ext uri="{FF2B5EF4-FFF2-40B4-BE49-F238E27FC236}">
                <a16:creationId xmlns:a16="http://schemas.microsoft.com/office/drawing/2014/main" id="{63BF6582-9339-6F53-3C33-1C2922774424}"/>
              </a:ext>
            </a:extLst>
          </p:cNvPr>
          <p:cNvSpPr>
            <a:spLocks noGrp="1"/>
          </p:cNvSpPr>
          <p:nvPr>
            <p:ph type="pic" sz="quarter" idx="14" hasCustomPrompt="1"/>
          </p:nvPr>
        </p:nvSpPr>
        <p:spPr>
          <a:xfrm>
            <a:off x="4521000" y="1"/>
            <a:ext cx="7671000" cy="5550483"/>
          </a:xfrm>
          <a:custGeom>
            <a:avLst/>
            <a:gdLst>
              <a:gd name="connsiteX0" fmla="*/ 0 w 7671000"/>
              <a:gd name="connsiteY0" fmla="*/ 0 h 5550483"/>
              <a:gd name="connsiteX1" fmla="*/ 7671000 w 7671000"/>
              <a:gd name="connsiteY1" fmla="*/ 0 h 5550483"/>
              <a:gd name="connsiteX2" fmla="*/ 7671000 w 7671000"/>
              <a:gd name="connsiteY2" fmla="*/ 4852969 h 5550483"/>
              <a:gd name="connsiteX3" fmla="*/ 5640263 w 7671000"/>
              <a:gd name="connsiteY3" fmla="*/ 5395720 h 5550483"/>
              <a:gd name="connsiteX4" fmla="*/ 4204796 w 7671000"/>
              <a:gd name="connsiteY4" fmla="*/ 5467442 h 5550483"/>
              <a:gd name="connsiteX5" fmla="*/ 3386344 w 7671000"/>
              <a:gd name="connsiteY5" fmla="*/ 4653697 h 555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1000" h="5550483">
                <a:moveTo>
                  <a:pt x="0" y="0"/>
                </a:moveTo>
                <a:lnTo>
                  <a:pt x="7671000" y="0"/>
                </a:lnTo>
                <a:lnTo>
                  <a:pt x="7671000" y="4852969"/>
                </a:lnTo>
                <a:lnTo>
                  <a:pt x="5640263" y="5395720"/>
                </a:lnTo>
                <a:cubicBezTo>
                  <a:pt x="5053892" y="5533696"/>
                  <a:pt x="4629916" y="5625257"/>
                  <a:pt x="4204796" y="5467442"/>
                </a:cubicBezTo>
                <a:cubicBezTo>
                  <a:pt x="3881407" y="5329338"/>
                  <a:pt x="3616136" y="4980645"/>
                  <a:pt x="3386344" y="4653697"/>
                </a:cubicBezTo>
                <a:close/>
              </a:path>
            </a:pathLst>
          </a:custGeom>
        </p:spPr>
        <p:txBody>
          <a:bodyPr wrap="square" bIns="972000" anchor="ctr">
            <a:noAutofit/>
          </a:bodyPr>
          <a:lstStyle>
            <a:lvl1pPr algn="ctr">
              <a:defRPr/>
            </a:lvl1pPr>
          </a:lstStyle>
          <a:p>
            <a:r>
              <a:rPr lang="en-CA"/>
              <a:t>Click the icon to add an image</a:t>
            </a:r>
          </a:p>
        </p:txBody>
      </p:sp>
      <p:sp>
        <p:nvSpPr>
          <p:cNvPr id="5" name="Espace réservé du pied de page 4">
            <a:extLst>
              <a:ext uri="{FF2B5EF4-FFF2-40B4-BE49-F238E27FC236}">
                <a16:creationId xmlns:a16="http://schemas.microsoft.com/office/drawing/2014/main" id="{8046CAA4-59E5-FA78-23DC-EF35D4F8814D}"/>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F8E07E85-8138-0B06-9C07-559CC2D5EA40}"/>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562913467"/>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 images SP">
    <p:bg>
      <p:bgRef idx="1001">
        <a:schemeClr val="bg2"/>
      </p:bgRef>
    </p:bg>
    <p:spTree>
      <p:nvGrpSpPr>
        <p:cNvPr id="1" name=""/>
        <p:cNvGrpSpPr/>
        <p:nvPr/>
      </p:nvGrpSpPr>
      <p:grpSpPr>
        <a:xfrm>
          <a:off x="0" y="0"/>
          <a:ext cx="0" cy="0"/>
          <a:chOff x="0" y="0"/>
          <a:chExt cx="0" cy="0"/>
        </a:xfrm>
      </p:grpSpPr>
      <p:sp>
        <p:nvSpPr>
          <p:cNvPr id="5" name="SUJET">
            <a:extLst>
              <a:ext uri="{FF2B5EF4-FFF2-40B4-BE49-F238E27FC236}">
                <a16:creationId xmlns:a16="http://schemas.microsoft.com/office/drawing/2014/main" id="{A0AEBB7F-1559-380D-700C-6DC74CBD8A66}"/>
              </a:ext>
            </a:extLst>
          </p:cNvPr>
          <p:cNvSpPr>
            <a:spLocks noGrp="1"/>
          </p:cNvSpPr>
          <p:nvPr>
            <p:ph type="body" sz="quarter" idx="13" hasCustomPrompt="1"/>
          </p:nvPr>
        </p:nvSpPr>
        <p:spPr>
          <a:xfrm>
            <a:off x="246064" y="233999"/>
            <a:ext cx="4364936"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92" name="Espace réservé pour une image  7">
            <a:extLst>
              <a:ext uri="{FF2B5EF4-FFF2-40B4-BE49-F238E27FC236}">
                <a16:creationId xmlns:a16="http://schemas.microsoft.com/office/drawing/2014/main" id="{5C4DAA14-C055-0769-42C0-EB2F80E728DF}"/>
              </a:ext>
            </a:extLst>
          </p:cNvPr>
          <p:cNvSpPr>
            <a:spLocks noGrp="1"/>
          </p:cNvSpPr>
          <p:nvPr>
            <p:ph type="pic" sz="quarter" idx="15" hasCustomPrompt="1"/>
          </p:nvPr>
        </p:nvSpPr>
        <p:spPr>
          <a:xfrm>
            <a:off x="1236663" y="1314450"/>
            <a:ext cx="3823200" cy="4005263"/>
          </a:xfrm>
        </p:spPr>
        <p:txBody>
          <a:bodyPr bIns="972000" anchor="ctr"/>
          <a:lstStyle>
            <a:lvl1pPr algn="ctr">
              <a:defRPr/>
            </a:lvl1pPr>
          </a:lstStyle>
          <a:p>
            <a:r>
              <a:rPr lang="en-CA"/>
              <a:t>Click the icon to add an image</a:t>
            </a:r>
          </a:p>
        </p:txBody>
      </p:sp>
      <p:sp>
        <p:nvSpPr>
          <p:cNvPr id="8" name="Espace réservé du texte 7">
            <a:extLst>
              <a:ext uri="{FF2B5EF4-FFF2-40B4-BE49-F238E27FC236}">
                <a16:creationId xmlns:a16="http://schemas.microsoft.com/office/drawing/2014/main" id="{F6F00B41-DA69-B7B1-BBDE-543333662FFD}"/>
              </a:ext>
            </a:extLst>
          </p:cNvPr>
          <p:cNvSpPr>
            <a:spLocks noGrp="1"/>
          </p:cNvSpPr>
          <p:nvPr>
            <p:ph type="body" sz="quarter" idx="17" hasCustomPrompt="1"/>
          </p:nvPr>
        </p:nvSpPr>
        <p:spPr>
          <a:xfrm>
            <a:off x="1236663" y="5454650"/>
            <a:ext cx="3823200" cy="900113"/>
          </a:xfrm>
        </p:spPr>
        <p:txBody>
          <a:bodyPr tIns="0" bIns="0"/>
          <a:lstStyle>
            <a:lvl1pPr>
              <a:defRPr sz="1400"/>
            </a:lvl1pPr>
            <a:lvl2pPr>
              <a:defRPr sz="1200"/>
            </a:lvl2pPr>
            <a:lvl3pPr>
              <a:defRPr sz="1100"/>
            </a:lvl3pPr>
          </a:lstStyle>
          <a:p>
            <a:pPr lvl="0"/>
            <a:r>
              <a:rPr lang="en-CA"/>
              <a:t>Click to add text</a:t>
            </a:r>
          </a:p>
          <a:p>
            <a:pPr lvl="1"/>
            <a:r>
              <a:rPr lang="en-CA"/>
              <a:t>Second level</a:t>
            </a:r>
          </a:p>
          <a:p>
            <a:pPr lvl="2"/>
            <a:r>
              <a:rPr lang="en-CA"/>
              <a:t>Third level</a:t>
            </a:r>
          </a:p>
        </p:txBody>
      </p:sp>
      <p:sp>
        <p:nvSpPr>
          <p:cNvPr id="93" name="Espace réservé pour une image  7">
            <a:extLst>
              <a:ext uri="{FF2B5EF4-FFF2-40B4-BE49-F238E27FC236}">
                <a16:creationId xmlns:a16="http://schemas.microsoft.com/office/drawing/2014/main" id="{8123F8F8-90A0-2CE5-62DB-F3A7D86DD850}"/>
              </a:ext>
            </a:extLst>
          </p:cNvPr>
          <p:cNvSpPr>
            <a:spLocks noGrp="1"/>
          </p:cNvSpPr>
          <p:nvPr>
            <p:ph type="pic" sz="quarter" idx="16" hasCustomPrompt="1"/>
          </p:nvPr>
        </p:nvSpPr>
        <p:spPr>
          <a:xfrm>
            <a:off x="6096000" y="0"/>
            <a:ext cx="6096000" cy="6858000"/>
          </a:xfrm>
        </p:spPr>
        <p:txBody>
          <a:bodyPr bIns="972000" anchor="ctr"/>
          <a:lstStyle>
            <a:lvl1pPr algn="ctr">
              <a:defRPr/>
            </a:lvl1pPr>
          </a:lstStyle>
          <a:p>
            <a:r>
              <a:rPr lang="en-CA"/>
              <a:t>Click the icon to add an image</a:t>
            </a:r>
          </a:p>
        </p:txBody>
      </p:sp>
    </p:spTree>
    <p:extLst>
      <p:ext uri="{BB962C8B-B14F-4D97-AF65-F5344CB8AC3E}">
        <p14:creationId xmlns:p14="http://schemas.microsoft.com/office/powerpoint/2010/main" val="2719557026"/>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 images with text">
    <p:spTree>
      <p:nvGrpSpPr>
        <p:cNvPr id="1" name=""/>
        <p:cNvGrpSpPr/>
        <p:nvPr/>
      </p:nvGrpSpPr>
      <p:grpSpPr>
        <a:xfrm>
          <a:off x="0" y="0"/>
          <a:ext cx="0" cy="0"/>
          <a:chOff x="0" y="0"/>
          <a:chExt cx="0" cy="0"/>
        </a:xfrm>
      </p:grpSpPr>
      <p:sp>
        <p:nvSpPr>
          <p:cNvPr id="14" name="Espace réservé pour une image  7">
            <a:extLst>
              <a:ext uri="{FF2B5EF4-FFF2-40B4-BE49-F238E27FC236}">
                <a16:creationId xmlns:a16="http://schemas.microsoft.com/office/drawing/2014/main" id="{8D767F4C-3395-D48D-E856-DC32A907876A}"/>
              </a:ext>
            </a:extLst>
          </p:cNvPr>
          <p:cNvSpPr>
            <a:spLocks noGrp="1"/>
          </p:cNvSpPr>
          <p:nvPr>
            <p:ph type="pic" sz="quarter" idx="15" hasCustomPrompt="1"/>
          </p:nvPr>
        </p:nvSpPr>
        <p:spPr>
          <a:xfrm>
            <a:off x="246000" y="278737"/>
            <a:ext cx="5760000" cy="4005263"/>
          </a:xfrm>
        </p:spPr>
        <p:txBody>
          <a:bodyPr bIns="972000" anchor="ctr"/>
          <a:lstStyle>
            <a:lvl1pPr algn="ctr">
              <a:defRPr/>
            </a:lvl1pPr>
          </a:lstStyle>
          <a:p>
            <a:r>
              <a:rPr lang="en-CA"/>
              <a:t>Click the icon to add an image</a:t>
            </a:r>
          </a:p>
        </p:txBody>
      </p:sp>
      <p:sp>
        <p:nvSpPr>
          <p:cNvPr id="6" name="Espace réservé du texte 7">
            <a:extLst>
              <a:ext uri="{FF2B5EF4-FFF2-40B4-BE49-F238E27FC236}">
                <a16:creationId xmlns:a16="http://schemas.microsoft.com/office/drawing/2014/main" id="{7F33B021-F54A-A9C0-C898-7F6E5D915753}"/>
              </a:ext>
            </a:extLst>
          </p:cNvPr>
          <p:cNvSpPr>
            <a:spLocks noGrp="1"/>
          </p:cNvSpPr>
          <p:nvPr>
            <p:ph type="body" sz="quarter" idx="19" hasCustomPrompt="1"/>
          </p:nvPr>
        </p:nvSpPr>
        <p:spPr>
          <a:xfrm>
            <a:off x="246063" y="4419601"/>
            <a:ext cx="5760000" cy="1935162"/>
          </a:xfrm>
        </p:spPr>
        <p:txBody>
          <a:bodyPr tIns="0" bIns="0"/>
          <a:lstStyle>
            <a:lvl1pPr>
              <a:lnSpc>
                <a:spcPct val="90000"/>
              </a:lnSpc>
              <a:spcBef>
                <a:spcPts val="1800"/>
              </a:spcBef>
              <a:defRPr sz="3200">
                <a:solidFill>
                  <a:schemeClr val="tx1"/>
                </a:solidFill>
              </a:defRPr>
            </a:lvl1pPr>
            <a:lvl2pPr marL="0" indent="0">
              <a:spcBef>
                <a:spcPts val="1000"/>
              </a:spcBef>
              <a:buFont typeface="Arial" panose="020B0604020202020204" pitchFamily="34" charset="0"/>
              <a:buChar char="​"/>
              <a:defRPr sz="1400">
                <a:solidFill>
                  <a:schemeClr val="tx1"/>
                </a:solidFill>
              </a:defRPr>
            </a:lvl2pPr>
            <a:lvl3pPr marL="180000" indent="-180000">
              <a:spcBef>
                <a:spcPts val="500"/>
              </a:spcBef>
              <a:defRPr sz="1100">
                <a:solidFill>
                  <a:schemeClr val="tx1"/>
                </a:solidFill>
              </a:defRPr>
            </a:lvl3pPr>
          </a:lstStyle>
          <a:p>
            <a:pPr lvl="0"/>
            <a:r>
              <a:rPr lang="en-CA"/>
              <a:t>Click to add text</a:t>
            </a:r>
          </a:p>
          <a:p>
            <a:pPr lvl="1"/>
            <a:r>
              <a:rPr lang="en-CA"/>
              <a:t>Second level</a:t>
            </a:r>
          </a:p>
          <a:p>
            <a:pPr lvl="2"/>
            <a:r>
              <a:rPr lang="en-CA"/>
              <a:t>Third level</a:t>
            </a:r>
          </a:p>
        </p:txBody>
      </p:sp>
      <p:sp>
        <p:nvSpPr>
          <p:cNvPr id="15" name="Espace réservé pour une image  7">
            <a:extLst>
              <a:ext uri="{FF2B5EF4-FFF2-40B4-BE49-F238E27FC236}">
                <a16:creationId xmlns:a16="http://schemas.microsoft.com/office/drawing/2014/main" id="{19E82D64-B1BA-3B47-5683-635956A3CE1A}"/>
              </a:ext>
            </a:extLst>
          </p:cNvPr>
          <p:cNvSpPr>
            <a:spLocks noGrp="1"/>
          </p:cNvSpPr>
          <p:nvPr>
            <p:ph type="pic" sz="quarter" idx="16" hasCustomPrompt="1"/>
          </p:nvPr>
        </p:nvSpPr>
        <p:spPr>
          <a:xfrm>
            <a:off x="6186000" y="278737"/>
            <a:ext cx="5760000" cy="4005263"/>
          </a:xfrm>
        </p:spPr>
        <p:txBody>
          <a:bodyPr bIns="972000" anchor="ctr"/>
          <a:lstStyle>
            <a:lvl1pPr algn="ctr">
              <a:defRPr/>
            </a:lvl1pPr>
          </a:lstStyle>
          <a:p>
            <a:r>
              <a:rPr lang="en-CA"/>
              <a:t>Click the icon to add an image</a:t>
            </a:r>
          </a:p>
        </p:txBody>
      </p:sp>
      <p:sp>
        <p:nvSpPr>
          <p:cNvPr id="7" name="Espace réservé du texte 7">
            <a:extLst>
              <a:ext uri="{FF2B5EF4-FFF2-40B4-BE49-F238E27FC236}">
                <a16:creationId xmlns:a16="http://schemas.microsoft.com/office/drawing/2014/main" id="{C4AB2350-B059-4150-1D51-C85BE7EDAD4D}"/>
              </a:ext>
            </a:extLst>
          </p:cNvPr>
          <p:cNvSpPr>
            <a:spLocks noGrp="1"/>
          </p:cNvSpPr>
          <p:nvPr>
            <p:ph type="body" sz="quarter" idx="20" hasCustomPrompt="1"/>
          </p:nvPr>
        </p:nvSpPr>
        <p:spPr>
          <a:xfrm>
            <a:off x="6186000" y="4419601"/>
            <a:ext cx="5760000" cy="1935162"/>
          </a:xfrm>
        </p:spPr>
        <p:txBody>
          <a:bodyPr tIns="0" bIns="0"/>
          <a:lstStyle>
            <a:lvl1pPr>
              <a:lnSpc>
                <a:spcPct val="90000"/>
              </a:lnSpc>
              <a:spcBef>
                <a:spcPts val="1800"/>
              </a:spcBef>
              <a:defRPr sz="3200">
                <a:solidFill>
                  <a:schemeClr val="tx1"/>
                </a:solidFill>
              </a:defRPr>
            </a:lvl1pPr>
            <a:lvl2pPr marL="0" indent="0">
              <a:spcBef>
                <a:spcPts val="1000"/>
              </a:spcBef>
              <a:buFont typeface="Arial" panose="020B0604020202020204" pitchFamily="34" charset="0"/>
              <a:buChar char="​"/>
              <a:defRPr sz="1400">
                <a:solidFill>
                  <a:schemeClr val="tx1"/>
                </a:solidFill>
              </a:defRPr>
            </a:lvl2pPr>
            <a:lvl3pPr marL="180000">
              <a:spcBef>
                <a:spcPts val="500"/>
              </a:spcBef>
              <a:defRPr sz="1100">
                <a:solidFill>
                  <a:schemeClr val="tx1"/>
                </a:solidFill>
              </a:defRPr>
            </a:lvl3pPr>
          </a:lstStyle>
          <a:p>
            <a:pPr lvl="0"/>
            <a:r>
              <a:rPr lang="en-CA"/>
              <a:t>Click to add text</a:t>
            </a:r>
          </a:p>
          <a:p>
            <a:pPr lvl="1"/>
            <a:r>
              <a:rPr lang="en-CA"/>
              <a:t>Second level</a:t>
            </a:r>
          </a:p>
          <a:p>
            <a:pPr lvl="2"/>
            <a:r>
              <a:rPr lang="en-CA"/>
              <a:t>Third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
        <p:nvSpPr>
          <p:cNvPr id="3" name="Rectangle 2">
            <a:extLst>
              <a:ext uri="{FF2B5EF4-FFF2-40B4-BE49-F238E27FC236}">
                <a16:creationId xmlns:a16="http://schemas.microsoft.com/office/drawing/2014/main" id="{557E384F-D0EC-FBB0-52AD-F3ED86EEF52D}"/>
              </a:ext>
            </a:extLst>
          </p:cNvPr>
          <p:cNvSpPr/>
          <p:nvPr userDrawn="1"/>
        </p:nvSpPr>
        <p:spPr>
          <a:xfrm>
            <a:off x="12441000" y="0"/>
            <a:ext cx="1692000" cy="18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Bef>
                <a:spcPts val="500"/>
              </a:spcBef>
            </a:pPr>
            <a:r>
              <a:rPr lang="en-CA" sz="1400">
                <a:solidFill>
                  <a:schemeClr val="tx1"/>
                </a:solidFill>
              </a:rPr>
              <a:t>Instruction</a:t>
            </a:r>
          </a:p>
          <a:p>
            <a:pPr>
              <a:spcBef>
                <a:spcPts val="500"/>
              </a:spcBef>
            </a:pPr>
            <a:r>
              <a:rPr lang="en-CA" sz="1200">
                <a:solidFill>
                  <a:schemeClr val="tx1"/>
                </a:solidFill>
              </a:rPr>
              <a:t>In this layout, </a:t>
            </a:r>
            <a:br>
              <a:rPr lang="en-CA" sz="1200">
                <a:solidFill>
                  <a:schemeClr val="tx1"/>
                </a:solidFill>
              </a:rPr>
            </a:br>
            <a:r>
              <a:rPr lang="en-CA" sz="1200">
                <a:solidFill>
                  <a:schemeClr val="tx1"/>
                </a:solidFill>
              </a:rPr>
              <a:t>text levels </a:t>
            </a:r>
            <a:br>
              <a:rPr lang="en-CA" sz="1200">
                <a:solidFill>
                  <a:schemeClr val="tx1"/>
                </a:solidFill>
              </a:rPr>
            </a:br>
            <a:r>
              <a:rPr lang="en-CA" sz="1200">
                <a:solidFill>
                  <a:schemeClr val="tx1"/>
                </a:solidFill>
              </a:rPr>
              <a:t>have been adjusted.</a:t>
            </a:r>
          </a:p>
          <a:p>
            <a:pPr>
              <a:spcBef>
                <a:spcPts val="500"/>
              </a:spcBef>
            </a:pPr>
            <a:r>
              <a:rPr lang="en-CA" sz="1200">
                <a:solidFill>
                  <a:schemeClr val="tx1"/>
                </a:solidFill>
              </a:rPr>
              <a:t>Level 1 is black, 32 pt; Level 2 is black, 14 pt.</a:t>
            </a:r>
          </a:p>
        </p:txBody>
      </p:sp>
    </p:spTree>
    <p:extLst>
      <p:ext uri="{BB962C8B-B14F-4D97-AF65-F5344CB8AC3E}">
        <p14:creationId xmlns:p14="http://schemas.microsoft.com/office/powerpoint/2010/main" val="177182893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images with title and text">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4000"/>
            <a:ext cx="5760000" cy="1035514"/>
          </a:xfrm>
        </p:spPr>
        <p:txBody>
          <a:bodyPr anchor="t">
            <a:noAutofit/>
          </a:bodyPr>
          <a:lstStyle>
            <a:lvl1pPr marL="0" indent="0">
              <a:lnSpc>
                <a:spcPct val="90000"/>
              </a:lnSpc>
              <a:spcBef>
                <a:spcPts val="1800"/>
              </a:spcBef>
              <a:buNone/>
              <a:defRPr sz="3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14" name="Espace réservé pour une image  7">
            <a:extLst>
              <a:ext uri="{FF2B5EF4-FFF2-40B4-BE49-F238E27FC236}">
                <a16:creationId xmlns:a16="http://schemas.microsoft.com/office/drawing/2014/main" id="{8D767F4C-3395-D48D-E856-DC32A907876A}"/>
              </a:ext>
            </a:extLst>
          </p:cNvPr>
          <p:cNvSpPr>
            <a:spLocks noGrp="1"/>
          </p:cNvSpPr>
          <p:nvPr>
            <p:ph type="pic" sz="quarter" idx="15" hasCustomPrompt="1"/>
          </p:nvPr>
        </p:nvSpPr>
        <p:spPr>
          <a:xfrm>
            <a:off x="246000" y="1314450"/>
            <a:ext cx="5760000" cy="4005263"/>
          </a:xfrm>
        </p:spPr>
        <p:txBody>
          <a:bodyPr bIns="972000" anchor="ctr"/>
          <a:lstStyle>
            <a:lvl1pPr algn="ctr">
              <a:defRPr/>
            </a:lvl1pPr>
          </a:lstStyle>
          <a:p>
            <a:r>
              <a:rPr lang="en-CA"/>
              <a:t>Click the icon to add an image</a:t>
            </a:r>
          </a:p>
        </p:txBody>
      </p:sp>
      <p:sp>
        <p:nvSpPr>
          <p:cNvPr id="16" name="Espace réservé du texte 7">
            <a:extLst>
              <a:ext uri="{FF2B5EF4-FFF2-40B4-BE49-F238E27FC236}">
                <a16:creationId xmlns:a16="http://schemas.microsoft.com/office/drawing/2014/main" id="{00EA911D-23BA-DFA5-6171-A93BA8D9A1F9}"/>
              </a:ext>
            </a:extLst>
          </p:cNvPr>
          <p:cNvSpPr>
            <a:spLocks noGrp="1"/>
          </p:cNvSpPr>
          <p:nvPr>
            <p:ph type="body" sz="quarter" idx="19" hasCustomPrompt="1"/>
          </p:nvPr>
        </p:nvSpPr>
        <p:spPr>
          <a:xfrm>
            <a:off x="246063" y="5454649"/>
            <a:ext cx="5760000" cy="900114"/>
          </a:xfrm>
        </p:spPr>
        <p:txBody>
          <a:bodyPr tIns="0" bIns="0"/>
          <a:lstStyle>
            <a:lvl1pPr>
              <a:defRPr sz="1400"/>
            </a:lvl1pPr>
            <a:lvl2pPr>
              <a:defRPr sz="1200"/>
            </a:lvl2pPr>
            <a:lvl3pPr>
              <a:defRPr sz="1100"/>
            </a:lvl3pPr>
          </a:lstStyle>
          <a:p>
            <a:pPr lvl="0"/>
            <a:r>
              <a:rPr lang="en-CA"/>
              <a:t>Click to add text</a:t>
            </a:r>
          </a:p>
          <a:p>
            <a:pPr lvl="1"/>
            <a:r>
              <a:rPr lang="en-CA"/>
              <a:t>Second level</a:t>
            </a:r>
          </a:p>
          <a:p>
            <a:pPr lvl="2"/>
            <a:r>
              <a:rPr lang="en-CA"/>
              <a:t>Third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186000" y="144000"/>
            <a:ext cx="5760000" cy="1035514"/>
          </a:xfrm>
        </p:spPr>
        <p:txBody>
          <a:bodyPr anchor="t">
            <a:noAutofit/>
          </a:bodyPr>
          <a:lstStyle>
            <a:lvl1pPr marL="0" indent="0">
              <a:lnSpc>
                <a:spcPct val="90000"/>
              </a:lnSpc>
              <a:spcBef>
                <a:spcPts val="1800"/>
              </a:spcBef>
              <a:buNone/>
              <a:defRPr sz="3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15" name="Espace réservé pour une image  7">
            <a:extLst>
              <a:ext uri="{FF2B5EF4-FFF2-40B4-BE49-F238E27FC236}">
                <a16:creationId xmlns:a16="http://schemas.microsoft.com/office/drawing/2014/main" id="{19E82D64-B1BA-3B47-5683-635956A3CE1A}"/>
              </a:ext>
            </a:extLst>
          </p:cNvPr>
          <p:cNvSpPr>
            <a:spLocks noGrp="1"/>
          </p:cNvSpPr>
          <p:nvPr>
            <p:ph type="pic" sz="quarter" idx="16" hasCustomPrompt="1"/>
          </p:nvPr>
        </p:nvSpPr>
        <p:spPr>
          <a:xfrm>
            <a:off x="6186000" y="1314450"/>
            <a:ext cx="5760000" cy="4005263"/>
          </a:xfrm>
        </p:spPr>
        <p:txBody>
          <a:bodyPr bIns="972000" anchor="ctr"/>
          <a:lstStyle>
            <a:lvl1pPr algn="ctr">
              <a:defRPr/>
            </a:lvl1pPr>
          </a:lstStyle>
          <a:p>
            <a:r>
              <a:rPr lang="en-CA"/>
              <a:t>Click the icon to add an image</a:t>
            </a:r>
          </a:p>
        </p:txBody>
      </p:sp>
      <p:sp>
        <p:nvSpPr>
          <p:cNvPr id="17" name="Espace réservé du texte 7">
            <a:extLst>
              <a:ext uri="{FF2B5EF4-FFF2-40B4-BE49-F238E27FC236}">
                <a16:creationId xmlns:a16="http://schemas.microsoft.com/office/drawing/2014/main" id="{C4138EFA-0ADF-C7B7-C373-89D9A5551A10}"/>
              </a:ext>
            </a:extLst>
          </p:cNvPr>
          <p:cNvSpPr>
            <a:spLocks noGrp="1"/>
          </p:cNvSpPr>
          <p:nvPr>
            <p:ph type="body" sz="quarter" idx="20" hasCustomPrompt="1"/>
          </p:nvPr>
        </p:nvSpPr>
        <p:spPr>
          <a:xfrm>
            <a:off x="6186000" y="5454649"/>
            <a:ext cx="5760000" cy="900114"/>
          </a:xfrm>
        </p:spPr>
        <p:txBody>
          <a:bodyPr tIns="0" bIns="0"/>
          <a:lstStyle>
            <a:lvl1pPr>
              <a:defRPr sz="1400"/>
            </a:lvl1pPr>
            <a:lvl2pPr>
              <a:defRPr sz="1200"/>
            </a:lvl2pPr>
            <a:lvl3pPr>
              <a:defRPr sz="1100"/>
            </a:lvl3pPr>
          </a:lstStyle>
          <a:p>
            <a:pPr lvl="0"/>
            <a:r>
              <a:rPr lang="en-CA"/>
              <a:t>Click to add text</a:t>
            </a:r>
          </a:p>
          <a:p>
            <a:pPr lvl="1"/>
            <a:r>
              <a:rPr lang="en-CA"/>
              <a:t>Second level</a:t>
            </a:r>
          </a:p>
          <a:p>
            <a:pPr lvl="2"/>
            <a:r>
              <a:rPr lang="en-CA"/>
              <a:t>Third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5535029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 images with text">
    <p:spTree>
      <p:nvGrpSpPr>
        <p:cNvPr id="1" name=""/>
        <p:cNvGrpSpPr/>
        <p:nvPr/>
      </p:nvGrpSpPr>
      <p:grpSpPr>
        <a:xfrm>
          <a:off x="0" y="0"/>
          <a:ext cx="0" cy="0"/>
          <a:chOff x="0" y="0"/>
          <a:chExt cx="0" cy="0"/>
        </a:xfrm>
      </p:grpSpPr>
      <p:sp>
        <p:nvSpPr>
          <p:cNvPr id="14" name="Espace réservé pour une image  7">
            <a:extLst>
              <a:ext uri="{FF2B5EF4-FFF2-40B4-BE49-F238E27FC236}">
                <a16:creationId xmlns:a16="http://schemas.microsoft.com/office/drawing/2014/main" id="{8D767F4C-3395-D48D-E856-DC32A907876A}"/>
              </a:ext>
            </a:extLst>
          </p:cNvPr>
          <p:cNvSpPr>
            <a:spLocks noGrp="1"/>
          </p:cNvSpPr>
          <p:nvPr>
            <p:ph type="pic" sz="quarter" idx="15" hasCustomPrompt="1"/>
          </p:nvPr>
        </p:nvSpPr>
        <p:spPr>
          <a:xfrm>
            <a:off x="246000" y="278737"/>
            <a:ext cx="3780000" cy="4005263"/>
          </a:xfrm>
        </p:spPr>
        <p:txBody>
          <a:bodyPr bIns="972000" anchor="ctr"/>
          <a:lstStyle>
            <a:lvl1pPr algn="ctr">
              <a:defRPr/>
            </a:lvl1pPr>
          </a:lstStyle>
          <a:p>
            <a:r>
              <a:rPr lang="en-CA"/>
              <a:t>Click the icon to add an image</a:t>
            </a:r>
          </a:p>
        </p:txBody>
      </p:sp>
      <p:sp>
        <p:nvSpPr>
          <p:cNvPr id="6" name="Espace réservé du texte 7">
            <a:extLst>
              <a:ext uri="{FF2B5EF4-FFF2-40B4-BE49-F238E27FC236}">
                <a16:creationId xmlns:a16="http://schemas.microsoft.com/office/drawing/2014/main" id="{7F33B021-F54A-A9C0-C898-7F6E5D915753}"/>
              </a:ext>
            </a:extLst>
          </p:cNvPr>
          <p:cNvSpPr>
            <a:spLocks noGrp="1"/>
          </p:cNvSpPr>
          <p:nvPr>
            <p:ph type="body" sz="quarter" idx="19" hasCustomPrompt="1"/>
          </p:nvPr>
        </p:nvSpPr>
        <p:spPr>
          <a:xfrm>
            <a:off x="246063" y="4419601"/>
            <a:ext cx="3780000" cy="1935162"/>
          </a:xfrm>
        </p:spPr>
        <p:txBody>
          <a:bodyPr tIns="0" bIns="0"/>
          <a:lstStyle>
            <a:lvl1pPr>
              <a:lnSpc>
                <a:spcPct val="90000"/>
              </a:lnSpc>
              <a:spcBef>
                <a:spcPts val="1800"/>
              </a:spcBef>
              <a:defRPr sz="3200">
                <a:solidFill>
                  <a:schemeClr val="tx1"/>
                </a:solidFill>
              </a:defRPr>
            </a:lvl1pPr>
            <a:lvl2pPr marL="0" indent="0">
              <a:spcBef>
                <a:spcPts val="1000"/>
              </a:spcBef>
              <a:buFont typeface="Arial" panose="020B0604020202020204" pitchFamily="34" charset="0"/>
              <a:buChar char="​"/>
              <a:defRPr sz="1400">
                <a:solidFill>
                  <a:schemeClr val="tx1"/>
                </a:solidFill>
              </a:defRPr>
            </a:lvl2pPr>
            <a:lvl3pPr marL="180000" indent="-180000">
              <a:spcBef>
                <a:spcPts val="500"/>
              </a:spcBef>
              <a:defRPr sz="1100">
                <a:solidFill>
                  <a:schemeClr val="tx1"/>
                </a:solidFill>
              </a:defRPr>
            </a:lvl3pPr>
          </a:lstStyle>
          <a:p>
            <a:pPr lvl="0"/>
            <a:r>
              <a:rPr lang="en-CA"/>
              <a:t>Click to add text</a:t>
            </a:r>
          </a:p>
          <a:p>
            <a:pPr lvl="1"/>
            <a:r>
              <a:rPr lang="en-CA"/>
              <a:t>Second level</a:t>
            </a:r>
          </a:p>
          <a:p>
            <a:pPr lvl="2"/>
            <a:r>
              <a:rPr lang="en-CA"/>
              <a:t>Third level</a:t>
            </a:r>
          </a:p>
        </p:txBody>
      </p:sp>
      <p:sp>
        <p:nvSpPr>
          <p:cNvPr id="15" name="Espace réservé pour une image  7">
            <a:extLst>
              <a:ext uri="{FF2B5EF4-FFF2-40B4-BE49-F238E27FC236}">
                <a16:creationId xmlns:a16="http://schemas.microsoft.com/office/drawing/2014/main" id="{19E82D64-B1BA-3B47-5683-635956A3CE1A}"/>
              </a:ext>
            </a:extLst>
          </p:cNvPr>
          <p:cNvSpPr>
            <a:spLocks noGrp="1"/>
          </p:cNvSpPr>
          <p:nvPr>
            <p:ph type="pic" sz="quarter" idx="16" hasCustomPrompt="1"/>
          </p:nvPr>
        </p:nvSpPr>
        <p:spPr>
          <a:xfrm>
            <a:off x="4205969" y="278737"/>
            <a:ext cx="3780000" cy="4005263"/>
          </a:xfrm>
        </p:spPr>
        <p:txBody>
          <a:bodyPr bIns="972000" anchor="ctr"/>
          <a:lstStyle>
            <a:lvl1pPr algn="ctr">
              <a:defRPr/>
            </a:lvl1pPr>
          </a:lstStyle>
          <a:p>
            <a:r>
              <a:rPr lang="en-CA"/>
              <a:t>Click the icon to add an image</a:t>
            </a:r>
          </a:p>
        </p:txBody>
      </p:sp>
      <p:sp>
        <p:nvSpPr>
          <p:cNvPr id="7" name="Espace réservé du texte 7">
            <a:extLst>
              <a:ext uri="{FF2B5EF4-FFF2-40B4-BE49-F238E27FC236}">
                <a16:creationId xmlns:a16="http://schemas.microsoft.com/office/drawing/2014/main" id="{C4AB2350-B059-4150-1D51-C85BE7EDAD4D}"/>
              </a:ext>
            </a:extLst>
          </p:cNvPr>
          <p:cNvSpPr>
            <a:spLocks noGrp="1"/>
          </p:cNvSpPr>
          <p:nvPr>
            <p:ph type="body" sz="quarter" idx="20" hasCustomPrompt="1"/>
          </p:nvPr>
        </p:nvSpPr>
        <p:spPr>
          <a:xfrm>
            <a:off x="4206000" y="4419601"/>
            <a:ext cx="3780000" cy="1935162"/>
          </a:xfrm>
        </p:spPr>
        <p:txBody>
          <a:bodyPr tIns="0" bIns="0"/>
          <a:lstStyle>
            <a:lvl1pPr>
              <a:lnSpc>
                <a:spcPct val="90000"/>
              </a:lnSpc>
              <a:spcBef>
                <a:spcPts val="1800"/>
              </a:spcBef>
              <a:defRPr sz="3200">
                <a:solidFill>
                  <a:schemeClr val="tx1"/>
                </a:solidFill>
              </a:defRPr>
            </a:lvl1pPr>
            <a:lvl2pPr marL="0" indent="0">
              <a:spcBef>
                <a:spcPts val="1000"/>
              </a:spcBef>
              <a:buFont typeface="Arial" panose="020B0604020202020204" pitchFamily="34" charset="0"/>
              <a:buChar char="​"/>
              <a:defRPr sz="1400">
                <a:solidFill>
                  <a:schemeClr val="tx1"/>
                </a:solidFill>
              </a:defRPr>
            </a:lvl2pPr>
            <a:lvl3pPr marL="180000">
              <a:spcBef>
                <a:spcPts val="500"/>
              </a:spcBef>
              <a:defRPr sz="1100">
                <a:solidFill>
                  <a:schemeClr val="tx1"/>
                </a:solidFill>
              </a:defRPr>
            </a:lvl3pPr>
          </a:lstStyle>
          <a:p>
            <a:pPr lvl="0"/>
            <a:r>
              <a:rPr lang="en-CA"/>
              <a:t>Click to add text</a:t>
            </a:r>
          </a:p>
          <a:p>
            <a:pPr lvl="1"/>
            <a:r>
              <a:rPr lang="en-CA"/>
              <a:t>Second level</a:t>
            </a:r>
          </a:p>
          <a:p>
            <a:pPr lvl="2"/>
            <a:r>
              <a:rPr lang="en-CA"/>
              <a:t>Third level</a:t>
            </a:r>
          </a:p>
        </p:txBody>
      </p:sp>
      <p:sp>
        <p:nvSpPr>
          <p:cNvPr id="2" name="Espace réservé pour une image  7">
            <a:extLst>
              <a:ext uri="{FF2B5EF4-FFF2-40B4-BE49-F238E27FC236}">
                <a16:creationId xmlns:a16="http://schemas.microsoft.com/office/drawing/2014/main" id="{C5FAA2BC-91B7-2367-445F-43394261E2AD}"/>
              </a:ext>
            </a:extLst>
          </p:cNvPr>
          <p:cNvSpPr>
            <a:spLocks noGrp="1"/>
          </p:cNvSpPr>
          <p:nvPr>
            <p:ph type="pic" sz="quarter" idx="21" hasCustomPrompt="1"/>
          </p:nvPr>
        </p:nvSpPr>
        <p:spPr>
          <a:xfrm>
            <a:off x="8165937" y="278737"/>
            <a:ext cx="3780000" cy="4005263"/>
          </a:xfrm>
        </p:spPr>
        <p:txBody>
          <a:bodyPr bIns="972000" anchor="ctr"/>
          <a:lstStyle>
            <a:lvl1pPr algn="ctr">
              <a:defRPr/>
            </a:lvl1pPr>
          </a:lstStyle>
          <a:p>
            <a:r>
              <a:rPr lang="en-CA"/>
              <a:t>Click the icon to add an image</a:t>
            </a:r>
          </a:p>
        </p:txBody>
      </p:sp>
      <p:sp>
        <p:nvSpPr>
          <p:cNvPr id="3" name="Espace réservé du texte 7">
            <a:extLst>
              <a:ext uri="{FF2B5EF4-FFF2-40B4-BE49-F238E27FC236}">
                <a16:creationId xmlns:a16="http://schemas.microsoft.com/office/drawing/2014/main" id="{1E2C8DD3-3249-9763-E38B-520153BFB139}"/>
              </a:ext>
            </a:extLst>
          </p:cNvPr>
          <p:cNvSpPr>
            <a:spLocks noGrp="1"/>
          </p:cNvSpPr>
          <p:nvPr>
            <p:ph type="body" sz="quarter" idx="22" hasCustomPrompt="1"/>
          </p:nvPr>
        </p:nvSpPr>
        <p:spPr>
          <a:xfrm>
            <a:off x="8165937" y="4419601"/>
            <a:ext cx="3780000" cy="1935162"/>
          </a:xfrm>
        </p:spPr>
        <p:txBody>
          <a:bodyPr tIns="0" bIns="0"/>
          <a:lstStyle>
            <a:lvl1pPr>
              <a:lnSpc>
                <a:spcPct val="90000"/>
              </a:lnSpc>
              <a:spcBef>
                <a:spcPts val="1800"/>
              </a:spcBef>
              <a:defRPr sz="3200">
                <a:solidFill>
                  <a:schemeClr val="tx1"/>
                </a:solidFill>
              </a:defRPr>
            </a:lvl1pPr>
            <a:lvl2pPr marL="0" indent="0">
              <a:spcBef>
                <a:spcPts val="1000"/>
              </a:spcBef>
              <a:buFont typeface="Arial" panose="020B0604020202020204" pitchFamily="34" charset="0"/>
              <a:buChar char="​"/>
              <a:defRPr sz="1400">
                <a:solidFill>
                  <a:schemeClr val="tx1"/>
                </a:solidFill>
              </a:defRPr>
            </a:lvl2pPr>
            <a:lvl3pPr marL="180000">
              <a:spcBef>
                <a:spcPts val="500"/>
              </a:spcBef>
              <a:defRPr sz="1100">
                <a:solidFill>
                  <a:schemeClr val="tx1"/>
                </a:solidFill>
              </a:defRPr>
            </a:lvl3pPr>
          </a:lstStyle>
          <a:p>
            <a:pPr lvl="0"/>
            <a:r>
              <a:rPr lang="en-CA"/>
              <a:t>Click to add text</a:t>
            </a:r>
          </a:p>
          <a:p>
            <a:pPr lvl="1"/>
            <a:r>
              <a:rPr lang="en-CA"/>
              <a:t>Second level</a:t>
            </a:r>
          </a:p>
          <a:p>
            <a:pPr lvl="2"/>
            <a:r>
              <a:rPr lang="en-CA"/>
              <a:t>Third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a:xfrm>
            <a:off x="11586000" y="6464920"/>
            <a:ext cx="359938" cy="223200"/>
          </a:xfrm>
        </p:spPr>
        <p:txBody>
          <a:bodyPr/>
          <a:lstStyle/>
          <a:p>
            <a:fld id="{21DAE3DD-E46F-48E2-BAED-1C2B457B4828}" type="slidenum">
              <a:rPr lang="en-CA" smtClean="0"/>
              <a:t>‹#›</a:t>
            </a:fld>
            <a:endParaRPr lang="en-CA"/>
          </a:p>
        </p:txBody>
      </p:sp>
      <p:sp>
        <p:nvSpPr>
          <p:cNvPr id="4" name="Rectangle 3">
            <a:extLst>
              <a:ext uri="{FF2B5EF4-FFF2-40B4-BE49-F238E27FC236}">
                <a16:creationId xmlns:a16="http://schemas.microsoft.com/office/drawing/2014/main" id="{88346A48-372D-D47C-F1AD-0E74B08E4DE0}"/>
              </a:ext>
            </a:extLst>
          </p:cNvPr>
          <p:cNvSpPr/>
          <p:nvPr userDrawn="1"/>
        </p:nvSpPr>
        <p:spPr>
          <a:xfrm>
            <a:off x="12441000" y="0"/>
            <a:ext cx="1692000" cy="18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Bef>
                <a:spcPts val="500"/>
              </a:spcBef>
            </a:pPr>
            <a:r>
              <a:rPr lang="en-CA" sz="1400">
                <a:solidFill>
                  <a:schemeClr val="tx1"/>
                </a:solidFill>
              </a:rPr>
              <a:t>Instruction</a:t>
            </a:r>
          </a:p>
          <a:p>
            <a:pPr>
              <a:spcBef>
                <a:spcPts val="500"/>
              </a:spcBef>
            </a:pPr>
            <a:r>
              <a:rPr lang="en-CA" sz="1200">
                <a:solidFill>
                  <a:schemeClr val="tx1"/>
                </a:solidFill>
              </a:rPr>
              <a:t>In this layout, </a:t>
            </a:r>
            <a:br>
              <a:rPr lang="en-CA" sz="1200">
                <a:solidFill>
                  <a:schemeClr val="tx1"/>
                </a:solidFill>
              </a:rPr>
            </a:br>
            <a:r>
              <a:rPr lang="en-CA" sz="1200">
                <a:solidFill>
                  <a:schemeClr val="tx1"/>
                </a:solidFill>
              </a:rPr>
              <a:t>text levels </a:t>
            </a:r>
            <a:br>
              <a:rPr lang="en-CA" sz="1200">
                <a:solidFill>
                  <a:schemeClr val="tx1"/>
                </a:solidFill>
              </a:rPr>
            </a:br>
            <a:r>
              <a:rPr lang="en-CA" sz="1200">
                <a:solidFill>
                  <a:schemeClr val="tx1"/>
                </a:solidFill>
              </a:rPr>
              <a:t>have been adjusted.</a:t>
            </a:r>
          </a:p>
          <a:p>
            <a:pPr>
              <a:spcBef>
                <a:spcPts val="500"/>
              </a:spcBef>
            </a:pPr>
            <a:r>
              <a:rPr lang="en-CA" sz="1200">
                <a:solidFill>
                  <a:schemeClr val="tx1"/>
                </a:solidFill>
              </a:rPr>
              <a:t>Level 1 is black, 32 pt; Level 2 is black, 14 pt.</a:t>
            </a:r>
          </a:p>
        </p:txBody>
      </p:sp>
    </p:spTree>
    <p:extLst>
      <p:ext uri="{BB962C8B-B14F-4D97-AF65-F5344CB8AC3E}">
        <p14:creationId xmlns:p14="http://schemas.microsoft.com/office/powerpoint/2010/main" val="195564740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 images with title and text">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3999"/>
            <a:ext cx="3780000" cy="2070563"/>
          </a:xfrm>
        </p:spPr>
        <p:txBody>
          <a:bodyPr anchor="t">
            <a:noAutofit/>
          </a:bodyPr>
          <a:lstStyle>
            <a:lvl1pPr marL="0" indent="0">
              <a:lnSpc>
                <a:spcPct val="90000"/>
              </a:lnSpc>
              <a:spcBef>
                <a:spcPts val="1800"/>
              </a:spcBef>
              <a:buNone/>
              <a:defRPr sz="3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14" name="Espace réservé pour une image  7">
            <a:extLst>
              <a:ext uri="{FF2B5EF4-FFF2-40B4-BE49-F238E27FC236}">
                <a16:creationId xmlns:a16="http://schemas.microsoft.com/office/drawing/2014/main" id="{8D767F4C-3395-D48D-E856-DC32A907876A}"/>
              </a:ext>
            </a:extLst>
          </p:cNvPr>
          <p:cNvSpPr>
            <a:spLocks noGrp="1"/>
          </p:cNvSpPr>
          <p:nvPr>
            <p:ph type="pic" sz="quarter" idx="15" hasCustomPrompt="1"/>
          </p:nvPr>
        </p:nvSpPr>
        <p:spPr>
          <a:xfrm>
            <a:off x="246000" y="2349500"/>
            <a:ext cx="3780000" cy="2970213"/>
          </a:xfrm>
        </p:spPr>
        <p:txBody>
          <a:bodyPr bIns="972000" anchor="ctr"/>
          <a:lstStyle>
            <a:lvl1pPr algn="ctr">
              <a:defRPr/>
            </a:lvl1pPr>
          </a:lstStyle>
          <a:p>
            <a:r>
              <a:rPr lang="en-CA"/>
              <a:t>Click the icon to add an image</a:t>
            </a:r>
          </a:p>
        </p:txBody>
      </p:sp>
      <p:sp>
        <p:nvSpPr>
          <p:cNvPr id="16" name="Espace réservé du texte 7">
            <a:extLst>
              <a:ext uri="{FF2B5EF4-FFF2-40B4-BE49-F238E27FC236}">
                <a16:creationId xmlns:a16="http://schemas.microsoft.com/office/drawing/2014/main" id="{00EA911D-23BA-DFA5-6171-A93BA8D9A1F9}"/>
              </a:ext>
            </a:extLst>
          </p:cNvPr>
          <p:cNvSpPr>
            <a:spLocks noGrp="1"/>
          </p:cNvSpPr>
          <p:nvPr>
            <p:ph type="body" sz="quarter" idx="19" hasCustomPrompt="1"/>
          </p:nvPr>
        </p:nvSpPr>
        <p:spPr>
          <a:xfrm>
            <a:off x="246063" y="5454649"/>
            <a:ext cx="3780000" cy="900114"/>
          </a:xfrm>
        </p:spPr>
        <p:txBody>
          <a:bodyPr tIns="0" bIns="0"/>
          <a:lstStyle>
            <a:lvl1pPr>
              <a:defRPr sz="1400"/>
            </a:lvl1pPr>
            <a:lvl2pPr>
              <a:defRPr sz="1200"/>
            </a:lvl2pPr>
            <a:lvl3pPr>
              <a:defRPr sz="1100"/>
            </a:lvl3pPr>
          </a:lstStyle>
          <a:p>
            <a:pPr lvl="0"/>
            <a:r>
              <a:rPr lang="en-CA"/>
              <a:t>Click to add text</a:t>
            </a:r>
          </a:p>
          <a:p>
            <a:pPr lvl="1"/>
            <a:r>
              <a:rPr lang="en-CA"/>
              <a:t>Second level</a:t>
            </a:r>
          </a:p>
          <a:p>
            <a:pPr lvl="2"/>
            <a:r>
              <a:rPr lang="en-CA"/>
              <a:t>Third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4206000" y="143999"/>
            <a:ext cx="3780000" cy="2070563"/>
          </a:xfrm>
        </p:spPr>
        <p:txBody>
          <a:bodyPr anchor="t">
            <a:noAutofit/>
          </a:bodyPr>
          <a:lstStyle>
            <a:lvl1pPr marL="0" indent="0">
              <a:lnSpc>
                <a:spcPct val="90000"/>
              </a:lnSpc>
              <a:spcBef>
                <a:spcPts val="1800"/>
              </a:spcBef>
              <a:buNone/>
              <a:defRPr sz="3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15" name="Espace réservé pour une image  7">
            <a:extLst>
              <a:ext uri="{FF2B5EF4-FFF2-40B4-BE49-F238E27FC236}">
                <a16:creationId xmlns:a16="http://schemas.microsoft.com/office/drawing/2014/main" id="{19E82D64-B1BA-3B47-5683-635956A3CE1A}"/>
              </a:ext>
            </a:extLst>
          </p:cNvPr>
          <p:cNvSpPr>
            <a:spLocks noGrp="1"/>
          </p:cNvSpPr>
          <p:nvPr>
            <p:ph type="pic" sz="quarter" idx="16" hasCustomPrompt="1"/>
          </p:nvPr>
        </p:nvSpPr>
        <p:spPr>
          <a:xfrm>
            <a:off x="4205969" y="2349500"/>
            <a:ext cx="3780000" cy="2970213"/>
          </a:xfrm>
        </p:spPr>
        <p:txBody>
          <a:bodyPr bIns="972000" anchor="ctr"/>
          <a:lstStyle>
            <a:lvl1pPr algn="ctr">
              <a:defRPr/>
            </a:lvl1pPr>
          </a:lstStyle>
          <a:p>
            <a:r>
              <a:rPr lang="en-CA"/>
              <a:t>Click the icon to add an image</a:t>
            </a:r>
          </a:p>
        </p:txBody>
      </p:sp>
      <p:sp>
        <p:nvSpPr>
          <p:cNvPr id="17" name="Espace réservé du texte 7">
            <a:extLst>
              <a:ext uri="{FF2B5EF4-FFF2-40B4-BE49-F238E27FC236}">
                <a16:creationId xmlns:a16="http://schemas.microsoft.com/office/drawing/2014/main" id="{C4138EFA-0ADF-C7B7-C373-89D9A5551A10}"/>
              </a:ext>
            </a:extLst>
          </p:cNvPr>
          <p:cNvSpPr>
            <a:spLocks noGrp="1"/>
          </p:cNvSpPr>
          <p:nvPr>
            <p:ph type="body" sz="quarter" idx="20" hasCustomPrompt="1"/>
          </p:nvPr>
        </p:nvSpPr>
        <p:spPr>
          <a:xfrm>
            <a:off x="4206000" y="5454649"/>
            <a:ext cx="3780000" cy="900114"/>
          </a:xfrm>
        </p:spPr>
        <p:txBody>
          <a:bodyPr tIns="0" bIns="0"/>
          <a:lstStyle>
            <a:lvl1pPr>
              <a:defRPr sz="1400"/>
            </a:lvl1pPr>
            <a:lvl2pPr>
              <a:defRPr sz="1200"/>
            </a:lvl2pPr>
            <a:lvl3pPr>
              <a:defRPr sz="1100"/>
            </a:lvl3pPr>
          </a:lstStyle>
          <a:p>
            <a:pPr lvl="0"/>
            <a:r>
              <a:rPr lang="en-CA"/>
              <a:t>Click to add text</a:t>
            </a:r>
          </a:p>
          <a:p>
            <a:pPr lvl="1"/>
            <a:r>
              <a:rPr lang="en-CA"/>
              <a:t>Second level</a:t>
            </a:r>
          </a:p>
          <a:p>
            <a:pPr lvl="2"/>
            <a:r>
              <a:rPr lang="en-CA"/>
              <a:t>Third level</a:t>
            </a:r>
          </a:p>
        </p:txBody>
      </p:sp>
      <p:sp>
        <p:nvSpPr>
          <p:cNvPr id="2" name="Espace réservé du texte 4">
            <a:extLst>
              <a:ext uri="{FF2B5EF4-FFF2-40B4-BE49-F238E27FC236}">
                <a16:creationId xmlns:a16="http://schemas.microsoft.com/office/drawing/2014/main" id="{1523AC41-C734-999E-76D5-E390573CEEBC}"/>
              </a:ext>
            </a:extLst>
          </p:cNvPr>
          <p:cNvSpPr>
            <a:spLocks noGrp="1"/>
          </p:cNvSpPr>
          <p:nvPr>
            <p:ph type="body" sz="quarter" idx="21" hasCustomPrompt="1"/>
          </p:nvPr>
        </p:nvSpPr>
        <p:spPr>
          <a:xfrm>
            <a:off x="8165937" y="143999"/>
            <a:ext cx="3780000" cy="2070563"/>
          </a:xfrm>
        </p:spPr>
        <p:txBody>
          <a:bodyPr anchor="t">
            <a:noAutofit/>
          </a:bodyPr>
          <a:lstStyle>
            <a:lvl1pPr marL="0" indent="0">
              <a:lnSpc>
                <a:spcPct val="90000"/>
              </a:lnSpc>
              <a:spcBef>
                <a:spcPts val="1800"/>
              </a:spcBef>
              <a:buNone/>
              <a:defRPr sz="3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pour une image  7">
            <a:extLst>
              <a:ext uri="{FF2B5EF4-FFF2-40B4-BE49-F238E27FC236}">
                <a16:creationId xmlns:a16="http://schemas.microsoft.com/office/drawing/2014/main" id="{FA2E3619-F7D6-88F8-220B-DB9A2792DA65}"/>
              </a:ext>
            </a:extLst>
          </p:cNvPr>
          <p:cNvSpPr>
            <a:spLocks noGrp="1"/>
          </p:cNvSpPr>
          <p:nvPr>
            <p:ph type="pic" sz="quarter" idx="22" hasCustomPrompt="1"/>
          </p:nvPr>
        </p:nvSpPr>
        <p:spPr>
          <a:xfrm>
            <a:off x="8165937" y="2349500"/>
            <a:ext cx="3780000" cy="2970213"/>
          </a:xfrm>
        </p:spPr>
        <p:txBody>
          <a:bodyPr bIns="972000" anchor="ctr"/>
          <a:lstStyle>
            <a:lvl1pPr algn="ctr">
              <a:defRPr/>
            </a:lvl1pPr>
          </a:lstStyle>
          <a:p>
            <a:r>
              <a:rPr lang="en-CA"/>
              <a:t>Click the icon to add an image</a:t>
            </a:r>
          </a:p>
        </p:txBody>
      </p:sp>
      <p:sp>
        <p:nvSpPr>
          <p:cNvPr id="6" name="Espace réservé du texte 7">
            <a:extLst>
              <a:ext uri="{FF2B5EF4-FFF2-40B4-BE49-F238E27FC236}">
                <a16:creationId xmlns:a16="http://schemas.microsoft.com/office/drawing/2014/main" id="{5D87E99E-5026-80FF-63E7-C6A25753A18E}"/>
              </a:ext>
            </a:extLst>
          </p:cNvPr>
          <p:cNvSpPr>
            <a:spLocks noGrp="1"/>
          </p:cNvSpPr>
          <p:nvPr>
            <p:ph type="body" sz="quarter" idx="23" hasCustomPrompt="1"/>
          </p:nvPr>
        </p:nvSpPr>
        <p:spPr>
          <a:xfrm>
            <a:off x="8165937" y="5454649"/>
            <a:ext cx="3780000" cy="900114"/>
          </a:xfrm>
        </p:spPr>
        <p:txBody>
          <a:bodyPr tIns="0" bIns="0"/>
          <a:lstStyle>
            <a:lvl1pPr>
              <a:defRPr sz="1400"/>
            </a:lvl1pPr>
            <a:lvl2pPr>
              <a:defRPr sz="1200"/>
            </a:lvl2pPr>
            <a:lvl3pPr>
              <a:defRPr sz="1100"/>
            </a:lvl3pPr>
          </a:lstStyle>
          <a:p>
            <a:pPr lvl="0"/>
            <a:r>
              <a:rPr lang="en-CA"/>
              <a:t>Click to add text</a:t>
            </a:r>
          </a:p>
          <a:p>
            <a:pPr lvl="1"/>
            <a:r>
              <a:rPr lang="en-CA"/>
              <a:t>Second level</a:t>
            </a:r>
          </a:p>
          <a:p>
            <a:pPr lvl="2"/>
            <a:r>
              <a:rPr lang="en-CA"/>
              <a:t>Third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a:xfrm>
            <a:off x="11586000" y="6464920"/>
            <a:ext cx="359938" cy="223200"/>
          </a:xfrm>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13693346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Layouts with number(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Layouts</a:t>
            </a:r>
            <a:br>
              <a:rPr lang="en-CA" sz="11500"/>
            </a:br>
            <a:r>
              <a:rPr lang="en-CA" sz="11500"/>
              <a:t>with number(s)</a:t>
            </a:r>
          </a:p>
        </p:txBody>
      </p:sp>
    </p:spTree>
    <p:extLst>
      <p:ext uri="{BB962C8B-B14F-4D97-AF65-F5344CB8AC3E}">
        <p14:creationId xmlns:p14="http://schemas.microsoft.com/office/powerpoint/2010/main" val="4041069464"/>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 number">
    <p:spTree>
      <p:nvGrpSpPr>
        <p:cNvPr id="1" name=""/>
        <p:cNvGrpSpPr/>
        <p:nvPr/>
      </p:nvGrpSpPr>
      <p:grpSpPr>
        <a:xfrm>
          <a:off x="0" y="0"/>
          <a:ext cx="0" cy="0"/>
          <a:chOff x="0" y="0"/>
          <a:chExt cx="0" cy="0"/>
        </a:xfrm>
      </p:grpSpPr>
      <p:sp>
        <p:nvSpPr>
          <p:cNvPr id="6" name="SUJET">
            <a:extLst>
              <a:ext uri="{FF2B5EF4-FFF2-40B4-BE49-F238E27FC236}">
                <a16:creationId xmlns:a16="http://schemas.microsoft.com/office/drawing/2014/main" id="{A7F330EE-44CC-A530-1391-571A31FF1645}"/>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63E97324-7307-92EF-78A6-A4334229D75A}"/>
              </a:ext>
            </a:extLst>
          </p:cNvPr>
          <p:cNvSpPr>
            <a:spLocks noGrp="1"/>
          </p:cNvSpPr>
          <p:nvPr>
            <p:ph type="title" hasCustomPrompt="1"/>
          </p:nvPr>
        </p:nvSpPr>
        <p:spPr>
          <a:xfrm>
            <a:off x="246063" y="1268486"/>
            <a:ext cx="11699875" cy="1710514"/>
          </a:xfrm>
        </p:spPr>
        <p:txBody>
          <a:bodyPr/>
          <a:lstStyle>
            <a:lvl1pPr>
              <a:defRPr sz="3200"/>
            </a:lvl1pPr>
          </a:lstStyle>
          <a:p>
            <a:r>
              <a:rPr lang="en-CA"/>
              <a:t>Click to add a headline</a:t>
            </a:r>
          </a:p>
        </p:txBody>
      </p:sp>
      <p:sp>
        <p:nvSpPr>
          <p:cNvPr id="3" name="CHIFFRE">
            <a:extLst>
              <a:ext uri="{FF2B5EF4-FFF2-40B4-BE49-F238E27FC236}">
                <a16:creationId xmlns:a16="http://schemas.microsoft.com/office/drawing/2014/main" id="{F4B941C2-48FD-F800-795C-F0F8CA7D34BB}"/>
              </a:ext>
            </a:extLst>
          </p:cNvPr>
          <p:cNvSpPr>
            <a:spLocks noGrp="1"/>
          </p:cNvSpPr>
          <p:nvPr>
            <p:ph type="body" sz="quarter" idx="14" hasCustomPrompt="1"/>
          </p:nvPr>
        </p:nvSpPr>
        <p:spPr>
          <a:xfrm>
            <a:off x="246062" y="3429000"/>
            <a:ext cx="11700000" cy="2520000"/>
          </a:xfrm>
          <a:solidFill>
            <a:schemeClr val="bg1"/>
          </a:solidFill>
          <a:effectLst>
            <a:innerShdw dist="6350" dir="16200000">
              <a:prstClr val="black"/>
            </a:innerShdw>
          </a:effectLst>
        </p:spPr>
        <p:txBody>
          <a:bodyPr tIns="72000"/>
          <a:lstStyle>
            <a:lvl1pPr>
              <a:lnSpc>
                <a:spcPct val="87000"/>
              </a:lnSpc>
              <a:spcBef>
                <a:spcPts val="0"/>
              </a:spcBef>
              <a:defRPr sz="18800">
                <a:solidFill>
                  <a:schemeClr val="tx1"/>
                </a:solidFill>
              </a:defRPr>
            </a:lvl1pPr>
          </a:lstStyle>
          <a:p>
            <a:pPr lvl="0"/>
            <a:r>
              <a:rPr lang="en-CA"/>
              <a:t>Number</a:t>
            </a:r>
          </a:p>
        </p:txBody>
      </p:sp>
      <p:sp>
        <p:nvSpPr>
          <p:cNvPr id="4" name="Espace réservé du pied de page 3">
            <a:extLst>
              <a:ext uri="{FF2B5EF4-FFF2-40B4-BE49-F238E27FC236}">
                <a16:creationId xmlns:a16="http://schemas.microsoft.com/office/drawing/2014/main" id="{5E300814-BCC8-14A7-5560-3D678B8EDFD4}"/>
              </a:ext>
            </a:extLst>
          </p:cNvPr>
          <p:cNvSpPr>
            <a:spLocks noGrp="1"/>
          </p:cNvSpPr>
          <p:nvPr>
            <p:ph type="ftr" sz="quarter" idx="11"/>
          </p:nvPr>
        </p:nvSpPr>
        <p:spPr/>
        <p:txBody>
          <a:bodyPr/>
          <a:lstStyle/>
          <a:p>
            <a:endParaRPr lang="en-CA"/>
          </a:p>
        </p:txBody>
      </p:sp>
      <p:sp>
        <p:nvSpPr>
          <p:cNvPr id="5" name="Espace réservé du numéro de diapositive 4">
            <a:extLst>
              <a:ext uri="{FF2B5EF4-FFF2-40B4-BE49-F238E27FC236}">
                <a16:creationId xmlns:a16="http://schemas.microsoft.com/office/drawing/2014/main" id="{68FD9898-172D-8FDD-AC87-00DD7B08F736}"/>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38520617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_1 number">
    <p:bg>
      <p:bgPr>
        <a:solidFill>
          <a:schemeClr val="tx2"/>
        </a:solidFill>
        <a:effectLst/>
      </p:bgPr>
    </p:bg>
    <p:spTree>
      <p:nvGrpSpPr>
        <p:cNvPr id="1" name=""/>
        <p:cNvGrpSpPr/>
        <p:nvPr/>
      </p:nvGrpSpPr>
      <p:grpSpPr>
        <a:xfrm>
          <a:off x="0" y="0"/>
          <a:ext cx="0" cy="0"/>
          <a:chOff x="0" y="0"/>
          <a:chExt cx="0" cy="0"/>
        </a:xfrm>
      </p:grpSpPr>
      <p:sp>
        <p:nvSpPr>
          <p:cNvPr id="6" name="SUJET">
            <a:extLst>
              <a:ext uri="{FF2B5EF4-FFF2-40B4-BE49-F238E27FC236}">
                <a16:creationId xmlns:a16="http://schemas.microsoft.com/office/drawing/2014/main" id="{A7F330EE-44CC-A530-1391-571A31FF1645}"/>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63E97324-7307-92EF-78A6-A4334229D75A}"/>
              </a:ext>
            </a:extLst>
          </p:cNvPr>
          <p:cNvSpPr>
            <a:spLocks noGrp="1"/>
          </p:cNvSpPr>
          <p:nvPr>
            <p:ph type="title" hasCustomPrompt="1"/>
          </p:nvPr>
        </p:nvSpPr>
        <p:spPr>
          <a:xfrm>
            <a:off x="246063" y="1268486"/>
            <a:ext cx="11699875" cy="1710514"/>
          </a:xfrm>
        </p:spPr>
        <p:txBody>
          <a:bodyPr/>
          <a:lstStyle>
            <a:lvl1pPr>
              <a:defRPr sz="3200"/>
            </a:lvl1pPr>
          </a:lstStyle>
          <a:p>
            <a:r>
              <a:rPr lang="en-CA"/>
              <a:t>Click to add a headline</a:t>
            </a:r>
          </a:p>
        </p:txBody>
      </p:sp>
      <p:sp>
        <p:nvSpPr>
          <p:cNvPr id="3" name="CHIFFRE">
            <a:extLst>
              <a:ext uri="{FF2B5EF4-FFF2-40B4-BE49-F238E27FC236}">
                <a16:creationId xmlns:a16="http://schemas.microsoft.com/office/drawing/2014/main" id="{F4B941C2-48FD-F800-795C-F0F8CA7D34BB}"/>
              </a:ext>
            </a:extLst>
          </p:cNvPr>
          <p:cNvSpPr>
            <a:spLocks noGrp="1"/>
          </p:cNvSpPr>
          <p:nvPr>
            <p:ph type="body" sz="quarter" idx="14" hasCustomPrompt="1"/>
          </p:nvPr>
        </p:nvSpPr>
        <p:spPr>
          <a:xfrm>
            <a:off x="246062" y="3429000"/>
            <a:ext cx="11700000" cy="2520000"/>
          </a:xfrm>
          <a:solidFill>
            <a:schemeClr val="tx2"/>
          </a:solidFill>
          <a:effectLst>
            <a:innerShdw dist="6350" dir="16200000">
              <a:schemeClr val="tx1"/>
            </a:innerShdw>
          </a:effectLst>
        </p:spPr>
        <p:txBody>
          <a:bodyPr tIns="72000"/>
          <a:lstStyle>
            <a:lvl1pPr>
              <a:lnSpc>
                <a:spcPct val="87000"/>
              </a:lnSpc>
              <a:spcBef>
                <a:spcPts val="0"/>
              </a:spcBef>
              <a:defRPr sz="18800">
                <a:solidFill>
                  <a:schemeClr val="tx1"/>
                </a:solidFill>
              </a:defRPr>
            </a:lvl1pPr>
          </a:lstStyle>
          <a:p>
            <a:pPr lvl="0"/>
            <a:r>
              <a:rPr lang="en-CA"/>
              <a:t>Number</a:t>
            </a:r>
          </a:p>
        </p:txBody>
      </p:sp>
      <p:sp>
        <p:nvSpPr>
          <p:cNvPr id="4" name="Espace réservé du pied de page 3">
            <a:extLst>
              <a:ext uri="{FF2B5EF4-FFF2-40B4-BE49-F238E27FC236}">
                <a16:creationId xmlns:a16="http://schemas.microsoft.com/office/drawing/2014/main" id="{5E300814-BCC8-14A7-5560-3D678B8EDFD4}"/>
              </a:ext>
            </a:extLst>
          </p:cNvPr>
          <p:cNvSpPr>
            <a:spLocks noGrp="1"/>
          </p:cNvSpPr>
          <p:nvPr>
            <p:ph type="ftr" sz="quarter" idx="11"/>
          </p:nvPr>
        </p:nvSpPr>
        <p:spPr/>
        <p:txBody>
          <a:bodyPr/>
          <a:lstStyle/>
          <a:p>
            <a:endParaRPr lang="en-CA"/>
          </a:p>
        </p:txBody>
      </p:sp>
      <p:sp>
        <p:nvSpPr>
          <p:cNvPr id="5" name="Espace réservé du numéro de diapositive 4">
            <a:extLst>
              <a:ext uri="{FF2B5EF4-FFF2-40B4-BE49-F238E27FC236}">
                <a16:creationId xmlns:a16="http://schemas.microsoft.com/office/drawing/2014/main" id="{68FD9898-172D-8FDD-AC87-00DD7B08F736}"/>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964413583"/>
      </p:ext>
    </p:extLst>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 numbers">
    <p:spTree>
      <p:nvGrpSpPr>
        <p:cNvPr id="1" name=""/>
        <p:cNvGrpSpPr/>
        <p:nvPr/>
      </p:nvGrpSpPr>
      <p:grpSpPr>
        <a:xfrm>
          <a:off x="0" y="0"/>
          <a:ext cx="0" cy="0"/>
          <a:chOff x="0" y="0"/>
          <a:chExt cx="0" cy="0"/>
        </a:xfrm>
      </p:grpSpPr>
      <p:sp>
        <p:nvSpPr>
          <p:cNvPr id="11" name="SUJET">
            <a:extLst>
              <a:ext uri="{FF2B5EF4-FFF2-40B4-BE49-F238E27FC236}">
                <a16:creationId xmlns:a16="http://schemas.microsoft.com/office/drawing/2014/main" id="{D2F96709-4480-8F81-DA62-309BF3530750}"/>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268486"/>
            <a:ext cx="5760000" cy="1710000"/>
          </a:xfrm>
        </p:spPr>
        <p:txBody>
          <a:bodyPr tIns="0" bIns="0" anchor="t">
            <a:noAutofit/>
          </a:bodyPr>
          <a:lstStyle>
            <a:lvl1pPr marL="0" indent="0">
              <a:lnSpc>
                <a:spcPct val="90000"/>
              </a:lnSpc>
              <a:spcBef>
                <a:spcPts val="1800"/>
              </a:spcBef>
              <a:buNone/>
              <a:defRPr sz="3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CHIFFRE">
            <a:extLst>
              <a:ext uri="{FF2B5EF4-FFF2-40B4-BE49-F238E27FC236}">
                <a16:creationId xmlns:a16="http://schemas.microsoft.com/office/drawing/2014/main" id="{1780B952-A9C5-5845-4E3C-FFFB9CF8FDBC}"/>
              </a:ext>
            </a:extLst>
          </p:cNvPr>
          <p:cNvSpPr>
            <a:spLocks noGrp="1"/>
          </p:cNvSpPr>
          <p:nvPr>
            <p:ph type="body" sz="quarter" idx="14" hasCustomPrompt="1"/>
          </p:nvPr>
        </p:nvSpPr>
        <p:spPr>
          <a:xfrm>
            <a:off x="246062" y="3429000"/>
            <a:ext cx="5760000" cy="1710000"/>
          </a:xfrm>
          <a:solidFill>
            <a:schemeClr val="bg1"/>
          </a:solidFill>
          <a:effectLst>
            <a:innerShdw dist="6350" dir="16200000">
              <a:prstClr val="black"/>
            </a:innerShdw>
          </a:effectLst>
        </p:spPr>
        <p:txBody>
          <a:bodyPr tIns="72000"/>
          <a:lstStyle>
            <a:lvl1pPr>
              <a:lnSpc>
                <a:spcPct val="87000"/>
              </a:lnSpc>
              <a:spcBef>
                <a:spcPts val="0"/>
              </a:spcBef>
              <a:defRPr sz="8000">
                <a:solidFill>
                  <a:schemeClr val="tx1"/>
                </a:solidFill>
              </a:defRPr>
            </a:lvl1pPr>
          </a:lstStyle>
          <a:p>
            <a:pPr lvl="0"/>
            <a:r>
              <a:rPr lang="en-CA"/>
              <a:t>Number</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186000" y="1268486"/>
            <a:ext cx="5760000" cy="1710000"/>
          </a:xfrm>
        </p:spPr>
        <p:txBody>
          <a:bodyPr tIns="0" bIns="0" anchor="t">
            <a:noAutofit/>
          </a:bodyPr>
          <a:lstStyle>
            <a:lvl1pPr marL="0" indent="0">
              <a:lnSpc>
                <a:spcPct val="90000"/>
              </a:lnSpc>
              <a:spcBef>
                <a:spcPts val="1800"/>
              </a:spcBef>
              <a:buNone/>
              <a:defRPr sz="3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CHIFFRE">
            <a:extLst>
              <a:ext uri="{FF2B5EF4-FFF2-40B4-BE49-F238E27FC236}">
                <a16:creationId xmlns:a16="http://schemas.microsoft.com/office/drawing/2014/main" id="{02296A8B-41C9-66AD-D299-00ACDE2502ED}"/>
              </a:ext>
            </a:extLst>
          </p:cNvPr>
          <p:cNvSpPr>
            <a:spLocks noGrp="1"/>
          </p:cNvSpPr>
          <p:nvPr>
            <p:ph type="body" sz="quarter" idx="15" hasCustomPrompt="1"/>
          </p:nvPr>
        </p:nvSpPr>
        <p:spPr>
          <a:xfrm>
            <a:off x="6186000" y="3429000"/>
            <a:ext cx="5760000" cy="1710000"/>
          </a:xfrm>
          <a:solidFill>
            <a:schemeClr val="bg1"/>
          </a:solidFill>
          <a:effectLst>
            <a:innerShdw dist="6350" dir="16200000">
              <a:prstClr val="black"/>
            </a:innerShdw>
          </a:effectLst>
        </p:spPr>
        <p:txBody>
          <a:bodyPr tIns="72000"/>
          <a:lstStyle>
            <a:lvl1pPr>
              <a:lnSpc>
                <a:spcPct val="87000"/>
              </a:lnSpc>
              <a:spcBef>
                <a:spcPts val="0"/>
              </a:spcBef>
              <a:defRPr sz="8000">
                <a:solidFill>
                  <a:schemeClr val="tx1"/>
                </a:solidFill>
              </a:defRPr>
            </a:lvl1pPr>
          </a:lstStyle>
          <a:p>
            <a:pPr lvl="0"/>
            <a:r>
              <a:rPr lang="en-CA"/>
              <a:t>Number</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91244909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_2 numbers">
    <p:bg>
      <p:bgPr>
        <a:solidFill>
          <a:schemeClr val="tx2"/>
        </a:solidFill>
        <a:effectLst/>
      </p:bgPr>
    </p:bg>
    <p:spTree>
      <p:nvGrpSpPr>
        <p:cNvPr id="1" name=""/>
        <p:cNvGrpSpPr/>
        <p:nvPr/>
      </p:nvGrpSpPr>
      <p:grpSpPr>
        <a:xfrm>
          <a:off x="0" y="0"/>
          <a:ext cx="0" cy="0"/>
          <a:chOff x="0" y="0"/>
          <a:chExt cx="0" cy="0"/>
        </a:xfrm>
      </p:grpSpPr>
      <p:sp>
        <p:nvSpPr>
          <p:cNvPr id="2" name="SUJET">
            <a:extLst>
              <a:ext uri="{FF2B5EF4-FFF2-40B4-BE49-F238E27FC236}">
                <a16:creationId xmlns:a16="http://schemas.microsoft.com/office/drawing/2014/main" id="{60A5E00D-97EF-3D61-C243-E7B20738A678}"/>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268486"/>
            <a:ext cx="5760000" cy="1710000"/>
          </a:xfrm>
        </p:spPr>
        <p:txBody>
          <a:bodyPr tIns="0" bIns="0" anchor="t">
            <a:noAutofit/>
          </a:bodyPr>
          <a:lstStyle>
            <a:lvl1pPr marL="0" indent="0">
              <a:lnSpc>
                <a:spcPct val="90000"/>
              </a:lnSpc>
              <a:spcBef>
                <a:spcPts val="1800"/>
              </a:spcBef>
              <a:buNone/>
              <a:defRPr sz="3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CHIFFRE">
            <a:extLst>
              <a:ext uri="{FF2B5EF4-FFF2-40B4-BE49-F238E27FC236}">
                <a16:creationId xmlns:a16="http://schemas.microsoft.com/office/drawing/2014/main" id="{1780B952-A9C5-5845-4E3C-FFFB9CF8FDBC}"/>
              </a:ext>
            </a:extLst>
          </p:cNvPr>
          <p:cNvSpPr>
            <a:spLocks noGrp="1"/>
          </p:cNvSpPr>
          <p:nvPr>
            <p:ph type="body" sz="quarter" idx="14" hasCustomPrompt="1"/>
          </p:nvPr>
        </p:nvSpPr>
        <p:spPr>
          <a:xfrm>
            <a:off x="246062" y="3429000"/>
            <a:ext cx="5760000" cy="1710000"/>
          </a:xfrm>
          <a:solidFill>
            <a:schemeClr val="tx2"/>
          </a:solidFill>
          <a:effectLst>
            <a:innerShdw dist="6350" dir="16200000">
              <a:schemeClr val="tx1"/>
            </a:innerShdw>
          </a:effectLst>
        </p:spPr>
        <p:txBody>
          <a:bodyPr tIns="72000"/>
          <a:lstStyle>
            <a:lvl1pPr>
              <a:lnSpc>
                <a:spcPct val="87000"/>
              </a:lnSpc>
              <a:spcBef>
                <a:spcPts val="0"/>
              </a:spcBef>
              <a:defRPr sz="8000">
                <a:solidFill>
                  <a:schemeClr val="tx1"/>
                </a:solidFill>
              </a:defRPr>
            </a:lvl1pPr>
          </a:lstStyle>
          <a:p>
            <a:pPr lvl="0"/>
            <a:r>
              <a:rPr lang="en-CA"/>
              <a:t>Number</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186000" y="1268486"/>
            <a:ext cx="5760000" cy="1710000"/>
          </a:xfrm>
        </p:spPr>
        <p:txBody>
          <a:bodyPr tIns="0" bIns="0" anchor="t">
            <a:noAutofit/>
          </a:bodyPr>
          <a:lstStyle>
            <a:lvl1pPr marL="0" indent="0">
              <a:lnSpc>
                <a:spcPct val="90000"/>
              </a:lnSpc>
              <a:spcBef>
                <a:spcPts val="1800"/>
              </a:spcBef>
              <a:buNone/>
              <a:defRPr sz="3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CHIFFRE">
            <a:extLst>
              <a:ext uri="{FF2B5EF4-FFF2-40B4-BE49-F238E27FC236}">
                <a16:creationId xmlns:a16="http://schemas.microsoft.com/office/drawing/2014/main" id="{02296A8B-41C9-66AD-D299-00ACDE2502ED}"/>
              </a:ext>
            </a:extLst>
          </p:cNvPr>
          <p:cNvSpPr>
            <a:spLocks noGrp="1"/>
          </p:cNvSpPr>
          <p:nvPr>
            <p:ph type="body" sz="quarter" idx="15" hasCustomPrompt="1"/>
          </p:nvPr>
        </p:nvSpPr>
        <p:spPr>
          <a:xfrm>
            <a:off x="6186000" y="3429000"/>
            <a:ext cx="5760000" cy="1710000"/>
          </a:xfrm>
          <a:solidFill>
            <a:schemeClr val="tx2"/>
          </a:solidFill>
          <a:effectLst>
            <a:innerShdw dist="6350" dir="16200000">
              <a:schemeClr val="tx1"/>
            </a:innerShdw>
          </a:effectLst>
        </p:spPr>
        <p:txBody>
          <a:bodyPr tIns="72000"/>
          <a:lstStyle>
            <a:lvl1pPr>
              <a:lnSpc>
                <a:spcPct val="87000"/>
              </a:lnSpc>
              <a:spcBef>
                <a:spcPts val="0"/>
              </a:spcBef>
              <a:defRPr sz="8000">
                <a:solidFill>
                  <a:schemeClr val="tx1"/>
                </a:solidFill>
              </a:defRPr>
            </a:lvl1pPr>
          </a:lstStyle>
          <a:p>
            <a:pPr lvl="0"/>
            <a:r>
              <a:rPr lang="en-CA"/>
              <a:t>Number</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4097168147"/>
      </p:ext>
    </p:extLst>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 numbers">
    <p:spTree>
      <p:nvGrpSpPr>
        <p:cNvPr id="1" name=""/>
        <p:cNvGrpSpPr/>
        <p:nvPr/>
      </p:nvGrpSpPr>
      <p:grpSpPr>
        <a:xfrm>
          <a:off x="0" y="0"/>
          <a:ext cx="0" cy="0"/>
          <a:chOff x="0" y="0"/>
          <a:chExt cx="0" cy="0"/>
        </a:xfrm>
      </p:grpSpPr>
      <p:sp>
        <p:nvSpPr>
          <p:cNvPr id="6" name="SUJET">
            <a:extLst>
              <a:ext uri="{FF2B5EF4-FFF2-40B4-BE49-F238E27FC236}">
                <a16:creationId xmlns:a16="http://schemas.microsoft.com/office/drawing/2014/main" id="{A7F330EE-44CC-A530-1391-571A31FF1645}"/>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63E97324-7307-92EF-78A6-A4334229D75A}"/>
              </a:ext>
            </a:extLst>
          </p:cNvPr>
          <p:cNvSpPr>
            <a:spLocks noGrp="1"/>
          </p:cNvSpPr>
          <p:nvPr>
            <p:ph type="title" hasCustomPrompt="1"/>
          </p:nvPr>
        </p:nvSpPr>
        <p:spPr>
          <a:xfrm>
            <a:off x="246063" y="1268486"/>
            <a:ext cx="5849937" cy="4905514"/>
          </a:xfrm>
        </p:spPr>
        <p:txBody>
          <a:bodyPr/>
          <a:lstStyle>
            <a:lvl1pPr>
              <a:defRPr sz="3200"/>
            </a:lvl1pPr>
          </a:lstStyle>
          <a:p>
            <a:r>
              <a:rPr lang="en-CA"/>
              <a:t>Click to add a headline</a:t>
            </a:r>
          </a:p>
        </p:txBody>
      </p:sp>
      <p:sp>
        <p:nvSpPr>
          <p:cNvPr id="7" name="CHIFFRE">
            <a:extLst>
              <a:ext uri="{FF2B5EF4-FFF2-40B4-BE49-F238E27FC236}">
                <a16:creationId xmlns:a16="http://schemas.microsoft.com/office/drawing/2014/main" id="{43D65A28-CC70-8890-7014-7B62CC94AB1C}"/>
              </a:ext>
            </a:extLst>
          </p:cNvPr>
          <p:cNvSpPr>
            <a:spLocks noGrp="1"/>
          </p:cNvSpPr>
          <p:nvPr>
            <p:ph type="body" idx="1" hasCustomPrompt="1"/>
          </p:nvPr>
        </p:nvSpPr>
        <p:spPr>
          <a:xfrm>
            <a:off x="8120937" y="1314000"/>
            <a:ext cx="3825000" cy="810000"/>
          </a:xfrm>
          <a:solidFill>
            <a:schemeClr val="bg1"/>
          </a:solidFill>
          <a:effectLst>
            <a:innerShdw dist="6350" dir="16200000">
              <a:prstClr val="black"/>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9" name="Espace réservé du texte 7">
            <a:extLst>
              <a:ext uri="{FF2B5EF4-FFF2-40B4-BE49-F238E27FC236}">
                <a16:creationId xmlns:a16="http://schemas.microsoft.com/office/drawing/2014/main" id="{86324C8E-165A-5801-FA12-576850D30834}"/>
              </a:ext>
            </a:extLst>
          </p:cNvPr>
          <p:cNvSpPr>
            <a:spLocks noGrp="1"/>
          </p:cNvSpPr>
          <p:nvPr>
            <p:ph type="body" sz="quarter" idx="19" hasCustomPrompt="1"/>
          </p:nvPr>
        </p:nvSpPr>
        <p:spPr>
          <a:xfrm>
            <a:off x="8120937" y="2259000"/>
            <a:ext cx="3825000" cy="495000"/>
          </a:xfrm>
        </p:spPr>
        <p:txBody>
          <a:bodyPr lIns="36000" tIns="0" rIns="36000" bIns="0"/>
          <a:lstStyle>
            <a:lvl1pPr>
              <a:defRPr sz="1400"/>
            </a:lvl1pPr>
            <a:lvl2pPr>
              <a:defRPr sz="1200"/>
            </a:lvl2pPr>
            <a:lvl3pPr>
              <a:defRPr sz="1100"/>
            </a:lvl3pPr>
          </a:lstStyle>
          <a:p>
            <a:pPr lvl="0"/>
            <a:r>
              <a:rPr lang="en-CA"/>
              <a:t>Click to add text</a:t>
            </a:r>
          </a:p>
        </p:txBody>
      </p:sp>
      <p:sp>
        <p:nvSpPr>
          <p:cNvPr id="8" name="CHIFFRE">
            <a:extLst>
              <a:ext uri="{FF2B5EF4-FFF2-40B4-BE49-F238E27FC236}">
                <a16:creationId xmlns:a16="http://schemas.microsoft.com/office/drawing/2014/main" id="{B8A812A8-7611-7A7A-A110-BEA62B047C3B}"/>
              </a:ext>
            </a:extLst>
          </p:cNvPr>
          <p:cNvSpPr>
            <a:spLocks noGrp="1"/>
          </p:cNvSpPr>
          <p:nvPr>
            <p:ph type="body" sz="quarter" idx="3" hasCustomPrompt="1"/>
          </p:nvPr>
        </p:nvSpPr>
        <p:spPr>
          <a:xfrm>
            <a:off x="8120937" y="2889000"/>
            <a:ext cx="3825000" cy="810000"/>
          </a:xfrm>
          <a:solidFill>
            <a:schemeClr val="bg1"/>
          </a:solidFill>
          <a:effectLst>
            <a:innerShdw dist="6350" dir="16200000">
              <a:prstClr val="black"/>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10" name="Espace réservé du texte 7">
            <a:extLst>
              <a:ext uri="{FF2B5EF4-FFF2-40B4-BE49-F238E27FC236}">
                <a16:creationId xmlns:a16="http://schemas.microsoft.com/office/drawing/2014/main" id="{CEC609DB-3589-B60C-7DEE-8F89FAA582F1}"/>
              </a:ext>
            </a:extLst>
          </p:cNvPr>
          <p:cNvSpPr>
            <a:spLocks noGrp="1"/>
          </p:cNvSpPr>
          <p:nvPr>
            <p:ph type="body" sz="quarter" idx="20" hasCustomPrompt="1"/>
          </p:nvPr>
        </p:nvSpPr>
        <p:spPr>
          <a:xfrm>
            <a:off x="8120937" y="3834000"/>
            <a:ext cx="3825000" cy="496800"/>
          </a:xfrm>
        </p:spPr>
        <p:txBody>
          <a:bodyPr lIns="36000" tIns="0" rIns="36000" bIns="0"/>
          <a:lstStyle>
            <a:lvl1pPr>
              <a:defRPr sz="1400"/>
            </a:lvl1pPr>
            <a:lvl2pPr>
              <a:defRPr sz="1200"/>
            </a:lvl2pPr>
            <a:lvl3pPr>
              <a:defRPr sz="1100"/>
            </a:lvl3pPr>
          </a:lstStyle>
          <a:p>
            <a:pPr lvl="0"/>
            <a:r>
              <a:rPr lang="en-CA"/>
              <a:t>Click to add text</a:t>
            </a:r>
          </a:p>
        </p:txBody>
      </p:sp>
      <p:sp>
        <p:nvSpPr>
          <p:cNvPr id="11" name="CHIFFRE">
            <a:extLst>
              <a:ext uri="{FF2B5EF4-FFF2-40B4-BE49-F238E27FC236}">
                <a16:creationId xmlns:a16="http://schemas.microsoft.com/office/drawing/2014/main" id="{C7A7A132-7B8C-A932-9419-F403EB4EFB09}"/>
              </a:ext>
            </a:extLst>
          </p:cNvPr>
          <p:cNvSpPr>
            <a:spLocks noGrp="1"/>
          </p:cNvSpPr>
          <p:nvPr>
            <p:ph type="body" sz="quarter" idx="21" hasCustomPrompt="1"/>
          </p:nvPr>
        </p:nvSpPr>
        <p:spPr>
          <a:xfrm>
            <a:off x="8120937" y="4464000"/>
            <a:ext cx="3825000" cy="810000"/>
          </a:xfrm>
          <a:solidFill>
            <a:schemeClr val="bg1"/>
          </a:solidFill>
          <a:effectLst>
            <a:innerShdw dist="6350" dir="16200000">
              <a:prstClr val="black"/>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12" name="Espace réservé du texte 7">
            <a:extLst>
              <a:ext uri="{FF2B5EF4-FFF2-40B4-BE49-F238E27FC236}">
                <a16:creationId xmlns:a16="http://schemas.microsoft.com/office/drawing/2014/main" id="{B54FF60C-45E8-2E8E-A0B8-BE889D60042B}"/>
              </a:ext>
            </a:extLst>
          </p:cNvPr>
          <p:cNvSpPr>
            <a:spLocks noGrp="1"/>
          </p:cNvSpPr>
          <p:nvPr>
            <p:ph type="body" sz="quarter" idx="23" hasCustomPrompt="1"/>
          </p:nvPr>
        </p:nvSpPr>
        <p:spPr>
          <a:xfrm>
            <a:off x="8120937" y="5409000"/>
            <a:ext cx="3825000" cy="496800"/>
          </a:xfrm>
        </p:spPr>
        <p:txBody>
          <a:bodyPr lIns="36000" tIns="0" rIns="36000" bIns="0"/>
          <a:lstStyle>
            <a:lvl1pPr>
              <a:defRPr sz="1400"/>
            </a:lvl1pPr>
            <a:lvl2pPr>
              <a:defRPr sz="1200"/>
            </a:lvl2pPr>
            <a:lvl3pPr>
              <a:defRPr sz="1100"/>
            </a:lvl3pPr>
          </a:lstStyle>
          <a:p>
            <a:pPr lvl="0"/>
            <a:r>
              <a:rPr lang="en-CA"/>
              <a:t>Click to add text</a:t>
            </a:r>
          </a:p>
        </p:txBody>
      </p:sp>
      <p:sp>
        <p:nvSpPr>
          <p:cNvPr id="4" name="Espace réservé du pied de page 3">
            <a:extLst>
              <a:ext uri="{FF2B5EF4-FFF2-40B4-BE49-F238E27FC236}">
                <a16:creationId xmlns:a16="http://schemas.microsoft.com/office/drawing/2014/main" id="{5E300814-BCC8-14A7-5560-3D678B8EDFD4}"/>
              </a:ext>
            </a:extLst>
          </p:cNvPr>
          <p:cNvSpPr>
            <a:spLocks noGrp="1"/>
          </p:cNvSpPr>
          <p:nvPr>
            <p:ph type="ftr" sz="quarter" idx="11"/>
          </p:nvPr>
        </p:nvSpPr>
        <p:spPr/>
        <p:txBody>
          <a:bodyPr/>
          <a:lstStyle/>
          <a:p>
            <a:endParaRPr lang="en-CA"/>
          </a:p>
        </p:txBody>
      </p:sp>
      <p:sp>
        <p:nvSpPr>
          <p:cNvPr id="5" name="Espace réservé du numéro de diapositive 4">
            <a:extLst>
              <a:ext uri="{FF2B5EF4-FFF2-40B4-BE49-F238E27FC236}">
                <a16:creationId xmlns:a16="http://schemas.microsoft.com/office/drawing/2014/main" id="{68FD9898-172D-8FDD-AC87-00DD7B08F736}"/>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80186659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_3 numbers">
    <p:bg>
      <p:bgPr>
        <a:solidFill>
          <a:schemeClr val="tx2"/>
        </a:solidFill>
        <a:effectLst/>
      </p:bgPr>
    </p:bg>
    <p:spTree>
      <p:nvGrpSpPr>
        <p:cNvPr id="1" name=""/>
        <p:cNvGrpSpPr/>
        <p:nvPr/>
      </p:nvGrpSpPr>
      <p:grpSpPr>
        <a:xfrm>
          <a:off x="0" y="0"/>
          <a:ext cx="0" cy="0"/>
          <a:chOff x="0" y="0"/>
          <a:chExt cx="0" cy="0"/>
        </a:xfrm>
      </p:grpSpPr>
      <p:sp>
        <p:nvSpPr>
          <p:cNvPr id="6" name="SUJET">
            <a:extLst>
              <a:ext uri="{FF2B5EF4-FFF2-40B4-BE49-F238E27FC236}">
                <a16:creationId xmlns:a16="http://schemas.microsoft.com/office/drawing/2014/main" id="{A7F330EE-44CC-A530-1391-571A31FF1645}"/>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63E97324-7307-92EF-78A6-A4334229D75A}"/>
              </a:ext>
            </a:extLst>
          </p:cNvPr>
          <p:cNvSpPr>
            <a:spLocks noGrp="1"/>
          </p:cNvSpPr>
          <p:nvPr>
            <p:ph type="title" hasCustomPrompt="1"/>
          </p:nvPr>
        </p:nvSpPr>
        <p:spPr>
          <a:xfrm>
            <a:off x="246063" y="1268486"/>
            <a:ext cx="5849937" cy="4905514"/>
          </a:xfrm>
        </p:spPr>
        <p:txBody>
          <a:bodyPr/>
          <a:lstStyle>
            <a:lvl1pPr>
              <a:defRPr sz="3200"/>
            </a:lvl1pPr>
          </a:lstStyle>
          <a:p>
            <a:r>
              <a:rPr lang="en-CA"/>
              <a:t>Click to add a headline</a:t>
            </a:r>
          </a:p>
        </p:txBody>
      </p:sp>
      <p:sp>
        <p:nvSpPr>
          <p:cNvPr id="7" name="CHIFFRE">
            <a:extLst>
              <a:ext uri="{FF2B5EF4-FFF2-40B4-BE49-F238E27FC236}">
                <a16:creationId xmlns:a16="http://schemas.microsoft.com/office/drawing/2014/main" id="{43D65A28-CC70-8890-7014-7B62CC94AB1C}"/>
              </a:ext>
            </a:extLst>
          </p:cNvPr>
          <p:cNvSpPr>
            <a:spLocks noGrp="1"/>
          </p:cNvSpPr>
          <p:nvPr>
            <p:ph type="body" idx="1" hasCustomPrompt="1"/>
          </p:nvPr>
        </p:nvSpPr>
        <p:spPr>
          <a:xfrm>
            <a:off x="8120937" y="1314000"/>
            <a:ext cx="3825000" cy="810000"/>
          </a:xfrm>
          <a:solidFill>
            <a:schemeClr val="tx2"/>
          </a:solidFill>
          <a:effectLst>
            <a:innerShdw dist="6350" dir="16200000">
              <a:schemeClr val="tx1"/>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9" name="Espace réservé du texte 7">
            <a:extLst>
              <a:ext uri="{FF2B5EF4-FFF2-40B4-BE49-F238E27FC236}">
                <a16:creationId xmlns:a16="http://schemas.microsoft.com/office/drawing/2014/main" id="{86324C8E-165A-5801-FA12-576850D30834}"/>
              </a:ext>
            </a:extLst>
          </p:cNvPr>
          <p:cNvSpPr>
            <a:spLocks noGrp="1"/>
          </p:cNvSpPr>
          <p:nvPr>
            <p:ph type="body" sz="quarter" idx="19" hasCustomPrompt="1"/>
          </p:nvPr>
        </p:nvSpPr>
        <p:spPr>
          <a:xfrm>
            <a:off x="8120937" y="2259000"/>
            <a:ext cx="3825000" cy="495000"/>
          </a:xfrm>
        </p:spPr>
        <p:txBody>
          <a:bodyPr lIns="36000" tIns="0" rIns="36000" bIns="0"/>
          <a:lstStyle>
            <a:lvl1pPr>
              <a:defRPr sz="1400"/>
            </a:lvl1pPr>
            <a:lvl2pPr>
              <a:defRPr sz="1200"/>
            </a:lvl2pPr>
            <a:lvl3pPr>
              <a:defRPr sz="1100"/>
            </a:lvl3pPr>
          </a:lstStyle>
          <a:p>
            <a:pPr lvl="0"/>
            <a:r>
              <a:rPr lang="en-CA"/>
              <a:t>Click to add text</a:t>
            </a:r>
          </a:p>
        </p:txBody>
      </p:sp>
      <p:sp>
        <p:nvSpPr>
          <p:cNvPr id="8" name="CHIFFRE">
            <a:extLst>
              <a:ext uri="{FF2B5EF4-FFF2-40B4-BE49-F238E27FC236}">
                <a16:creationId xmlns:a16="http://schemas.microsoft.com/office/drawing/2014/main" id="{B8A812A8-7611-7A7A-A110-BEA62B047C3B}"/>
              </a:ext>
            </a:extLst>
          </p:cNvPr>
          <p:cNvSpPr>
            <a:spLocks noGrp="1"/>
          </p:cNvSpPr>
          <p:nvPr>
            <p:ph type="body" sz="quarter" idx="3" hasCustomPrompt="1"/>
          </p:nvPr>
        </p:nvSpPr>
        <p:spPr>
          <a:xfrm>
            <a:off x="8120937" y="2889000"/>
            <a:ext cx="3825000" cy="810000"/>
          </a:xfrm>
          <a:solidFill>
            <a:schemeClr val="tx2"/>
          </a:solidFill>
          <a:effectLst>
            <a:innerShdw dist="6350" dir="16200000">
              <a:schemeClr val="tx1"/>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10" name="Espace réservé du texte 7">
            <a:extLst>
              <a:ext uri="{FF2B5EF4-FFF2-40B4-BE49-F238E27FC236}">
                <a16:creationId xmlns:a16="http://schemas.microsoft.com/office/drawing/2014/main" id="{CEC609DB-3589-B60C-7DEE-8F89FAA582F1}"/>
              </a:ext>
            </a:extLst>
          </p:cNvPr>
          <p:cNvSpPr>
            <a:spLocks noGrp="1"/>
          </p:cNvSpPr>
          <p:nvPr>
            <p:ph type="body" sz="quarter" idx="20" hasCustomPrompt="1"/>
          </p:nvPr>
        </p:nvSpPr>
        <p:spPr>
          <a:xfrm>
            <a:off x="8120937" y="3834000"/>
            <a:ext cx="3825000" cy="496800"/>
          </a:xfrm>
        </p:spPr>
        <p:txBody>
          <a:bodyPr lIns="36000" tIns="0" rIns="36000" bIns="0"/>
          <a:lstStyle>
            <a:lvl1pPr>
              <a:defRPr sz="1400"/>
            </a:lvl1pPr>
            <a:lvl2pPr>
              <a:defRPr sz="1200"/>
            </a:lvl2pPr>
            <a:lvl3pPr>
              <a:defRPr sz="1100"/>
            </a:lvl3pPr>
          </a:lstStyle>
          <a:p>
            <a:pPr lvl="0"/>
            <a:r>
              <a:rPr lang="en-CA"/>
              <a:t>Click to add text</a:t>
            </a:r>
          </a:p>
        </p:txBody>
      </p:sp>
      <p:sp>
        <p:nvSpPr>
          <p:cNvPr id="11" name="CHIFFRE">
            <a:extLst>
              <a:ext uri="{FF2B5EF4-FFF2-40B4-BE49-F238E27FC236}">
                <a16:creationId xmlns:a16="http://schemas.microsoft.com/office/drawing/2014/main" id="{C7A7A132-7B8C-A932-9419-F403EB4EFB09}"/>
              </a:ext>
            </a:extLst>
          </p:cNvPr>
          <p:cNvSpPr>
            <a:spLocks noGrp="1"/>
          </p:cNvSpPr>
          <p:nvPr>
            <p:ph type="body" sz="quarter" idx="21" hasCustomPrompt="1"/>
          </p:nvPr>
        </p:nvSpPr>
        <p:spPr>
          <a:xfrm>
            <a:off x="8120937" y="4464000"/>
            <a:ext cx="3825000" cy="810000"/>
          </a:xfrm>
          <a:solidFill>
            <a:schemeClr val="tx2"/>
          </a:solidFill>
          <a:effectLst>
            <a:innerShdw dist="6350" dir="16200000">
              <a:schemeClr val="tx1"/>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12" name="Espace réservé du texte 7">
            <a:extLst>
              <a:ext uri="{FF2B5EF4-FFF2-40B4-BE49-F238E27FC236}">
                <a16:creationId xmlns:a16="http://schemas.microsoft.com/office/drawing/2014/main" id="{B54FF60C-45E8-2E8E-A0B8-BE889D60042B}"/>
              </a:ext>
            </a:extLst>
          </p:cNvPr>
          <p:cNvSpPr>
            <a:spLocks noGrp="1"/>
          </p:cNvSpPr>
          <p:nvPr>
            <p:ph type="body" sz="quarter" idx="23" hasCustomPrompt="1"/>
          </p:nvPr>
        </p:nvSpPr>
        <p:spPr>
          <a:xfrm>
            <a:off x="8120937" y="5409000"/>
            <a:ext cx="3825000" cy="496800"/>
          </a:xfrm>
        </p:spPr>
        <p:txBody>
          <a:bodyPr lIns="36000" tIns="0" rIns="36000" bIns="0"/>
          <a:lstStyle>
            <a:lvl1pPr>
              <a:defRPr sz="1400"/>
            </a:lvl1pPr>
            <a:lvl2pPr>
              <a:defRPr sz="1200"/>
            </a:lvl2pPr>
            <a:lvl3pPr>
              <a:defRPr sz="1100"/>
            </a:lvl3pPr>
          </a:lstStyle>
          <a:p>
            <a:pPr lvl="0"/>
            <a:r>
              <a:rPr lang="en-CA"/>
              <a:t>Click to add text</a:t>
            </a:r>
          </a:p>
        </p:txBody>
      </p:sp>
      <p:sp>
        <p:nvSpPr>
          <p:cNvPr id="4" name="Espace réservé du pied de page 3">
            <a:extLst>
              <a:ext uri="{FF2B5EF4-FFF2-40B4-BE49-F238E27FC236}">
                <a16:creationId xmlns:a16="http://schemas.microsoft.com/office/drawing/2014/main" id="{5E300814-BCC8-14A7-5560-3D678B8EDFD4}"/>
              </a:ext>
            </a:extLst>
          </p:cNvPr>
          <p:cNvSpPr>
            <a:spLocks noGrp="1"/>
          </p:cNvSpPr>
          <p:nvPr>
            <p:ph type="ftr" sz="quarter" idx="11"/>
          </p:nvPr>
        </p:nvSpPr>
        <p:spPr/>
        <p:txBody>
          <a:bodyPr/>
          <a:lstStyle/>
          <a:p>
            <a:endParaRPr lang="en-CA"/>
          </a:p>
        </p:txBody>
      </p:sp>
      <p:sp>
        <p:nvSpPr>
          <p:cNvPr id="5" name="Espace réservé du numéro de diapositive 4">
            <a:extLst>
              <a:ext uri="{FF2B5EF4-FFF2-40B4-BE49-F238E27FC236}">
                <a16:creationId xmlns:a16="http://schemas.microsoft.com/office/drawing/2014/main" id="{68FD9898-172D-8FDD-AC87-00DD7B08F736}"/>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4181486842"/>
      </p:ext>
    </p:extLst>
  </p:cSld>
  <p:clrMapOvr>
    <a:overrideClrMapping bg1="lt1" tx1="dk1" bg2="lt2" tx2="dk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 numbers">
    <p:spTree>
      <p:nvGrpSpPr>
        <p:cNvPr id="1" name=""/>
        <p:cNvGrpSpPr/>
        <p:nvPr/>
      </p:nvGrpSpPr>
      <p:grpSpPr>
        <a:xfrm>
          <a:off x="0" y="0"/>
          <a:ext cx="0" cy="0"/>
          <a:chOff x="0" y="0"/>
          <a:chExt cx="0" cy="0"/>
        </a:xfrm>
      </p:grpSpPr>
      <p:sp>
        <p:nvSpPr>
          <p:cNvPr id="6" name="SUJET">
            <a:extLst>
              <a:ext uri="{FF2B5EF4-FFF2-40B4-BE49-F238E27FC236}">
                <a16:creationId xmlns:a16="http://schemas.microsoft.com/office/drawing/2014/main" id="{A7F330EE-44CC-A530-1391-571A31FF1645}"/>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63E97324-7307-92EF-78A6-A4334229D75A}"/>
              </a:ext>
            </a:extLst>
          </p:cNvPr>
          <p:cNvSpPr>
            <a:spLocks noGrp="1"/>
          </p:cNvSpPr>
          <p:nvPr>
            <p:ph type="title" hasCustomPrompt="1"/>
          </p:nvPr>
        </p:nvSpPr>
        <p:spPr>
          <a:xfrm>
            <a:off x="246063" y="1268486"/>
            <a:ext cx="11699875" cy="936000"/>
          </a:xfrm>
        </p:spPr>
        <p:txBody>
          <a:bodyPr/>
          <a:lstStyle>
            <a:lvl1pPr>
              <a:defRPr sz="3200"/>
            </a:lvl1pPr>
          </a:lstStyle>
          <a:p>
            <a:r>
              <a:rPr lang="en-CA"/>
              <a:t>Click to add a headline</a:t>
            </a:r>
          </a:p>
        </p:txBody>
      </p:sp>
      <p:sp>
        <p:nvSpPr>
          <p:cNvPr id="7" name="CHIFFRE">
            <a:extLst>
              <a:ext uri="{FF2B5EF4-FFF2-40B4-BE49-F238E27FC236}">
                <a16:creationId xmlns:a16="http://schemas.microsoft.com/office/drawing/2014/main" id="{43D65A28-CC70-8890-7014-7B62CC94AB1C}"/>
              </a:ext>
            </a:extLst>
          </p:cNvPr>
          <p:cNvSpPr>
            <a:spLocks noGrp="1"/>
          </p:cNvSpPr>
          <p:nvPr>
            <p:ph type="body" idx="1" hasCustomPrompt="1"/>
          </p:nvPr>
        </p:nvSpPr>
        <p:spPr>
          <a:xfrm>
            <a:off x="246063" y="2349000"/>
            <a:ext cx="3780000" cy="810000"/>
          </a:xfrm>
          <a:solidFill>
            <a:schemeClr val="bg1"/>
          </a:solidFill>
          <a:effectLst>
            <a:innerShdw dist="6350" dir="16200000">
              <a:prstClr val="black"/>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9" name="Espace réservé du texte 7">
            <a:extLst>
              <a:ext uri="{FF2B5EF4-FFF2-40B4-BE49-F238E27FC236}">
                <a16:creationId xmlns:a16="http://schemas.microsoft.com/office/drawing/2014/main" id="{86324C8E-165A-5801-FA12-576850D30834}"/>
              </a:ext>
            </a:extLst>
          </p:cNvPr>
          <p:cNvSpPr>
            <a:spLocks noGrp="1"/>
          </p:cNvSpPr>
          <p:nvPr>
            <p:ph type="body" sz="quarter" idx="19" hasCustomPrompt="1"/>
          </p:nvPr>
        </p:nvSpPr>
        <p:spPr>
          <a:xfrm>
            <a:off x="246063" y="3294000"/>
            <a:ext cx="3780000" cy="495000"/>
          </a:xfrm>
        </p:spPr>
        <p:txBody>
          <a:bodyPr lIns="36000" tIns="0" rIns="36000" bIns="0"/>
          <a:lstStyle>
            <a:lvl1pPr>
              <a:defRPr sz="1400"/>
            </a:lvl1pPr>
            <a:lvl2pPr>
              <a:defRPr sz="1200"/>
            </a:lvl2pPr>
            <a:lvl3pPr>
              <a:defRPr sz="1100"/>
            </a:lvl3pPr>
          </a:lstStyle>
          <a:p>
            <a:pPr lvl="0"/>
            <a:r>
              <a:rPr lang="en-CA"/>
              <a:t>Click to add text</a:t>
            </a:r>
          </a:p>
        </p:txBody>
      </p:sp>
      <p:sp>
        <p:nvSpPr>
          <p:cNvPr id="8" name="CHIFFRE">
            <a:extLst>
              <a:ext uri="{FF2B5EF4-FFF2-40B4-BE49-F238E27FC236}">
                <a16:creationId xmlns:a16="http://schemas.microsoft.com/office/drawing/2014/main" id="{B8A812A8-7611-7A7A-A110-BEA62B047C3B}"/>
              </a:ext>
            </a:extLst>
          </p:cNvPr>
          <p:cNvSpPr>
            <a:spLocks noGrp="1"/>
          </p:cNvSpPr>
          <p:nvPr>
            <p:ph type="body" sz="quarter" idx="3" hasCustomPrompt="1"/>
          </p:nvPr>
        </p:nvSpPr>
        <p:spPr>
          <a:xfrm>
            <a:off x="4206001" y="2349000"/>
            <a:ext cx="3780000" cy="810000"/>
          </a:xfrm>
          <a:solidFill>
            <a:schemeClr val="bg1"/>
          </a:solidFill>
          <a:effectLst>
            <a:innerShdw dist="6350" dir="16200000">
              <a:prstClr val="black"/>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10" name="Espace réservé du texte 7">
            <a:extLst>
              <a:ext uri="{FF2B5EF4-FFF2-40B4-BE49-F238E27FC236}">
                <a16:creationId xmlns:a16="http://schemas.microsoft.com/office/drawing/2014/main" id="{CEC609DB-3589-B60C-7DEE-8F89FAA582F1}"/>
              </a:ext>
            </a:extLst>
          </p:cNvPr>
          <p:cNvSpPr>
            <a:spLocks noGrp="1"/>
          </p:cNvSpPr>
          <p:nvPr>
            <p:ph type="body" sz="quarter" idx="20" hasCustomPrompt="1"/>
          </p:nvPr>
        </p:nvSpPr>
        <p:spPr>
          <a:xfrm>
            <a:off x="4206001" y="3294000"/>
            <a:ext cx="3780000" cy="496800"/>
          </a:xfrm>
        </p:spPr>
        <p:txBody>
          <a:bodyPr lIns="36000" tIns="0" rIns="36000" bIns="0"/>
          <a:lstStyle>
            <a:lvl1pPr>
              <a:defRPr sz="1400"/>
            </a:lvl1pPr>
            <a:lvl2pPr>
              <a:defRPr sz="1200"/>
            </a:lvl2pPr>
            <a:lvl3pPr>
              <a:defRPr sz="1100"/>
            </a:lvl3pPr>
          </a:lstStyle>
          <a:p>
            <a:pPr lvl="0"/>
            <a:r>
              <a:rPr lang="en-CA"/>
              <a:t>Click to add text</a:t>
            </a:r>
          </a:p>
        </p:txBody>
      </p:sp>
      <p:sp>
        <p:nvSpPr>
          <p:cNvPr id="11" name="CHIFFRE">
            <a:extLst>
              <a:ext uri="{FF2B5EF4-FFF2-40B4-BE49-F238E27FC236}">
                <a16:creationId xmlns:a16="http://schemas.microsoft.com/office/drawing/2014/main" id="{C7A7A132-7B8C-A932-9419-F403EB4EFB09}"/>
              </a:ext>
            </a:extLst>
          </p:cNvPr>
          <p:cNvSpPr>
            <a:spLocks noGrp="1"/>
          </p:cNvSpPr>
          <p:nvPr>
            <p:ph type="body" sz="quarter" idx="21" hasCustomPrompt="1"/>
          </p:nvPr>
        </p:nvSpPr>
        <p:spPr>
          <a:xfrm>
            <a:off x="8165939" y="2349000"/>
            <a:ext cx="3780000" cy="810000"/>
          </a:xfrm>
          <a:solidFill>
            <a:schemeClr val="bg1"/>
          </a:solidFill>
          <a:effectLst>
            <a:innerShdw dist="6350" dir="16200000">
              <a:prstClr val="black"/>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12" name="Espace réservé du texte 7">
            <a:extLst>
              <a:ext uri="{FF2B5EF4-FFF2-40B4-BE49-F238E27FC236}">
                <a16:creationId xmlns:a16="http://schemas.microsoft.com/office/drawing/2014/main" id="{B54FF60C-45E8-2E8E-A0B8-BE889D60042B}"/>
              </a:ext>
            </a:extLst>
          </p:cNvPr>
          <p:cNvSpPr>
            <a:spLocks noGrp="1"/>
          </p:cNvSpPr>
          <p:nvPr>
            <p:ph type="body" sz="quarter" idx="23" hasCustomPrompt="1"/>
          </p:nvPr>
        </p:nvSpPr>
        <p:spPr>
          <a:xfrm>
            <a:off x="8165939" y="3294000"/>
            <a:ext cx="3780000" cy="496800"/>
          </a:xfrm>
        </p:spPr>
        <p:txBody>
          <a:bodyPr lIns="36000" tIns="0" rIns="36000" bIns="0"/>
          <a:lstStyle>
            <a:lvl1pPr>
              <a:defRPr sz="1400"/>
            </a:lvl1pPr>
            <a:lvl2pPr>
              <a:defRPr sz="1200"/>
            </a:lvl2pPr>
            <a:lvl3pPr>
              <a:defRPr sz="1100"/>
            </a:lvl3pPr>
          </a:lstStyle>
          <a:p>
            <a:pPr lvl="0"/>
            <a:r>
              <a:rPr lang="en-CA"/>
              <a:t>Click to add text</a:t>
            </a:r>
          </a:p>
        </p:txBody>
      </p:sp>
      <p:sp>
        <p:nvSpPr>
          <p:cNvPr id="13" name="CHIFFRE">
            <a:extLst>
              <a:ext uri="{FF2B5EF4-FFF2-40B4-BE49-F238E27FC236}">
                <a16:creationId xmlns:a16="http://schemas.microsoft.com/office/drawing/2014/main" id="{A6F1D73E-0BAF-2044-E2A8-4FE5B3335817}"/>
              </a:ext>
            </a:extLst>
          </p:cNvPr>
          <p:cNvSpPr>
            <a:spLocks noGrp="1"/>
          </p:cNvSpPr>
          <p:nvPr>
            <p:ph type="body" idx="24" hasCustomPrompt="1"/>
          </p:nvPr>
        </p:nvSpPr>
        <p:spPr>
          <a:xfrm>
            <a:off x="246000" y="4419000"/>
            <a:ext cx="3780000" cy="810000"/>
          </a:xfrm>
          <a:solidFill>
            <a:schemeClr val="bg1"/>
          </a:solidFill>
          <a:effectLst>
            <a:innerShdw dist="6350" dir="16200000">
              <a:prstClr val="black"/>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15" name="Espace réservé du texte 7">
            <a:extLst>
              <a:ext uri="{FF2B5EF4-FFF2-40B4-BE49-F238E27FC236}">
                <a16:creationId xmlns:a16="http://schemas.microsoft.com/office/drawing/2014/main" id="{2D1106D0-DB64-8E71-CD6B-DED95C18D9E0}"/>
              </a:ext>
            </a:extLst>
          </p:cNvPr>
          <p:cNvSpPr>
            <a:spLocks noGrp="1"/>
          </p:cNvSpPr>
          <p:nvPr>
            <p:ph type="body" sz="quarter" idx="26" hasCustomPrompt="1"/>
          </p:nvPr>
        </p:nvSpPr>
        <p:spPr>
          <a:xfrm>
            <a:off x="246000" y="5364000"/>
            <a:ext cx="3780000" cy="495000"/>
          </a:xfrm>
        </p:spPr>
        <p:txBody>
          <a:bodyPr lIns="36000" tIns="0" rIns="36000" bIns="0"/>
          <a:lstStyle>
            <a:lvl1pPr>
              <a:defRPr sz="1400"/>
            </a:lvl1pPr>
            <a:lvl2pPr>
              <a:defRPr sz="1200"/>
            </a:lvl2pPr>
            <a:lvl3pPr>
              <a:defRPr sz="1100"/>
            </a:lvl3pPr>
          </a:lstStyle>
          <a:p>
            <a:pPr lvl="0"/>
            <a:r>
              <a:rPr lang="en-CA"/>
              <a:t>Click to add text</a:t>
            </a:r>
          </a:p>
        </p:txBody>
      </p:sp>
      <p:sp>
        <p:nvSpPr>
          <p:cNvPr id="14" name="CHIFFRE">
            <a:extLst>
              <a:ext uri="{FF2B5EF4-FFF2-40B4-BE49-F238E27FC236}">
                <a16:creationId xmlns:a16="http://schemas.microsoft.com/office/drawing/2014/main" id="{94EBE5BE-A3E9-1B5B-26BE-838E5A207867}"/>
              </a:ext>
            </a:extLst>
          </p:cNvPr>
          <p:cNvSpPr>
            <a:spLocks noGrp="1"/>
          </p:cNvSpPr>
          <p:nvPr>
            <p:ph type="body" sz="quarter" idx="25" hasCustomPrompt="1"/>
          </p:nvPr>
        </p:nvSpPr>
        <p:spPr>
          <a:xfrm>
            <a:off x="4205938" y="4419000"/>
            <a:ext cx="3780000" cy="810000"/>
          </a:xfrm>
          <a:solidFill>
            <a:schemeClr val="bg1"/>
          </a:solidFill>
          <a:effectLst>
            <a:innerShdw dist="6350" dir="16200000">
              <a:prstClr val="black"/>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16" name="Espace réservé du texte 7">
            <a:extLst>
              <a:ext uri="{FF2B5EF4-FFF2-40B4-BE49-F238E27FC236}">
                <a16:creationId xmlns:a16="http://schemas.microsoft.com/office/drawing/2014/main" id="{16E90CA1-6676-45B2-964A-F5A21B586258}"/>
              </a:ext>
            </a:extLst>
          </p:cNvPr>
          <p:cNvSpPr>
            <a:spLocks noGrp="1"/>
          </p:cNvSpPr>
          <p:nvPr>
            <p:ph type="body" sz="quarter" idx="27" hasCustomPrompt="1"/>
          </p:nvPr>
        </p:nvSpPr>
        <p:spPr>
          <a:xfrm>
            <a:off x="4205938" y="5364000"/>
            <a:ext cx="3780000" cy="496800"/>
          </a:xfrm>
        </p:spPr>
        <p:txBody>
          <a:bodyPr lIns="36000" tIns="0" rIns="36000" bIns="0"/>
          <a:lstStyle>
            <a:lvl1pPr>
              <a:defRPr sz="1400"/>
            </a:lvl1pPr>
            <a:lvl2pPr>
              <a:defRPr sz="1200"/>
            </a:lvl2pPr>
            <a:lvl3pPr>
              <a:defRPr sz="1100"/>
            </a:lvl3pPr>
          </a:lstStyle>
          <a:p>
            <a:pPr lvl="0"/>
            <a:r>
              <a:rPr lang="en-CA"/>
              <a:t>Click to add text</a:t>
            </a:r>
          </a:p>
        </p:txBody>
      </p:sp>
      <p:sp>
        <p:nvSpPr>
          <p:cNvPr id="17" name="CHIFFRE">
            <a:extLst>
              <a:ext uri="{FF2B5EF4-FFF2-40B4-BE49-F238E27FC236}">
                <a16:creationId xmlns:a16="http://schemas.microsoft.com/office/drawing/2014/main" id="{1587ABFE-31DC-4BF9-20CC-0150D06803AA}"/>
              </a:ext>
            </a:extLst>
          </p:cNvPr>
          <p:cNvSpPr>
            <a:spLocks noGrp="1"/>
          </p:cNvSpPr>
          <p:nvPr>
            <p:ph type="body" sz="quarter" idx="28" hasCustomPrompt="1"/>
          </p:nvPr>
        </p:nvSpPr>
        <p:spPr>
          <a:xfrm>
            <a:off x="8165876" y="4419000"/>
            <a:ext cx="3780000" cy="810000"/>
          </a:xfrm>
          <a:solidFill>
            <a:schemeClr val="bg1"/>
          </a:solidFill>
          <a:effectLst>
            <a:innerShdw dist="6350" dir="16200000">
              <a:prstClr val="black"/>
            </a:innerShdw>
          </a:effectLst>
        </p:spPr>
        <p:txBody>
          <a:bodyPr tIns="144000" anchor="t">
            <a:noAutofit/>
          </a:bodyPr>
          <a:lstStyle>
            <a:lvl1pPr marL="0" indent="0">
              <a:lnSpc>
                <a:spcPct val="100000"/>
              </a:lnSpc>
              <a:spcBef>
                <a:spcPts val="0"/>
              </a:spcBef>
              <a:buNone/>
              <a:defRPr sz="4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Number</a:t>
            </a:r>
          </a:p>
        </p:txBody>
      </p:sp>
      <p:sp>
        <p:nvSpPr>
          <p:cNvPr id="18" name="Espace réservé du texte 7">
            <a:extLst>
              <a:ext uri="{FF2B5EF4-FFF2-40B4-BE49-F238E27FC236}">
                <a16:creationId xmlns:a16="http://schemas.microsoft.com/office/drawing/2014/main" id="{8A151AAB-B80A-109E-F561-6B857CB5C09A}"/>
              </a:ext>
            </a:extLst>
          </p:cNvPr>
          <p:cNvSpPr>
            <a:spLocks noGrp="1"/>
          </p:cNvSpPr>
          <p:nvPr>
            <p:ph type="body" sz="quarter" idx="29" hasCustomPrompt="1"/>
          </p:nvPr>
        </p:nvSpPr>
        <p:spPr>
          <a:xfrm>
            <a:off x="8165876" y="5364000"/>
            <a:ext cx="3780000" cy="496800"/>
          </a:xfrm>
        </p:spPr>
        <p:txBody>
          <a:bodyPr lIns="36000" tIns="0" rIns="36000" bIns="0"/>
          <a:lstStyle>
            <a:lvl1pPr>
              <a:defRPr sz="1400"/>
            </a:lvl1pPr>
            <a:lvl2pPr>
              <a:defRPr sz="1200"/>
            </a:lvl2pPr>
            <a:lvl3pPr>
              <a:defRPr sz="1100"/>
            </a:lvl3pPr>
          </a:lstStyle>
          <a:p>
            <a:pPr lvl="0"/>
            <a:r>
              <a:rPr lang="en-CA"/>
              <a:t>Click to add text</a:t>
            </a:r>
          </a:p>
        </p:txBody>
      </p:sp>
      <p:sp>
        <p:nvSpPr>
          <p:cNvPr id="4" name="Espace réservé du pied de page 3">
            <a:extLst>
              <a:ext uri="{FF2B5EF4-FFF2-40B4-BE49-F238E27FC236}">
                <a16:creationId xmlns:a16="http://schemas.microsoft.com/office/drawing/2014/main" id="{5E300814-BCC8-14A7-5560-3D678B8EDFD4}"/>
              </a:ext>
            </a:extLst>
          </p:cNvPr>
          <p:cNvSpPr>
            <a:spLocks noGrp="1"/>
          </p:cNvSpPr>
          <p:nvPr>
            <p:ph type="ftr" sz="quarter" idx="11"/>
          </p:nvPr>
        </p:nvSpPr>
        <p:spPr/>
        <p:txBody>
          <a:bodyPr/>
          <a:lstStyle/>
          <a:p>
            <a:endParaRPr lang="en-CA"/>
          </a:p>
        </p:txBody>
      </p:sp>
      <p:sp>
        <p:nvSpPr>
          <p:cNvPr id="5" name="Espace réservé du numéro de diapositive 4">
            <a:extLst>
              <a:ext uri="{FF2B5EF4-FFF2-40B4-BE49-F238E27FC236}">
                <a16:creationId xmlns:a16="http://schemas.microsoft.com/office/drawing/2014/main" id="{68FD9898-172D-8FDD-AC87-00DD7B08F736}"/>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91118831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eam presentation layout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Team presentation layouts</a:t>
            </a:r>
            <a:endParaRPr lang="en-CA" sz="13800"/>
          </a:p>
        </p:txBody>
      </p:sp>
    </p:spTree>
    <p:extLst>
      <p:ext uri="{BB962C8B-B14F-4D97-AF65-F5344CB8AC3E}">
        <p14:creationId xmlns:p14="http://schemas.microsoft.com/office/powerpoint/2010/main" val="3299509131"/>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 people">
    <p:spTree>
      <p:nvGrpSpPr>
        <p:cNvPr id="1" name=""/>
        <p:cNvGrpSpPr/>
        <p:nvPr/>
      </p:nvGrpSpPr>
      <p:grpSpPr>
        <a:xfrm>
          <a:off x="0" y="0"/>
          <a:ext cx="0" cy="0"/>
          <a:chOff x="0" y="0"/>
          <a:chExt cx="0" cy="0"/>
        </a:xfrm>
      </p:grpSpPr>
      <p:sp>
        <p:nvSpPr>
          <p:cNvPr id="11" name="SUJET">
            <a:extLst>
              <a:ext uri="{FF2B5EF4-FFF2-40B4-BE49-F238E27FC236}">
                <a16:creationId xmlns:a16="http://schemas.microsoft.com/office/drawing/2014/main" id="{723A56EB-490E-A77E-4C35-901B61ABC057}"/>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6" name="Titre 25">
            <a:extLst>
              <a:ext uri="{FF2B5EF4-FFF2-40B4-BE49-F238E27FC236}">
                <a16:creationId xmlns:a16="http://schemas.microsoft.com/office/drawing/2014/main" id="{14BEB8B9-22A3-B47B-1417-A342911371D4}"/>
              </a:ext>
            </a:extLst>
          </p:cNvPr>
          <p:cNvSpPr>
            <a:spLocks noGrp="1"/>
          </p:cNvSpPr>
          <p:nvPr>
            <p:ph type="title" hasCustomPrompt="1"/>
          </p:nvPr>
        </p:nvSpPr>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2304562"/>
            <a:ext cx="2835275" cy="314437"/>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and Last Name</a:t>
            </a:r>
          </a:p>
        </p:txBody>
      </p:sp>
      <p:sp>
        <p:nvSpPr>
          <p:cNvPr id="18" name="Espace réservé du texte 2">
            <a:extLst>
              <a:ext uri="{FF2B5EF4-FFF2-40B4-BE49-F238E27FC236}">
                <a16:creationId xmlns:a16="http://schemas.microsoft.com/office/drawing/2014/main" id="{2862ADEB-ACB7-D0B3-2E25-61F98DB9957F}"/>
              </a:ext>
            </a:extLst>
          </p:cNvPr>
          <p:cNvSpPr>
            <a:spLocks noGrp="1"/>
          </p:cNvSpPr>
          <p:nvPr>
            <p:ph type="body" idx="25" hasCustomPrompt="1"/>
          </p:nvPr>
        </p:nvSpPr>
        <p:spPr>
          <a:xfrm>
            <a:off x="246001" y="2934000"/>
            <a:ext cx="1844738"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2" name="Espace réservé du texte 2">
            <a:extLst>
              <a:ext uri="{FF2B5EF4-FFF2-40B4-BE49-F238E27FC236}">
                <a16:creationId xmlns:a16="http://schemas.microsoft.com/office/drawing/2014/main" id="{A7795D90-EA21-1E52-DC18-73B1E4850EFF}"/>
              </a:ext>
            </a:extLst>
          </p:cNvPr>
          <p:cNvSpPr>
            <a:spLocks noGrp="1"/>
          </p:cNvSpPr>
          <p:nvPr>
            <p:ph type="body" idx="29" hasCustomPrompt="1"/>
          </p:nvPr>
        </p:nvSpPr>
        <p:spPr>
          <a:xfrm>
            <a:off x="2225674" y="2934000"/>
            <a:ext cx="855663" cy="314437"/>
          </a:xfrm>
        </p:spPr>
        <p:txBody>
          <a:bodyPr tIns="0" bIns="0" anchor="t">
            <a:noAutofit/>
          </a:bodyPr>
          <a:lstStyle>
            <a:lvl1pPr marL="0" indent="0" algn="r">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14" name="Espace réservé pour une image  7">
            <a:extLst>
              <a:ext uri="{FF2B5EF4-FFF2-40B4-BE49-F238E27FC236}">
                <a16:creationId xmlns:a16="http://schemas.microsoft.com/office/drawing/2014/main" id="{8D767F4C-3395-D48D-E856-DC32A907876A}"/>
              </a:ext>
            </a:extLst>
          </p:cNvPr>
          <p:cNvSpPr>
            <a:spLocks noGrp="1"/>
          </p:cNvSpPr>
          <p:nvPr>
            <p:ph type="pic" sz="quarter" idx="15" hasCustomPrompt="1"/>
          </p:nvPr>
        </p:nvSpPr>
        <p:spPr>
          <a:xfrm>
            <a:off x="246000" y="3383786"/>
            <a:ext cx="2835275" cy="2970213"/>
          </a:xfrm>
        </p:spPr>
        <p:txBody>
          <a:bodyPr bIns="972000" anchor="ctr"/>
          <a:lstStyle>
            <a:lvl1pPr algn="ctr">
              <a:defRPr/>
            </a:lvl1pPr>
          </a:lstStyle>
          <a:p>
            <a:r>
              <a:rPr lang="en-CA"/>
              <a:t>Click the icon to add a photo</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3200950" y="2304562"/>
            <a:ext cx="2835275" cy="314437"/>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and Last Name</a:t>
            </a:r>
          </a:p>
        </p:txBody>
      </p:sp>
      <p:sp>
        <p:nvSpPr>
          <p:cNvPr id="19" name="Espace réservé du texte 4">
            <a:extLst>
              <a:ext uri="{FF2B5EF4-FFF2-40B4-BE49-F238E27FC236}">
                <a16:creationId xmlns:a16="http://schemas.microsoft.com/office/drawing/2014/main" id="{808B0D62-C3F5-9E68-9109-CB0DE0A22A97}"/>
              </a:ext>
            </a:extLst>
          </p:cNvPr>
          <p:cNvSpPr>
            <a:spLocks noGrp="1"/>
          </p:cNvSpPr>
          <p:nvPr>
            <p:ph type="body" sz="quarter" idx="26" hasCustomPrompt="1"/>
          </p:nvPr>
        </p:nvSpPr>
        <p:spPr>
          <a:xfrm>
            <a:off x="3200888" y="2934000"/>
            <a:ext cx="1844738" cy="314437"/>
          </a:xfrm>
        </p:spPr>
        <p:txBody>
          <a:bodyPr tIns="0" bIns="0" anchor="t">
            <a:noAutofit/>
          </a:bodyPr>
          <a:lstStyle>
            <a:lvl1pPr marL="0" indent="0">
              <a:lnSpc>
                <a:spcPct val="100000"/>
              </a:lnSpc>
              <a:spcBef>
                <a:spcPts val="0"/>
              </a:spcBef>
              <a:buNone/>
              <a:defRPr sz="105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3" name="Espace réservé du texte 4">
            <a:extLst>
              <a:ext uri="{FF2B5EF4-FFF2-40B4-BE49-F238E27FC236}">
                <a16:creationId xmlns:a16="http://schemas.microsoft.com/office/drawing/2014/main" id="{E2578C84-BEB5-796E-E5A2-973A449CBD09}"/>
              </a:ext>
            </a:extLst>
          </p:cNvPr>
          <p:cNvSpPr>
            <a:spLocks noGrp="1"/>
          </p:cNvSpPr>
          <p:nvPr>
            <p:ph type="body" sz="quarter" idx="30" hasCustomPrompt="1"/>
          </p:nvPr>
        </p:nvSpPr>
        <p:spPr>
          <a:xfrm>
            <a:off x="5180561" y="2934000"/>
            <a:ext cx="855663" cy="314437"/>
          </a:xfrm>
        </p:spPr>
        <p:txBody>
          <a:bodyPr tIns="0" bIns="0" anchor="t">
            <a:noAutofit/>
          </a:bodyPr>
          <a:lstStyle>
            <a:lvl1pPr marL="0" indent="0" algn="r">
              <a:lnSpc>
                <a:spcPct val="100000"/>
              </a:lnSpc>
              <a:spcBef>
                <a:spcPts val="0"/>
              </a:spcBef>
              <a:buNone/>
              <a:defRPr sz="105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15" name="Espace réservé pour une image  7">
            <a:extLst>
              <a:ext uri="{FF2B5EF4-FFF2-40B4-BE49-F238E27FC236}">
                <a16:creationId xmlns:a16="http://schemas.microsoft.com/office/drawing/2014/main" id="{19E82D64-B1BA-3B47-5683-635956A3CE1A}"/>
              </a:ext>
            </a:extLst>
          </p:cNvPr>
          <p:cNvSpPr>
            <a:spLocks noGrp="1"/>
          </p:cNvSpPr>
          <p:nvPr>
            <p:ph type="pic" sz="quarter" idx="16" hasCustomPrompt="1"/>
          </p:nvPr>
        </p:nvSpPr>
        <p:spPr>
          <a:xfrm>
            <a:off x="3200908" y="3383786"/>
            <a:ext cx="2835275" cy="2970213"/>
          </a:xfrm>
        </p:spPr>
        <p:txBody>
          <a:bodyPr bIns="972000" anchor="ctr"/>
          <a:lstStyle>
            <a:lvl1pPr algn="ctr">
              <a:defRPr/>
            </a:lvl1pPr>
          </a:lstStyle>
          <a:p>
            <a:r>
              <a:rPr lang="en-CA"/>
              <a:t>Click the icon to add a photo</a:t>
            </a:r>
          </a:p>
        </p:txBody>
      </p:sp>
      <p:sp>
        <p:nvSpPr>
          <p:cNvPr id="2" name="Espace réservé du texte 4">
            <a:extLst>
              <a:ext uri="{FF2B5EF4-FFF2-40B4-BE49-F238E27FC236}">
                <a16:creationId xmlns:a16="http://schemas.microsoft.com/office/drawing/2014/main" id="{1523AC41-C734-999E-76D5-E390573CEEBC}"/>
              </a:ext>
            </a:extLst>
          </p:cNvPr>
          <p:cNvSpPr>
            <a:spLocks noGrp="1"/>
          </p:cNvSpPr>
          <p:nvPr>
            <p:ph type="body" sz="quarter" idx="21" hasCustomPrompt="1"/>
          </p:nvPr>
        </p:nvSpPr>
        <p:spPr>
          <a:xfrm>
            <a:off x="6155837" y="2304562"/>
            <a:ext cx="2835275" cy="314437"/>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and Last Name</a:t>
            </a:r>
          </a:p>
        </p:txBody>
      </p:sp>
      <p:sp>
        <p:nvSpPr>
          <p:cNvPr id="20" name="Espace réservé du texte 4">
            <a:extLst>
              <a:ext uri="{FF2B5EF4-FFF2-40B4-BE49-F238E27FC236}">
                <a16:creationId xmlns:a16="http://schemas.microsoft.com/office/drawing/2014/main" id="{F3E52925-6764-3A05-C478-621F127ABB42}"/>
              </a:ext>
            </a:extLst>
          </p:cNvPr>
          <p:cNvSpPr>
            <a:spLocks noGrp="1"/>
          </p:cNvSpPr>
          <p:nvPr>
            <p:ph type="body" sz="quarter" idx="27" hasCustomPrompt="1"/>
          </p:nvPr>
        </p:nvSpPr>
        <p:spPr>
          <a:xfrm>
            <a:off x="6155775" y="2934000"/>
            <a:ext cx="1844738"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4" name="Espace réservé du texte 4">
            <a:extLst>
              <a:ext uri="{FF2B5EF4-FFF2-40B4-BE49-F238E27FC236}">
                <a16:creationId xmlns:a16="http://schemas.microsoft.com/office/drawing/2014/main" id="{04CF26B9-1B13-59D4-485B-430F4EA46EAF}"/>
              </a:ext>
            </a:extLst>
          </p:cNvPr>
          <p:cNvSpPr>
            <a:spLocks noGrp="1"/>
          </p:cNvSpPr>
          <p:nvPr>
            <p:ph type="body" sz="quarter" idx="31" hasCustomPrompt="1"/>
          </p:nvPr>
        </p:nvSpPr>
        <p:spPr>
          <a:xfrm>
            <a:off x="8135448" y="2934000"/>
            <a:ext cx="855663" cy="314437"/>
          </a:xfrm>
        </p:spPr>
        <p:txBody>
          <a:bodyPr tIns="0" bIns="0" anchor="t">
            <a:noAutofit/>
          </a:bodyPr>
          <a:lstStyle>
            <a:lvl1pPr marL="0" indent="0" algn="r">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4" name="Espace réservé pour une image  7">
            <a:extLst>
              <a:ext uri="{FF2B5EF4-FFF2-40B4-BE49-F238E27FC236}">
                <a16:creationId xmlns:a16="http://schemas.microsoft.com/office/drawing/2014/main" id="{FA2E3619-F7D6-88F8-220B-DB9A2792DA65}"/>
              </a:ext>
            </a:extLst>
          </p:cNvPr>
          <p:cNvSpPr>
            <a:spLocks noGrp="1"/>
          </p:cNvSpPr>
          <p:nvPr>
            <p:ph type="pic" sz="quarter" idx="22" hasCustomPrompt="1"/>
          </p:nvPr>
        </p:nvSpPr>
        <p:spPr>
          <a:xfrm>
            <a:off x="6155816" y="3383786"/>
            <a:ext cx="2835275" cy="2970213"/>
          </a:xfrm>
        </p:spPr>
        <p:txBody>
          <a:bodyPr bIns="972000" anchor="ctr"/>
          <a:lstStyle>
            <a:lvl1pPr algn="ctr">
              <a:defRPr/>
            </a:lvl1pPr>
          </a:lstStyle>
          <a:p>
            <a:r>
              <a:rPr lang="en-CA"/>
              <a:t>Click the icon to add a photo</a:t>
            </a:r>
          </a:p>
        </p:txBody>
      </p:sp>
      <p:sp>
        <p:nvSpPr>
          <p:cNvPr id="7" name="Espace réservé du texte 4">
            <a:extLst>
              <a:ext uri="{FF2B5EF4-FFF2-40B4-BE49-F238E27FC236}">
                <a16:creationId xmlns:a16="http://schemas.microsoft.com/office/drawing/2014/main" id="{18DDD3E1-89CF-B0C1-D667-2A4A17E3CFDD}"/>
              </a:ext>
            </a:extLst>
          </p:cNvPr>
          <p:cNvSpPr>
            <a:spLocks noGrp="1"/>
          </p:cNvSpPr>
          <p:nvPr>
            <p:ph type="body" sz="quarter" idx="23" hasCustomPrompt="1"/>
          </p:nvPr>
        </p:nvSpPr>
        <p:spPr>
          <a:xfrm>
            <a:off x="9110725" y="2304563"/>
            <a:ext cx="2835275" cy="314437"/>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and Last Name</a:t>
            </a:r>
          </a:p>
        </p:txBody>
      </p:sp>
      <p:sp>
        <p:nvSpPr>
          <p:cNvPr id="21" name="Espace réservé du texte 4">
            <a:extLst>
              <a:ext uri="{FF2B5EF4-FFF2-40B4-BE49-F238E27FC236}">
                <a16:creationId xmlns:a16="http://schemas.microsoft.com/office/drawing/2014/main" id="{B4E06671-31AB-ABE2-8C7B-054195B37CBC}"/>
              </a:ext>
            </a:extLst>
          </p:cNvPr>
          <p:cNvSpPr>
            <a:spLocks noGrp="1"/>
          </p:cNvSpPr>
          <p:nvPr>
            <p:ph type="body" sz="quarter" idx="28" hasCustomPrompt="1"/>
          </p:nvPr>
        </p:nvSpPr>
        <p:spPr>
          <a:xfrm>
            <a:off x="9110663" y="2934000"/>
            <a:ext cx="1844738"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5" name="Espace réservé du texte 4">
            <a:extLst>
              <a:ext uri="{FF2B5EF4-FFF2-40B4-BE49-F238E27FC236}">
                <a16:creationId xmlns:a16="http://schemas.microsoft.com/office/drawing/2014/main" id="{6E43A982-F2A4-D0C0-7447-3DE32C4B64CA}"/>
              </a:ext>
            </a:extLst>
          </p:cNvPr>
          <p:cNvSpPr>
            <a:spLocks noGrp="1"/>
          </p:cNvSpPr>
          <p:nvPr>
            <p:ph type="body" sz="quarter" idx="32" hasCustomPrompt="1"/>
          </p:nvPr>
        </p:nvSpPr>
        <p:spPr>
          <a:xfrm>
            <a:off x="11090336" y="2934000"/>
            <a:ext cx="855663" cy="314437"/>
          </a:xfrm>
        </p:spPr>
        <p:txBody>
          <a:bodyPr tIns="0" bIns="0" anchor="t">
            <a:noAutofit/>
          </a:bodyPr>
          <a:lstStyle>
            <a:lvl1pPr marL="0" indent="0" algn="r">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10" name="Espace réservé pour une image  7">
            <a:extLst>
              <a:ext uri="{FF2B5EF4-FFF2-40B4-BE49-F238E27FC236}">
                <a16:creationId xmlns:a16="http://schemas.microsoft.com/office/drawing/2014/main" id="{BF1A22E3-19D8-7DDA-D704-B461BE291CCB}"/>
              </a:ext>
            </a:extLst>
          </p:cNvPr>
          <p:cNvSpPr>
            <a:spLocks noGrp="1"/>
          </p:cNvSpPr>
          <p:nvPr>
            <p:ph type="pic" sz="quarter" idx="24" hasCustomPrompt="1"/>
          </p:nvPr>
        </p:nvSpPr>
        <p:spPr>
          <a:xfrm>
            <a:off x="9110725" y="3383787"/>
            <a:ext cx="2835275" cy="2970213"/>
          </a:xfrm>
        </p:spPr>
        <p:txBody>
          <a:bodyPr bIns="972000" anchor="ctr"/>
          <a:lstStyle>
            <a:lvl1pPr algn="ctr">
              <a:defRPr/>
            </a:lvl1pPr>
          </a:lstStyle>
          <a:p>
            <a:r>
              <a:rPr lang="en-CA"/>
              <a:t>Click the icon to add a photo</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a:xfrm>
            <a:off x="11586000" y="6464920"/>
            <a:ext cx="359938" cy="223200"/>
          </a:xfrm>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16576359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6 people">
    <p:spTree>
      <p:nvGrpSpPr>
        <p:cNvPr id="1" name=""/>
        <p:cNvGrpSpPr/>
        <p:nvPr/>
      </p:nvGrpSpPr>
      <p:grpSpPr>
        <a:xfrm>
          <a:off x="0" y="0"/>
          <a:ext cx="0" cy="0"/>
          <a:chOff x="0" y="0"/>
          <a:chExt cx="0" cy="0"/>
        </a:xfrm>
      </p:grpSpPr>
      <p:sp>
        <p:nvSpPr>
          <p:cNvPr id="11" name="SUJET">
            <a:extLst>
              <a:ext uri="{FF2B5EF4-FFF2-40B4-BE49-F238E27FC236}">
                <a16:creationId xmlns:a16="http://schemas.microsoft.com/office/drawing/2014/main" id="{723A56EB-490E-A77E-4C35-901B61ABC057}"/>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6" name="Titre 25">
            <a:extLst>
              <a:ext uri="{FF2B5EF4-FFF2-40B4-BE49-F238E27FC236}">
                <a16:creationId xmlns:a16="http://schemas.microsoft.com/office/drawing/2014/main" id="{14BEB8B9-22A3-B47B-1417-A342911371D4}"/>
              </a:ext>
            </a:extLst>
          </p:cNvPr>
          <p:cNvSpPr>
            <a:spLocks noGrp="1"/>
          </p:cNvSpPr>
          <p:nvPr>
            <p:ph type="title" hasCustomPrompt="1"/>
          </p:nvPr>
        </p:nvSpPr>
        <p:spPr/>
        <p:txBody>
          <a:bodyPr/>
          <a:lstStyle/>
          <a:p>
            <a:r>
              <a:rPr lang="en-CA"/>
              <a:t>Click to add a headline</a:t>
            </a:r>
          </a:p>
        </p:txBody>
      </p:sp>
      <p:sp>
        <p:nvSpPr>
          <p:cNvPr id="14" name="Espace réservé pour une image  7">
            <a:extLst>
              <a:ext uri="{FF2B5EF4-FFF2-40B4-BE49-F238E27FC236}">
                <a16:creationId xmlns:a16="http://schemas.microsoft.com/office/drawing/2014/main" id="{8D767F4C-3395-D48D-E856-DC32A907876A}"/>
              </a:ext>
            </a:extLst>
          </p:cNvPr>
          <p:cNvSpPr>
            <a:spLocks noGrp="1"/>
          </p:cNvSpPr>
          <p:nvPr>
            <p:ph type="pic" sz="quarter" idx="15" hasCustomPrompt="1"/>
          </p:nvPr>
        </p:nvSpPr>
        <p:spPr>
          <a:xfrm>
            <a:off x="246000" y="2304000"/>
            <a:ext cx="1844739" cy="1934399"/>
          </a:xfrm>
        </p:spPr>
        <p:txBody>
          <a:bodyPr bIns="972000" anchor="t"/>
          <a:lstStyle>
            <a:lvl1pPr algn="ctr">
              <a:defRPr sz="1400"/>
            </a:lvl1pPr>
          </a:lstStyle>
          <a:p>
            <a:r>
              <a:rPr lang="en-CA"/>
              <a:t>Click the icon to add a photo</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226064" y="23040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17" name="Espace réservé du texte 2">
            <a:extLst>
              <a:ext uri="{FF2B5EF4-FFF2-40B4-BE49-F238E27FC236}">
                <a16:creationId xmlns:a16="http://schemas.microsoft.com/office/drawing/2014/main" id="{B10EDF22-7AF5-00DD-BE56-B74F5F4711B7}"/>
              </a:ext>
            </a:extLst>
          </p:cNvPr>
          <p:cNvSpPr>
            <a:spLocks noGrp="1"/>
          </p:cNvSpPr>
          <p:nvPr>
            <p:ph type="body" idx="33" hasCustomPrompt="1"/>
          </p:nvPr>
        </p:nvSpPr>
        <p:spPr>
          <a:xfrm>
            <a:off x="2226000" y="2484000"/>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18" name="Espace réservé du texte 2">
            <a:extLst>
              <a:ext uri="{FF2B5EF4-FFF2-40B4-BE49-F238E27FC236}">
                <a16:creationId xmlns:a16="http://schemas.microsoft.com/office/drawing/2014/main" id="{2862ADEB-ACB7-D0B3-2E25-61F98DB9957F}"/>
              </a:ext>
            </a:extLst>
          </p:cNvPr>
          <p:cNvSpPr>
            <a:spLocks noGrp="1"/>
          </p:cNvSpPr>
          <p:nvPr>
            <p:ph type="body" idx="25" hasCustomPrompt="1"/>
          </p:nvPr>
        </p:nvSpPr>
        <p:spPr>
          <a:xfrm>
            <a:off x="2226064" y="2979000"/>
            <a:ext cx="1800000"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2" name="Espace réservé du texte 2">
            <a:extLst>
              <a:ext uri="{FF2B5EF4-FFF2-40B4-BE49-F238E27FC236}">
                <a16:creationId xmlns:a16="http://schemas.microsoft.com/office/drawing/2014/main" id="{A7795D90-EA21-1E52-DC18-73B1E4850EFF}"/>
              </a:ext>
            </a:extLst>
          </p:cNvPr>
          <p:cNvSpPr>
            <a:spLocks noGrp="1"/>
          </p:cNvSpPr>
          <p:nvPr>
            <p:ph type="body" idx="29" hasCustomPrompt="1"/>
          </p:nvPr>
        </p:nvSpPr>
        <p:spPr>
          <a:xfrm>
            <a:off x="2226064" y="3384563"/>
            <a:ext cx="1800000" cy="314437"/>
          </a:xfrm>
        </p:spPr>
        <p:txBody>
          <a:bodyPr tIns="0" bIns="0" anchor="t">
            <a:noAutofit/>
          </a:bodyPr>
          <a:lstStyle>
            <a:lvl1pPr marL="0" indent="0" algn="l">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15" name="Espace réservé pour une image  7">
            <a:extLst>
              <a:ext uri="{FF2B5EF4-FFF2-40B4-BE49-F238E27FC236}">
                <a16:creationId xmlns:a16="http://schemas.microsoft.com/office/drawing/2014/main" id="{19E82D64-B1BA-3B47-5683-635956A3CE1A}"/>
              </a:ext>
            </a:extLst>
          </p:cNvPr>
          <p:cNvSpPr>
            <a:spLocks noGrp="1"/>
          </p:cNvSpPr>
          <p:nvPr>
            <p:ph type="pic" sz="quarter" idx="16" hasCustomPrompt="1"/>
          </p:nvPr>
        </p:nvSpPr>
        <p:spPr>
          <a:xfrm>
            <a:off x="4183631" y="2304000"/>
            <a:ext cx="1844739" cy="1934399"/>
          </a:xfrm>
        </p:spPr>
        <p:txBody>
          <a:bodyPr bIns="972000" anchor="t"/>
          <a:lstStyle>
            <a:lvl1pPr algn="ctr">
              <a:defRPr sz="1400"/>
            </a:lvl1pPr>
          </a:lstStyle>
          <a:p>
            <a:r>
              <a:rPr lang="en-CA"/>
              <a:t>Click the icon to add a photo</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163695" y="23040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27" name="Espace réservé du texte 4">
            <a:extLst>
              <a:ext uri="{FF2B5EF4-FFF2-40B4-BE49-F238E27FC236}">
                <a16:creationId xmlns:a16="http://schemas.microsoft.com/office/drawing/2014/main" id="{8C418635-4058-4BF7-D416-41B61C6A5DAF}"/>
              </a:ext>
            </a:extLst>
          </p:cNvPr>
          <p:cNvSpPr>
            <a:spLocks noGrp="1"/>
          </p:cNvSpPr>
          <p:nvPr>
            <p:ph type="body" sz="quarter" idx="34" hasCustomPrompt="1"/>
          </p:nvPr>
        </p:nvSpPr>
        <p:spPr>
          <a:xfrm>
            <a:off x="6163695" y="2484000"/>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19" name="Espace réservé du texte 4">
            <a:extLst>
              <a:ext uri="{FF2B5EF4-FFF2-40B4-BE49-F238E27FC236}">
                <a16:creationId xmlns:a16="http://schemas.microsoft.com/office/drawing/2014/main" id="{808B0D62-C3F5-9E68-9109-CB0DE0A22A97}"/>
              </a:ext>
            </a:extLst>
          </p:cNvPr>
          <p:cNvSpPr>
            <a:spLocks noGrp="1"/>
          </p:cNvSpPr>
          <p:nvPr>
            <p:ph type="body" sz="quarter" idx="26" hasCustomPrompt="1"/>
          </p:nvPr>
        </p:nvSpPr>
        <p:spPr>
          <a:xfrm>
            <a:off x="6163695" y="2979000"/>
            <a:ext cx="1800000" cy="314437"/>
          </a:xfrm>
        </p:spPr>
        <p:txBody>
          <a:bodyPr tIns="0" bIns="0" anchor="t">
            <a:noAutofit/>
          </a:bodyPr>
          <a:lstStyle>
            <a:lvl1pPr marL="0" indent="0">
              <a:lnSpc>
                <a:spcPct val="100000"/>
              </a:lnSpc>
              <a:spcBef>
                <a:spcPts val="0"/>
              </a:spcBef>
              <a:buNone/>
              <a:defRPr sz="105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3" name="Espace réservé du texte 4">
            <a:extLst>
              <a:ext uri="{FF2B5EF4-FFF2-40B4-BE49-F238E27FC236}">
                <a16:creationId xmlns:a16="http://schemas.microsoft.com/office/drawing/2014/main" id="{E2578C84-BEB5-796E-E5A2-973A449CBD09}"/>
              </a:ext>
            </a:extLst>
          </p:cNvPr>
          <p:cNvSpPr>
            <a:spLocks noGrp="1"/>
          </p:cNvSpPr>
          <p:nvPr>
            <p:ph type="body" sz="quarter" idx="30" hasCustomPrompt="1"/>
          </p:nvPr>
        </p:nvSpPr>
        <p:spPr>
          <a:xfrm>
            <a:off x="6163695" y="3384563"/>
            <a:ext cx="1800000" cy="314437"/>
          </a:xfrm>
        </p:spPr>
        <p:txBody>
          <a:bodyPr tIns="0" bIns="0" anchor="t">
            <a:noAutofit/>
          </a:bodyPr>
          <a:lstStyle>
            <a:lvl1pPr marL="0" indent="0" algn="l">
              <a:lnSpc>
                <a:spcPct val="100000"/>
              </a:lnSpc>
              <a:spcBef>
                <a:spcPts val="0"/>
              </a:spcBef>
              <a:buNone/>
              <a:defRPr sz="105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4" name="Espace réservé pour une image  7">
            <a:extLst>
              <a:ext uri="{FF2B5EF4-FFF2-40B4-BE49-F238E27FC236}">
                <a16:creationId xmlns:a16="http://schemas.microsoft.com/office/drawing/2014/main" id="{FA2E3619-F7D6-88F8-220B-DB9A2792DA65}"/>
              </a:ext>
            </a:extLst>
          </p:cNvPr>
          <p:cNvSpPr>
            <a:spLocks noGrp="1"/>
          </p:cNvSpPr>
          <p:nvPr>
            <p:ph type="pic" sz="quarter" idx="22" hasCustomPrompt="1"/>
          </p:nvPr>
        </p:nvSpPr>
        <p:spPr>
          <a:xfrm>
            <a:off x="8121262" y="2304000"/>
            <a:ext cx="1844739" cy="1934399"/>
          </a:xfrm>
        </p:spPr>
        <p:txBody>
          <a:bodyPr bIns="972000" anchor="t"/>
          <a:lstStyle>
            <a:lvl1pPr algn="ctr">
              <a:defRPr sz="1400"/>
            </a:lvl1pPr>
          </a:lstStyle>
          <a:p>
            <a:r>
              <a:rPr lang="en-CA"/>
              <a:t>Click the icon to add a photo</a:t>
            </a:r>
          </a:p>
        </p:txBody>
      </p:sp>
      <p:sp>
        <p:nvSpPr>
          <p:cNvPr id="2" name="Espace réservé du texte 4">
            <a:extLst>
              <a:ext uri="{FF2B5EF4-FFF2-40B4-BE49-F238E27FC236}">
                <a16:creationId xmlns:a16="http://schemas.microsoft.com/office/drawing/2014/main" id="{1523AC41-C734-999E-76D5-E390573CEEBC}"/>
              </a:ext>
            </a:extLst>
          </p:cNvPr>
          <p:cNvSpPr>
            <a:spLocks noGrp="1"/>
          </p:cNvSpPr>
          <p:nvPr>
            <p:ph type="body" sz="quarter" idx="21" hasCustomPrompt="1"/>
          </p:nvPr>
        </p:nvSpPr>
        <p:spPr>
          <a:xfrm>
            <a:off x="10101325" y="23040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28" name="Espace réservé du texte 4">
            <a:extLst>
              <a:ext uri="{FF2B5EF4-FFF2-40B4-BE49-F238E27FC236}">
                <a16:creationId xmlns:a16="http://schemas.microsoft.com/office/drawing/2014/main" id="{FC4CDD64-D1E8-8CA6-68E1-34C7E6DF3E4A}"/>
              </a:ext>
            </a:extLst>
          </p:cNvPr>
          <p:cNvSpPr>
            <a:spLocks noGrp="1"/>
          </p:cNvSpPr>
          <p:nvPr>
            <p:ph type="body" sz="quarter" idx="35" hasCustomPrompt="1"/>
          </p:nvPr>
        </p:nvSpPr>
        <p:spPr>
          <a:xfrm>
            <a:off x="10101261" y="2484000"/>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20" name="Espace réservé du texte 4">
            <a:extLst>
              <a:ext uri="{FF2B5EF4-FFF2-40B4-BE49-F238E27FC236}">
                <a16:creationId xmlns:a16="http://schemas.microsoft.com/office/drawing/2014/main" id="{F3E52925-6764-3A05-C478-621F127ABB42}"/>
              </a:ext>
            </a:extLst>
          </p:cNvPr>
          <p:cNvSpPr>
            <a:spLocks noGrp="1"/>
          </p:cNvSpPr>
          <p:nvPr>
            <p:ph type="body" sz="quarter" idx="27" hasCustomPrompt="1"/>
          </p:nvPr>
        </p:nvSpPr>
        <p:spPr>
          <a:xfrm>
            <a:off x="10101262" y="2979000"/>
            <a:ext cx="1800000"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4" name="Espace réservé du texte 4">
            <a:extLst>
              <a:ext uri="{FF2B5EF4-FFF2-40B4-BE49-F238E27FC236}">
                <a16:creationId xmlns:a16="http://schemas.microsoft.com/office/drawing/2014/main" id="{04CF26B9-1B13-59D4-485B-430F4EA46EAF}"/>
              </a:ext>
            </a:extLst>
          </p:cNvPr>
          <p:cNvSpPr>
            <a:spLocks noGrp="1"/>
          </p:cNvSpPr>
          <p:nvPr>
            <p:ph type="body" sz="quarter" idx="31" hasCustomPrompt="1"/>
          </p:nvPr>
        </p:nvSpPr>
        <p:spPr>
          <a:xfrm>
            <a:off x="10101261" y="3384563"/>
            <a:ext cx="1800000" cy="314437"/>
          </a:xfrm>
        </p:spPr>
        <p:txBody>
          <a:bodyPr tIns="0" bIns="0" anchor="t">
            <a:noAutofit/>
          </a:bodyPr>
          <a:lstStyle>
            <a:lvl1pPr marL="0" indent="0" algn="l">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10" name="Espace réservé pour une image  7">
            <a:extLst>
              <a:ext uri="{FF2B5EF4-FFF2-40B4-BE49-F238E27FC236}">
                <a16:creationId xmlns:a16="http://schemas.microsoft.com/office/drawing/2014/main" id="{BF1A22E3-19D8-7DDA-D704-B461BE291CCB}"/>
              </a:ext>
            </a:extLst>
          </p:cNvPr>
          <p:cNvSpPr>
            <a:spLocks noGrp="1"/>
          </p:cNvSpPr>
          <p:nvPr>
            <p:ph type="pic" sz="quarter" idx="24" hasCustomPrompt="1"/>
          </p:nvPr>
        </p:nvSpPr>
        <p:spPr>
          <a:xfrm>
            <a:off x="246000" y="4419601"/>
            <a:ext cx="1844739" cy="1934399"/>
          </a:xfrm>
        </p:spPr>
        <p:txBody>
          <a:bodyPr bIns="972000" anchor="t"/>
          <a:lstStyle>
            <a:lvl1pPr algn="ctr">
              <a:defRPr sz="1400"/>
            </a:lvl1pPr>
          </a:lstStyle>
          <a:p>
            <a:r>
              <a:rPr lang="en-CA"/>
              <a:t>Click the icon to add a photo</a:t>
            </a:r>
          </a:p>
        </p:txBody>
      </p:sp>
      <p:sp>
        <p:nvSpPr>
          <p:cNvPr id="7" name="Espace réservé du texte 4">
            <a:extLst>
              <a:ext uri="{FF2B5EF4-FFF2-40B4-BE49-F238E27FC236}">
                <a16:creationId xmlns:a16="http://schemas.microsoft.com/office/drawing/2014/main" id="{18DDD3E1-89CF-B0C1-D667-2A4A17E3CFDD}"/>
              </a:ext>
            </a:extLst>
          </p:cNvPr>
          <p:cNvSpPr>
            <a:spLocks noGrp="1"/>
          </p:cNvSpPr>
          <p:nvPr>
            <p:ph type="body" sz="quarter" idx="23" hasCustomPrompt="1"/>
          </p:nvPr>
        </p:nvSpPr>
        <p:spPr>
          <a:xfrm>
            <a:off x="2226064" y="44196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29" name="Espace réservé du texte 4">
            <a:extLst>
              <a:ext uri="{FF2B5EF4-FFF2-40B4-BE49-F238E27FC236}">
                <a16:creationId xmlns:a16="http://schemas.microsoft.com/office/drawing/2014/main" id="{E901D3F0-AEB9-A7D2-EB29-3720A83088BA}"/>
              </a:ext>
            </a:extLst>
          </p:cNvPr>
          <p:cNvSpPr>
            <a:spLocks noGrp="1"/>
          </p:cNvSpPr>
          <p:nvPr>
            <p:ph type="body" sz="quarter" idx="36" hasCustomPrompt="1"/>
          </p:nvPr>
        </p:nvSpPr>
        <p:spPr>
          <a:xfrm>
            <a:off x="2226000" y="45996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21" name="Espace réservé du texte 4">
            <a:extLst>
              <a:ext uri="{FF2B5EF4-FFF2-40B4-BE49-F238E27FC236}">
                <a16:creationId xmlns:a16="http://schemas.microsoft.com/office/drawing/2014/main" id="{B4E06671-31AB-ABE2-8C7B-054195B37CBC}"/>
              </a:ext>
            </a:extLst>
          </p:cNvPr>
          <p:cNvSpPr>
            <a:spLocks noGrp="1"/>
          </p:cNvSpPr>
          <p:nvPr>
            <p:ph type="body" sz="quarter" idx="28" hasCustomPrompt="1"/>
          </p:nvPr>
        </p:nvSpPr>
        <p:spPr>
          <a:xfrm>
            <a:off x="2226064" y="5093437"/>
            <a:ext cx="1800000"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5" name="Espace réservé du texte 4">
            <a:extLst>
              <a:ext uri="{FF2B5EF4-FFF2-40B4-BE49-F238E27FC236}">
                <a16:creationId xmlns:a16="http://schemas.microsoft.com/office/drawing/2014/main" id="{6E43A982-F2A4-D0C0-7447-3DE32C4B64CA}"/>
              </a:ext>
            </a:extLst>
          </p:cNvPr>
          <p:cNvSpPr>
            <a:spLocks noGrp="1"/>
          </p:cNvSpPr>
          <p:nvPr>
            <p:ph type="body" sz="quarter" idx="32" hasCustomPrompt="1"/>
          </p:nvPr>
        </p:nvSpPr>
        <p:spPr>
          <a:xfrm>
            <a:off x="2226064" y="5454563"/>
            <a:ext cx="1800000" cy="314437"/>
          </a:xfrm>
        </p:spPr>
        <p:txBody>
          <a:bodyPr tIns="0" bIns="0" anchor="t">
            <a:noAutofit/>
          </a:bodyPr>
          <a:lstStyle>
            <a:lvl1pPr marL="0" indent="0" algn="l">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38" name="Espace réservé pour une image  7">
            <a:extLst>
              <a:ext uri="{FF2B5EF4-FFF2-40B4-BE49-F238E27FC236}">
                <a16:creationId xmlns:a16="http://schemas.microsoft.com/office/drawing/2014/main" id="{BB6D55BE-94C6-9685-28D9-FB4D0B16ECC4}"/>
              </a:ext>
            </a:extLst>
          </p:cNvPr>
          <p:cNvSpPr>
            <a:spLocks noGrp="1"/>
          </p:cNvSpPr>
          <p:nvPr>
            <p:ph type="pic" sz="quarter" idx="45" hasCustomPrompt="1"/>
          </p:nvPr>
        </p:nvSpPr>
        <p:spPr>
          <a:xfrm>
            <a:off x="4183631" y="4419601"/>
            <a:ext cx="1844739" cy="1934399"/>
          </a:xfrm>
        </p:spPr>
        <p:txBody>
          <a:bodyPr bIns="972000" anchor="t"/>
          <a:lstStyle>
            <a:lvl1pPr algn="ctr">
              <a:defRPr sz="1400"/>
            </a:lvl1pPr>
          </a:lstStyle>
          <a:p>
            <a:r>
              <a:rPr lang="en-CA"/>
              <a:t>Click the icon to add a photo</a:t>
            </a:r>
          </a:p>
        </p:txBody>
      </p:sp>
      <p:sp>
        <p:nvSpPr>
          <p:cNvPr id="30" name="Espace réservé du texte 4">
            <a:extLst>
              <a:ext uri="{FF2B5EF4-FFF2-40B4-BE49-F238E27FC236}">
                <a16:creationId xmlns:a16="http://schemas.microsoft.com/office/drawing/2014/main" id="{F745C33A-0EE3-9797-75B5-7D9FF7C4ABA0}"/>
              </a:ext>
            </a:extLst>
          </p:cNvPr>
          <p:cNvSpPr>
            <a:spLocks noGrp="1"/>
          </p:cNvSpPr>
          <p:nvPr>
            <p:ph type="body" sz="quarter" idx="37" hasCustomPrompt="1"/>
          </p:nvPr>
        </p:nvSpPr>
        <p:spPr>
          <a:xfrm>
            <a:off x="6163695" y="44196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33" name="Espace réservé du texte 4">
            <a:extLst>
              <a:ext uri="{FF2B5EF4-FFF2-40B4-BE49-F238E27FC236}">
                <a16:creationId xmlns:a16="http://schemas.microsoft.com/office/drawing/2014/main" id="{FD70AFFD-C635-3F64-DFC0-35CD806C1EE4}"/>
              </a:ext>
            </a:extLst>
          </p:cNvPr>
          <p:cNvSpPr>
            <a:spLocks noGrp="1"/>
          </p:cNvSpPr>
          <p:nvPr>
            <p:ph type="body" sz="quarter" idx="40" hasCustomPrompt="1"/>
          </p:nvPr>
        </p:nvSpPr>
        <p:spPr>
          <a:xfrm>
            <a:off x="6163695" y="45996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31" name="Espace réservé du texte 4">
            <a:extLst>
              <a:ext uri="{FF2B5EF4-FFF2-40B4-BE49-F238E27FC236}">
                <a16:creationId xmlns:a16="http://schemas.microsoft.com/office/drawing/2014/main" id="{A87285A6-6B33-A1C3-2C67-F4AB937490CC}"/>
              </a:ext>
            </a:extLst>
          </p:cNvPr>
          <p:cNvSpPr>
            <a:spLocks noGrp="1"/>
          </p:cNvSpPr>
          <p:nvPr>
            <p:ph type="body" sz="quarter" idx="38" hasCustomPrompt="1"/>
          </p:nvPr>
        </p:nvSpPr>
        <p:spPr>
          <a:xfrm>
            <a:off x="6163695" y="5093437"/>
            <a:ext cx="1800000"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32" name="Espace réservé du texte 4">
            <a:extLst>
              <a:ext uri="{FF2B5EF4-FFF2-40B4-BE49-F238E27FC236}">
                <a16:creationId xmlns:a16="http://schemas.microsoft.com/office/drawing/2014/main" id="{1A285816-302D-877B-FE2F-AEF1E8C62E99}"/>
              </a:ext>
            </a:extLst>
          </p:cNvPr>
          <p:cNvSpPr>
            <a:spLocks noGrp="1"/>
          </p:cNvSpPr>
          <p:nvPr>
            <p:ph type="body" sz="quarter" idx="39" hasCustomPrompt="1"/>
          </p:nvPr>
        </p:nvSpPr>
        <p:spPr>
          <a:xfrm>
            <a:off x="6163695" y="5454563"/>
            <a:ext cx="1800000" cy="314437"/>
          </a:xfrm>
        </p:spPr>
        <p:txBody>
          <a:bodyPr tIns="0" bIns="0" anchor="t">
            <a:noAutofit/>
          </a:bodyPr>
          <a:lstStyle>
            <a:lvl1pPr marL="0" indent="0" algn="l">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39" name="Espace réservé pour une image  7">
            <a:extLst>
              <a:ext uri="{FF2B5EF4-FFF2-40B4-BE49-F238E27FC236}">
                <a16:creationId xmlns:a16="http://schemas.microsoft.com/office/drawing/2014/main" id="{640C9EE4-63BF-79EE-E790-D7511F34C1DD}"/>
              </a:ext>
            </a:extLst>
          </p:cNvPr>
          <p:cNvSpPr>
            <a:spLocks noGrp="1"/>
          </p:cNvSpPr>
          <p:nvPr>
            <p:ph type="pic" sz="quarter" idx="46" hasCustomPrompt="1"/>
          </p:nvPr>
        </p:nvSpPr>
        <p:spPr>
          <a:xfrm>
            <a:off x="8121262" y="4419601"/>
            <a:ext cx="1844739" cy="1934399"/>
          </a:xfrm>
        </p:spPr>
        <p:txBody>
          <a:bodyPr bIns="972000" anchor="t"/>
          <a:lstStyle>
            <a:lvl1pPr algn="ctr">
              <a:defRPr sz="1400"/>
            </a:lvl1pPr>
          </a:lstStyle>
          <a:p>
            <a:r>
              <a:rPr lang="en-CA"/>
              <a:t>Click the icon to add a photo</a:t>
            </a:r>
          </a:p>
        </p:txBody>
      </p:sp>
      <p:sp>
        <p:nvSpPr>
          <p:cNvPr id="34" name="Espace réservé du texte 4">
            <a:extLst>
              <a:ext uri="{FF2B5EF4-FFF2-40B4-BE49-F238E27FC236}">
                <a16:creationId xmlns:a16="http://schemas.microsoft.com/office/drawing/2014/main" id="{FA4F8873-83C9-B9A5-F61E-BA496AEC528F}"/>
              </a:ext>
            </a:extLst>
          </p:cNvPr>
          <p:cNvSpPr>
            <a:spLocks noGrp="1"/>
          </p:cNvSpPr>
          <p:nvPr>
            <p:ph type="body" sz="quarter" idx="41" hasCustomPrompt="1"/>
          </p:nvPr>
        </p:nvSpPr>
        <p:spPr>
          <a:xfrm>
            <a:off x="10102800" y="44196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37" name="Espace réservé du texte 4">
            <a:extLst>
              <a:ext uri="{FF2B5EF4-FFF2-40B4-BE49-F238E27FC236}">
                <a16:creationId xmlns:a16="http://schemas.microsoft.com/office/drawing/2014/main" id="{0C1EA6BB-8AF4-3796-36CC-8E517507A499}"/>
              </a:ext>
            </a:extLst>
          </p:cNvPr>
          <p:cNvSpPr>
            <a:spLocks noGrp="1"/>
          </p:cNvSpPr>
          <p:nvPr>
            <p:ph type="body" sz="quarter" idx="44" hasCustomPrompt="1"/>
          </p:nvPr>
        </p:nvSpPr>
        <p:spPr>
          <a:xfrm>
            <a:off x="10102736" y="45996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35" name="Espace réservé du texte 4">
            <a:extLst>
              <a:ext uri="{FF2B5EF4-FFF2-40B4-BE49-F238E27FC236}">
                <a16:creationId xmlns:a16="http://schemas.microsoft.com/office/drawing/2014/main" id="{F1D42285-AAC7-9C68-A5FD-EB345E98B666}"/>
              </a:ext>
            </a:extLst>
          </p:cNvPr>
          <p:cNvSpPr>
            <a:spLocks noGrp="1"/>
          </p:cNvSpPr>
          <p:nvPr>
            <p:ph type="body" sz="quarter" idx="42" hasCustomPrompt="1"/>
          </p:nvPr>
        </p:nvSpPr>
        <p:spPr>
          <a:xfrm>
            <a:off x="10102800" y="5093437"/>
            <a:ext cx="1800000"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36" name="Espace réservé du texte 4">
            <a:extLst>
              <a:ext uri="{FF2B5EF4-FFF2-40B4-BE49-F238E27FC236}">
                <a16:creationId xmlns:a16="http://schemas.microsoft.com/office/drawing/2014/main" id="{8A0111BD-30F2-7E41-2425-2446FD443C18}"/>
              </a:ext>
            </a:extLst>
          </p:cNvPr>
          <p:cNvSpPr>
            <a:spLocks noGrp="1"/>
          </p:cNvSpPr>
          <p:nvPr>
            <p:ph type="body" sz="quarter" idx="43" hasCustomPrompt="1"/>
          </p:nvPr>
        </p:nvSpPr>
        <p:spPr>
          <a:xfrm>
            <a:off x="10102800" y="5454563"/>
            <a:ext cx="1800000" cy="314437"/>
          </a:xfrm>
        </p:spPr>
        <p:txBody>
          <a:bodyPr tIns="0" bIns="0" anchor="t">
            <a:noAutofit/>
          </a:bodyPr>
          <a:lstStyle>
            <a:lvl1pPr marL="0" indent="0" algn="l">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a:xfrm>
            <a:off x="11586000" y="6464920"/>
            <a:ext cx="359938" cy="223200"/>
          </a:xfrm>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13185406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 people + hierarchy">
    <p:spTree>
      <p:nvGrpSpPr>
        <p:cNvPr id="1" name=""/>
        <p:cNvGrpSpPr/>
        <p:nvPr/>
      </p:nvGrpSpPr>
      <p:grpSpPr>
        <a:xfrm>
          <a:off x="0" y="0"/>
          <a:ext cx="0" cy="0"/>
          <a:chOff x="0" y="0"/>
          <a:chExt cx="0" cy="0"/>
        </a:xfrm>
      </p:grpSpPr>
      <p:sp>
        <p:nvSpPr>
          <p:cNvPr id="11" name="SUJET">
            <a:extLst>
              <a:ext uri="{FF2B5EF4-FFF2-40B4-BE49-F238E27FC236}">
                <a16:creationId xmlns:a16="http://schemas.microsoft.com/office/drawing/2014/main" id="{723A56EB-490E-A77E-4C35-901B61ABC057}"/>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6" name="Titre 25">
            <a:extLst>
              <a:ext uri="{FF2B5EF4-FFF2-40B4-BE49-F238E27FC236}">
                <a16:creationId xmlns:a16="http://schemas.microsoft.com/office/drawing/2014/main" id="{14BEB8B9-22A3-B47B-1417-A342911371D4}"/>
              </a:ext>
            </a:extLst>
          </p:cNvPr>
          <p:cNvSpPr>
            <a:spLocks noGrp="1"/>
          </p:cNvSpPr>
          <p:nvPr>
            <p:ph type="title" hasCustomPrompt="1"/>
          </p:nvPr>
        </p:nvSpPr>
        <p:spPr/>
        <p:txBody>
          <a:bodyPr/>
          <a:lstStyle/>
          <a:p>
            <a:r>
              <a:rPr lang="en-CA"/>
              <a:t>Click to add a headline</a:t>
            </a:r>
          </a:p>
        </p:txBody>
      </p:sp>
      <p:sp>
        <p:nvSpPr>
          <p:cNvPr id="14" name="Espace réservé pour une image  7">
            <a:extLst>
              <a:ext uri="{FF2B5EF4-FFF2-40B4-BE49-F238E27FC236}">
                <a16:creationId xmlns:a16="http://schemas.microsoft.com/office/drawing/2014/main" id="{8D767F4C-3395-D48D-E856-DC32A907876A}"/>
              </a:ext>
            </a:extLst>
          </p:cNvPr>
          <p:cNvSpPr>
            <a:spLocks noGrp="1"/>
          </p:cNvSpPr>
          <p:nvPr>
            <p:ph type="pic" sz="quarter" idx="15" hasCustomPrompt="1"/>
          </p:nvPr>
        </p:nvSpPr>
        <p:spPr>
          <a:xfrm>
            <a:off x="246000" y="2304000"/>
            <a:ext cx="1844739" cy="1934399"/>
          </a:xfrm>
        </p:spPr>
        <p:txBody>
          <a:bodyPr bIns="972000" anchor="t"/>
          <a:lstStyle>
            <a:lvl1pPr algn="ctr">
              <a:defRPr sz="1400"/>
            </a:lvl1pPr>
          </a:lstStyle>
          <a:p>
            <a:r>
              <a:rPr lang="en-CA"/>
              <a:t>Click the icon to add a photo</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226064" y="23040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17" name="Espace réservé du texte 2">
            <a:extLst>
              <a:ext uri="{FF2B5EF4-FFF2-40B4-BE49-F238E27FC236}">
                <a16:creationId xmlns:a16="http://schemas.microsoft.com/office/drawing/2014/main" id="{B10EDF22-7AF5-00DD-BE56-B74F5F4711B7}"/>
              </a:ext>
            </a:extLst>
          </p:cNvPr>
          <p:cNvSpPr>
            <a:spLocks noGrp="1"/>
          </p:cNvSpPr>
          <p:nvPr>
            <p:ph type="body" idx="33" hasCustomPrompt="1"/>
          </p:nvPr>
        </p:nvSpPr>
        <p:spPr>
          <a:xfrm>
            <a:off x="2226000" y="2484000"/>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18" name="Espace réservé du texte 2">
            <a:extLst>
              <a:ext uri="{FF2B5EF4-FFF2-40B4-BE49-F238E27FC236}">
                <a16:creationId xmlns:a16="http://schemas.microsoft.com/office/drawing/2014/main" id="{2862ADEB-ACB7-D0B3-2E25-61F98DB9957F}"/>
              </a:ext>
            </a:extLst>
          </p:cNvPr>
          <p:cNvSpPr>
            <a:spLocks noGrp="1"/>
          </p:cNvSpPr>
          <p:nvPr>
            <p:ph type="body" idx="25" hasCustomPrompt="1"/>
          </p:nvPr>
        </p:nvSpPr>
        <p:spPr>
          <a:xfrm>
            <a:off x="2226064" y="2979000"/>
            <a:ext cx="1800000"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2" name="Espace réservé du texte 2">
            <a:extLst>
              <a:ext uri="{FF2B5EF4-FFF2-40B4-BE49-F238E27FC236}">
                <a16:creationId xmlns:a16="http://schemas.microsoft.com/office/drawing/2014/main" id="{A7795D90-EA21-1E52-DC18-73B1E4850EFF}"/>
              </a:ext>
            </a:extLst>
          </p:cNvPr>
          <p:cNvSpPr>
            <a:spLocks noGrp="1"/>
          </p:cNvSpPr>
          <p:nvPr>
            <p:ph type="body" idx="29" hasCustomPrompt="1"/>
          </p:nvPr>
        </p:nvSpPr>
        <p:spPr>
          <a:xfrm>
            <a:off x="2226064" y="3384563"/>
            <a:ext cx="1800000" cy="314437"/>
          </a:xfrm>
        </p:spPr>
        <p:txBody>
          <a:bodyPr tIns="0" bIns="0" anchor="t">
            <a:noAutofit/>
          </a:bodyPr>
          <a:lstStyle>
            <a:lvl1pPr marL="0" indent="0" algn="l">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15" name="Espace réservé pour une image  7">
            <a:extLst>
              <a:ext uri="{FF2B5EF4-FFF2-40B4-BE49-F238E27FC236}">
                <a16:creationId xmlns:a16="http://schemas.microsoft.com/office/drawing/2014/main" id="{19E82D64-B1BA-3B47-5683-635956A3CE1A}"/>
              </a:ext>
            </a:extLst>
          </p:cNvPr>
          <p:cNvSpPr>
            <a:spLocks noGrp="1"/>
          </p:cNvSpPr>
          <p:nvPr>
            <p:ph type="pic" sz="quarter" idx="16" hasCustomPrompt="1"/>
          </p:nvPr>
        </p:nvSpPr>
        <p:spPr>
          <a:xfrm>
            <a:off x="4183631" y="2304000"/>
            <a:ext cx="1844739" cy="1934399"/>
          </a:xfrm>
        </p:spPr>
        <p:txBody>
          <a:bodyPr bIns="972000" anchor="t"/>
          <a:lstStyle>
            <a:lvl1pPr algn="ctr">
              <a:defRPr sz="1400"/>
            </a:lvl1pPr>
          </a:lstStyle>
          <a:p>
            <a:r>
              <a:rPr lang="en-CA"/>
              <a:t>Click the icon to add a photo</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163695" y="23040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27" name="Espace réservé du texte 4">
            <a:extLst>
              <a:ext uri="{FF2B5EF4-FFF2-40B4-BE49-F238E27FC236}">
                <a16:creationId xmlns:a16="http://schemas.microsoft.com/office/drawing/2014/main" id="{8C418635-4058-4BF7-D416-41B61C6A5DAF}"/>
              </a:ext>
            </a:extLst>
          </p:cNvPr>
          <p:cNvSpPr>
            <a:spLocks noGrp="1"/>
          </p:cNvSpPr>
          <p:nvPr>
            <p:ph type="body" sz="quarter" idx="34" hasCustomPrompt="1"/>
          </p:nvPr>
        </p:nvSpPr>
        <p:spPr>
          <a:xfrm>
            <a:off x="6163695" y="2484000"/>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19" name="Espace réservé du texte 4">
            <a:extLst>
              <a:ext uri="{FF2B5EF4-FFF2-40B4-BE49-F238E27FC236}">
                <a16:creationId xmlns:a16="http://schemas.microsoft.com/office/drawing/2014/main" id="{808B0D62-C3F5-9E68-9109-CB0DE0A22A97}"/>
              </a:ext>
            </a:extLst>
          </p:cNvPr>
          <p:cNvSpPr>
            <a:spLocks noGrp="1"/>
          </p:cNvSpPr>
          <p:nvPr>
            <p:ph type="body" sz="quarter" idx="26" hasCustomPrompt="1"/>
          </p:nvPr>
        </p:nvSpPr>
        <p:spPr>
          <a:xfrm>
            <a:off x="6163695" y="2979000"/>
            <a:ext cx="1800000" cy="314437"/>
          </a:xfrm>
        </p:spPr>
        <p:txBody>
          <a:bodyPr tIns="0" bIns="0" anchor="t">
            <a:noAutofit/>
          </a:bodyPr>
          <a:lstStyle>
            <a:lvl1pPr marL="0" indent="0">
              <a:lnSpc>
                <a:spcPct val="100000"/>
              </a:lnSpc>
              <a:spcBef>
                <a:spcPts val="0"/>
              </a:spcBef>
              <a:buNone/>
              <a:defRPr sz="105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3" name="Espace réservé du texte 4">
            <a:extLst>
              <a:ext uri="{FF2B5EF4-FFF2-40B4-BE49-F238E27FC236}">
                <a16:creationId xmlns:a16="http://schemas.microsoft.com/office/drawing/2014/main" id="{E2578C84-BEB5-796E-E5A2-973A449CBD09}"/>
              </a:ext>
            </a:extLst>
          </p:cNvPr>
          <p:cNvSpPr>
            <a:spLocks noGrp="1"/>
          </p:cNvSpPr>
          <p:nvPr>
            <p:ph type="body" sz="quarter" idx="30" hasCustomPrompt="1"/>
          </p:nvPr>
        </p:nvSpPr>
        <p:spPr>
          <a:xfrm>
            <a:off x="6163695" y="3384563"/>
            <a:ext cx="1800000" cy="314437"/>
          </a:xfrm>
        </p:spPr>
        <p:txBody>
          <a:bodyPr tIns="0" bIns="0" anchor="t">
            <a:noAutofit/>
          </a:bodyPr>
          <a:lstStyle>
            <a:lvl1pPr marL="0" indent="0" algn="l">
              <a:lnSpc>
                <a:spcPct val="100000"/>
              </a:lnSpc>
              <a:spcBef>
                <a:spcPts val="0"/>
              </a:spcBef>
              <a:buNone/>
              <a:defRPr sz="105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4" name="Espace réservé pour une image  7">
            <a:extLst>
              <a:ext uri="{FF2B5EF4-FFF2-40B4-BE49-F238E27FC236}">
                <a16:creationId xmlns:a16="http://schemas.microsoft.com/office/drawing/2014/main" id="{FA2E3619-F7D6-88F8-220B-DB9A2792DA65}"/>
              </a:ext>
            </a:extLst>
          </p:cNvPr>
          <p:cNvSpPr>
            <a:spLocks noGrp="1"/>
          </p:cNvSpPr>
          <p:nvPr>
            <p:ph type="pic" sz="quarter" idx="22" hasCustomPrompt="1"/>
          </p:nvPr>
        </p:nvSpPr>
        <p:spPr>
          <a:xfrm>
            <a:off x="8121262" y="2304000"/>
            <a:ext cx="1844739" cy="1934399"/>
          </a:xfrm>
        </p:spPr>
        <p:txBody>
          <a:bodyPr bIns="972000" anchor="t"/>
          <a:lstStyle>
            <a:lvl1pPr algn="ctr">
              <a:defRPr sz="1400"/>
            </a:lvl1pPr>
          </a:lstStyle>
          <a:p>
            <a:r>
              <a:rPr lang="en-CA"/>
              <a:t>Click the icon to add a photo</a:t>
            </a:r>
          </a:p>
        </p:txBody>
      </p:sp>
      <p:sp>
        <p:nvSpPr>
          <p:cNvPr id="2" name="Espace réservé du texte 4">
            <a:extLst>
              <a:ext uri="{FF2B5EF4-FFF2-40B4-BE49-F238E27FC236}">
                <a16:creationId xmlns:a16="http://schemas.microsoft.com/office/drawing/2014/main" id="{1523AC41-C734-999E-76D5-E390573CEEBC}"/>
              </a:ext>
            </a:extLst>
          </p:cNvPr>
          <p:cNvSpPr>
            <a:spLocks noGrp="1"/>
          </p:cNvSpPr>
          <p:nvPr>
            <p:ph type="body" sz="quarter" idx="21" hasCustomPrompt="1"/>
          </p:nvPr>
        </p:nvSpPr>
        <p:spPr>
          <a:xfrm>
            <a:off x="10101325" y="23040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28" name="Espace réservé du texte 4">
            <a:extLst>
              <a:ext uri="{FF2B5EF4-FFF2-40B4-BE49-F238E27FC236}">
                <a16:creationId xmlns:a16="http://schemas.microsoft.com/office/drawing/2014/main" id="{FC4CDD64-D1E8-8CA6-68E1-34C7E6DF3E4A}"/>
              </a:ext>
            </a:extLst>
          </p:cNvPr>
          <p:cNvSpPr>
            <a:spLocks noGrp="1"/>
          </p:cNvSpPr>
          <p:nvPr>
            <p:ph type="body" sz="quarter" idx="35" hasCustomPrompt="1"/>
          </p:nvPr>
        </p:nvSpPr>
        <p:spPr>
          <a:xfrm>
            <a:off x="10101261" y="2484000"/>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20" name="Espace réservé du texte 4">
            <a:extLst>
              <a:ext uri="{FF2B5EF4-FFF2-40B4-BE49-F238E27FC236}">
                <a16:creationId xmlns:a16="http://schemas.microsoft.com/office/drawing/2014/main" id="{F3E52925-6764-3A05-C478-621F127ABB42}"/>
              </a:ext>
            </a:extLst>
          </p:cNvPr>
          <p:cNvSpPr>
            <a:spLocks noGrp="1"/>
          </p:cNvSpPr>
          <p:nvPr>
            <p:ph type="body" sz="quarter" idx="27" hasCustomPrompt="1"/>
          </p:nvPr>
        </p:nvSpPr>
        <p:spPr>
          <a:xfrm>
            <a:off x="10101262" y="2979000"/>
            <a:ext cx="1800000"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24" name="Espace réservé du texte 4">
            <a:extLst>
              <a:ext uri="{FF2B5EF4-FFF2-40B4-BE49-F238E27FC236}">
                <a16:creationId xmlns:a16="http://schemas.microsoft.com/office/drawing/2014/main" id="{04CF26B9-1B13-59D4-485B-430F4EA46EAF}"/>
              </a:ext>
            </a:extLst>
          </p:cNvPr>
          <p:cNvSpPr>
            <a:spLocks noGrp="1"/>
          </p:cNvSpPr>
          <p:nvPr>
            <p:ph type="body" sz="quarter" idx="31" hasCustomPrompt="1"/>
          </p:nvPr>
        </p:nvSpPr>
        <p:spPr>
          <a:xfrm>
            <a:off x="10101261" y="3384563"/>
            <a:ext cx="1800000" cy="314437"/>
          </a:xfrm>
        </p:spPr>
        <p:txBody>
          <a:bodyPr tIns="0" bIns="0" anchor="t">
            <a:noAutofit/>
          </a:bodyPr>
          <a:lstStyle>
            <a:lvl1pPr marL="0" indent="0" algn="l">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38" name="Espace réservé pour une image  7">
            <a:extLst>
              <a:ext uri="{FF2B5EF4-FFF2-40B4-BE49-F238E27FC236}">
                <a16:creationId xmlns:a16="http://schemas.microsoft.com/office/drawing/2014/main" id="{BB6D55BE-94C6-9685-28D9-FB4D0B16ECC4}"/>
              </a:ext>
            </a:extLst>
          </p:cNvPr>
          <p:cNvSpPr>
            <a:spLocks noGrp="1"/>
          </p:cNvSpPr>
          <p:nvPr>
            <p:ph type="pic" sz="quarter" idx="45" hasCustomPrompt="1"/>
          </p:nvPr>
        </p:nvSpPr>
        <p:spPr>
          <a:xfrm>
            <a:off x="4183631" y="4419601"/>
            <a:ext cx="1844739" cy="1934399"/>
          </a:xfrm>
        </p:spPr>
        <p:txBody>
          <a:bodyPr bIns="972000" anchor="t"/>
          <a:lstStyle>
            <a:lvl1pPr algn="ctr">
              <a:defRPr sz="1400"/>
            </a:lvl1pPr>
          </a:lstStyle>
          <a:p>
            <a:r>
              <a:rPr lang="en-CA"/>
              <a:t>Click the icon to add a photo</a:t>
            </a:r>
          </a:p>
        </p:txBody>
      </p:sp>
      <p:sp>
        <p:nvSpPr>
          <p:cNvPr id="30" name="Espace réservé du texte 4">
            <a:extLst>
              <a:ext uri="{FF2B5EF4-FFF2-40B4-BE49-F238E27FC236}">
                <a16:creationId xmlns:a16="http://schemas.microsoft.com/office/drawing/2014/main" id="{F745C33A-0EE3-9797-75B5-7D9FF7C4ABA0}"/>
              </a:ext>
            </a:extLst>
          </p:cNvPr>
          <p:cNvSpPr>
            <a:spLocks noGrp="1"/>
          </p:cNvSpPr>
          <p:nvPr>
            <p:ph type="body" sz="quarter" idx="37" hasCustomPrompt="1"/>
          </p:nvPr>
        </p:nvSpPr>
        <p:spPr>
          <a:xfrm>
            <a:off x="6163695" y="44196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33" name="Espace réservé du texte 4">
            <a:extLst>
              <a:ext uri="{FF2B5EF4-FFF2-40B4-BE49-F238E27FC236}">
                <a16:creationId xmlns:a16="http://schemas.microsoft.com/office/drawing/2014/main" id="{FD70AFFD-C635-3F64-DFC0-35CD806C1EE4}"/>
              </a:ext>
            </a:extLst>
          </p:cNvPr>
          <p:cNvSpPr>
            <a:spLocks noGrp="1"/>
          </p:cNvSpPr>
          <p:nvPr>
            <p:ph type="body" sz="quarter" idx="40" hasCustomPrompt="1"/>
          </p:nvPr>
        </p:nvSpPr>
        <p:spPr>
          <a:xfrm>
            <a:off x="6163695" y="45996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31" name="Espace réservé du texte 4">
            <a:extLst>
              <a:ext uri="{FF2B5EF4-FFF2-40B4-BE49-F238E27FC236}">
                <a16:creationId xmlns:a16="http://schemas.microsoft.com/office/drawing/2014/main" id="{A87285A6-6B33-A1C3-2C67-F4AB937490CC}"/>
              </a:ext>
            </a:extLst>
          </p:cNvPr>
          <p:cNvSpPr>
            <a:spLocks noGrp="1"/>
          </p:cNvSpPr>
          <p:nvPr>
            <p:ph type="body" sz="quarter" idx="38" hasCustomPrompt="1"/>
          </p:nvPr>
        </p:nvSpPr>
        <p:spPr>
          <a:xfrm>
            <a:off x="6163695" y="5093437"/>
            <a:ext cx="1800000"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32" name="Espace réservé du texte 4">
            <a:extLst>
              <a:ext uri="{FF2B5EF4-FFF2-40B4-BE49-F238E27FC236}">
                <a16:creationId xmlns:a16="http://schemas.microsoft.com/office/drawing/2014/main" id="{1A285816-302D-877B-FE2F-AEF1E8C62E99}"/>
              </a:ext>
            </a:extLst>
          </p:cNvPr>
          <p:cNvSpPr>
            <a:spLocks noGrp="1"/>
          </p:cNvSpPr>
          <p:nvPr>
            <p:ph type="body" sz="quarter" idx="39" hasCustomPrompt="1"/>
          </p:nvPr>
        </p:nvSpPr>
        <p:spPr>
          <a:xfrm>
            <a:off x="6163695" y="5454563"/>
            <a:ext cx="1800000" cy="314437"/>
          </a:xfrm>
        </p:spPr>
        <p:txBody>
          <a:bodyPr tIns="0" bIns="0" anchor="t">
            <a:noAutofit/>
          </a:bodyPr>
          <a:lstStyle>
            <a:lvl1pPr marL="0" indent="0" algn="l">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39" name="Espace réservé pour une image  7">
            <a:extLst>
              <a:ext uri="{FF2B5EF4-FFF2-40B4-BE49-F238E27FC236}">
                <a16:creationId xmlns:a16="http://schemas.microsoft.com/office/drawing/2014/main" id="{640C9EE4-63BF-79EE-E790-D7511F34C1DD}"/>
              </a:ext>
            </a:extLst>
          </p:cNvPr>
          <p:cNvSpPr>
            <a:spLocks noGrp="1"/>
          </p:cNvSpPr>
          <p:nvPr>
            <p:ph type="pic" sz="quarter" idx="46" hasCustomPrompt="1"/>
          </p:nvPr>
        </p:nvSpPr>
        <p:spPr>
          <a:xfrm>
            <a:off x="8121262" y="4419601"/>
            <a:ext cx="1844739" cy="1934399"/>
          </a:xfrm>
        </p:spPr>
        <p:txBody>
          <a:bodyPr bIns="972000" anchor="t"/>
          <a:lstStyle>
            <a:lvl1pPr algn="ctr">
              <a:defRPr sz="1400"/>
            </a:lvl1pPr>
          </a:lstStyle>
          <a:p>
            <a:r>
              <a:rPr lang="en-CA"/>
              <a:t>Click the icon to add a photo</a:t>
            </a:r>
          </a:p>
        </p:txBody>
      </p:sp>
      <p:sp>
        <p:nvSpPr>
          <p:cNvPr id="34" name="Espace réservé du texte 4">
            <a:extLst>
              <a:ext uri="{FF2B5EF4-FFF2-40B4-BE49-F238E27FC236}">
                <a16:creationId xmlns:a16="http://schemas.microsoft.com/office/drawing/2014/main" id="{FA4F8873-83C9-B9A5-F61E-BA496AEC528F}"/>
              </a:ext>
            </a:extLst>
          </p:cNvPr>
          <p:cNvSpPr>
            <a:spLocks noGrp="1"/>
          </p:cNvSpPr>
          <p:nvPr>
            <p:ph type="body" sz="quarter" idx="41" hasCustomPrompt="1"/>
          </p:nvPr>
        </p:nvSpPr>
        <p:spPr>
          <a:xfrm>
            <a:off x="10102800" y="44196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First name</a:t>
            </a:r>
          </a:p>
        </p:txBody>
      </p:sp>
      <p:sp>
        <p:nvSpPr>
          <p:cNvPr id="37" name="Espace réservé du texte 4">
            <a:extLst>
              <a:ext uri="{FF2B5EF4-FFF2-40B4-BE49-F238E27FC236}">
                <a16:creationId xmlns:a16="http://schemas.microsoft.com/office/drawing/2014/main" id="{0C1EA6BB-8AF4-3796-36CC-8E517507A499}"/>
              </a:ext>
            </a:extLst>
          </p:cNvPr>
          <p:cNvSpPr>
            <a:spLocks noGrp="1"/>
          </p:cNvSpPr>
          <p:nvPr>
            <p:ph type="body" sz="quarter" idx="44" hasCustomPrompt="1"/>
          </p:nvPr>
        </p:nvSpPr>
        <p:spPr>
          <a:xfrm>
            <a:off x="10102736" y="4599601"/>
            <a:ext cx="1800000" cy="180000"/>
          </a:xfrm>
        </p:spPr>
        <p:txBody>
          <a:bodyPr tIns="0" bIns="0" anchor="t">
            <a:noAutofit/>
          </a:bodyPr>
          <a:lstStyle>
            <a:lvl1pPr marL="0" indent="0">
              <a:lnSpc>
                <a:spcPct val="100000"/>
              </a:lnSpc>
              <a:spcBef>
                <a:spcPts val="0"/>
              </a:spcBef>
              <a:buNone/>
              <a:defRPr sz="1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Last name</a:t>
            </a:r>
          </a:p>
        </p:txBody>
      </p:sp>
      <p:sp>
        <p:nvSpPr>
          <p:cNvPr id="35" name="Espace réservé du texte 4">
            <a:extLst>
              <a:ext uri="{FF2B5EF4-FFF2-40B4-BE49-F238E27FC236}">
                <a16:creationId xmlns:a16="http://schemas.microsoft.com/office/drawing/2014/main" id="{F1D42285-AAC7-9C68-A5FD-EB345E98B666}"/>
              </a:ext>
            </a:extLst>
          </p:cNvPr>
          <p:cNvSpPr>
            <a:spLocks noGrp="1"/>
          </p:cNvSpPr>
          <p:nvPr>
            <p:ph type="body" sz="quarter" idx="42" hasCustomPrompt="1"/>
          </p:nvPr>
        </p:nvSpPr>
        <p:spPr>
          <a:xfrm>
            <a:off x="10102800" y="5093437"/>
            <a:ext cx="1800000" cy="314437"/>
          </a:xfrm>
        </p:spPr>
        <p:txBody>
          <a:bodyPr tIns="0" bIns="0" anchor="t">
            <a:noAutofit/>
          </a:bodyPr>
          <a:lstStyle>
            <a:lvl1pPr marL="0" indent="0">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Title</a:t>
            </a:r>
          </a:p>
        </p:txBody>
      </p:sp>
      <p:sp>
        <p:nvSpPr>
          <p:cNvPr id="36" name="Espace réservé du texte 4">
            <a:extLst>
              <a:ext uri="{FF2B5EF4-FFF2-40B4-BE49-F238E27FC236}">
                <a16:creationId xmlns:a16="http://schemas.microsoft.com/office/drawing/2014/main" id="{8A0111BD-30F2-7E41-2425-2446FD443C18}"/>
              </a:ext>
            </a:extLst>
          </p:cNvPr>
          <p:cNvSpPr>
            <a:spLocks noGrp="1"/>
          </p:cNvSpPr>
          <p:nvPr>
            <p:ph type="body" sz="quarter" idx="43" hasCustomPrompt="1"/>
          </p:nvPr>
        </p:nvSpPr>
        <p:spPr>
          <a:xfrm>
            <a:off x="10102800" y="5454563"/>
            <a:ext cx="1800000" cy="314437"/>
          </a:xfrm>
        </p:spPr>
        <p:txBody>
          <a:bodyPr tIns="0" bIns="0" anchor="t">
            <a:noAutofit/>
          </a:bodyPr>
          <a:lstStyle>
            <a:lvl1pPr marL="0" indent="0" algn="l">
              <a:lnSpc>
                <a:spcPct val="100000"/>
              </a:lnSpc>
              <a:spcBef>
                <a:spcPts val="0"/>
              </a:spcBef>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 years of experience</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a:xfrm>
            <a:off x="11586000" y="6464920"/>
            <a:ext cx="359938" cy="223200"/>
          </a:xfrm>
        </p:spPr>
        <p:txBody>
          <a:bodyPr/>
          <a:lstStyle/>
          <a:p>
            <a:fld id="{21DAE3DD-E46F-48E2-BAED-1C2B457B4828}" type="slidenum">
              <a:rPr lang="en-CA" smtClean="0"/>
              <a:t>‹#›</a:t>
            </a:fld>
            <a:endParaRPr lang="en-CA"/>
          </a:p>
        </p:txBody>
      </p:sp>
      <p:cxnSp>
        <p:nvCxnSpPr>
          <p:cNvPr id="12" name="Connecteur droit 11">
            <a:extLst>
              <a:ext uri="{FF2B5EF4-FFF2-40B4-BE49-F238E27FC236}">
                <a16:creationId xmlns:a16="http://schemas.microsoft.com/office/drawing/2014/main" id="{4BD92A40-44EA-8128-DED2-225D608A6A75}"/>
              </a:ext>
              <a:ext uri="{C183D7F6-B498-43B3-948B-1728B52AA6E4}">
                <adec:decorative xmlns:adec="http://schemas.microsoft.com/office/drawing/2017/decorative" val="1"/>
              </a:ext>
            </a:extLst>
          </p:cNvPr>
          <p:cNvCxnSpPr>
            <a:cxnSpLocks/>
          </p:cNvCxnSpPr>
          <p:nvPr userDrawn="1"/>
        </p:nvCxnSpPr>
        <p:spPr>
          <a:xfrm>
            <a:off x="246063" y="4419600"/>
            <a:ext cx="38592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F244266F-92AD-FBDB-D88B-A9D9E8BC6803}"/>
              </a:ext>
              <a:ext uri="{C183D7F6-B498-43B3-948B-1728B52AA6E4}">
                <adec:decorative xmlns:adec="http://schemas.microsoft.com/office/drawing/2017/decorative" val="1"/>
              </a:ext>
            </a:extLst>
          </p:cNvPr>
          <p:cNvCxnSpPr/>
          <p:nvPr userDrawn="1"/>
        </p:nvCxnSpPr>
        <p:spPr>
          <a:xfrm>
            <a:off x="4104847" y="2304000"/>
            <a:ext cx="0" cy="40500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Connecteur droit 40">
            <a:extLst>
              <a:ext uri="{FF2B5EF4-FFF2-40B4-BE49-F238E27FC236}">
                <a16:creationId xmlns:a16="http://schemas.microsoft.com/office/drawing/2014/main" id="{8A3A6282-67B1-A817-D5AA-44DC67AA0684}"/>
              </a:ext>
              <a:ext uri="{C183D7F6-B498-43B3-948B-1728B52AA6E4}">
                <adec:decorative xmlns:adec="http://schemas.microsoft.com/office/drawing/2017/decorative" val="1"/>
              </a:ext>
            </a:extLst>
          </p:cNvPr>
          <p:cNvCxnSpPr/>
          <p:nvPr userDrawn="1"/>
        </p:nvCxnSpPr>
        <p:spPr>
          <a:xfrm>
            <a:off x="8042479" y="2304000"/>
            <a:ext cx="0" cy="405000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938627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Other layout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Other layouts</a:t>
            </a:r>
          </a:p>
        </p:txBody>
      </p:sp>
    </p:spTree>
    <p:extLst>
      <p:ext uri="{BB962C8B-B14F-4D97-AF65-F5344CB8AC3E}">
        <p14:creationId xmlns:p14="http://schemas.microsoft.com/office/powerpoint/2010/main" val="4076630300"/>
      </p:ext>
    </p:extLst>
  </p:cSld>
  <p:clrMapOvr>
    <a:overrideClrMapping bg1="dk1" tx1="lt1" bg2="dk2" tx2="lt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Left title">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3B98DAA8-071F-8ED7-CF1B-D40504DD5C55}"/>
              </a:ext>
              <a:ext uri="{C183D7F6-B498-43B3-948B-1728B52AA6E4}">
                <adec:decorative xmlns:adec="http://schemas.microsoft.com/office/drawing/2017/decorative" val="1"/>
              </a:ext>
            </a:extLst>
          </p:cNvPr>
          <p:cNvSpPr>
            <a:spLocks/>
          </p:cNvSpPr>
          <p:nvPr userDrawn="1"/>
        </p:nvSpPr>
        <p:spPr>
          <a:xfrm>
            <a:off x="0" y="0"/>
            <a:ext cx="4064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pPr>
            <a:endParaRPr lang="en-CA"/>
          </a:p>
        </p:txBody>
      </p:sp>
      <p:sp>
        <p:nvSpPr>
          <p:cNvPr id="53" name="ZoneTexte 52">
            <a:extLst>
              <a:ext uri="{FF2B5EF4-FFF2-40B4-BE49-F238E27FC236}">
                <a16:creationId xmlns:a16="http://schemas.microsoft.com/office/drawing/2014/main" id="{4279C3A8-7A05-86BD-E119-B6F58A5337CA}"/>
              </a:ext>
              <a:ext uri="{C183D7F6-B498-43B3-948B-1728B52AA6E4}">
                <adec:decorative xmlns:adec="http://schemas.microsoft.com/office/drawing/2017/decorative" val="1"/>
              </a:ext>
            </a:extLst>
          </p:cNvPr>
          <p:cNvSpPr txBox="1"/>
          <p:nvPr userDrawn="1"/>
        </p:nvSpPr>
        <p:spPr>
          <a:xfrm>
            <a:off x="178823" y="6464920"/>
            <a:ext cx="2204937" cy="223200"/>
          </a:xfrm>
          <a:prstGeom prst="rect">
            <a:avLst/>
          </a:prstGeom>
          <a:noFill/>
        </p:spPr>
        <p:txBody>
          <a:bodyPr wrap="square" rtlCol="0" anchor="ctr">
            <a:spAutoFit/>
          </a:bodyPr>
          <a:lstStyle/>
          <a:p>
            <a:r>
              <a:rPr lang="en-CA" sz="800">
                <a:solidFill>
                  <a:schemeClr val="tx1"/>
                </a:solidFill>
              </a:rPr>
              <a:t>National Bank</a:t>
            </a:r>
          </a:p>
        </p:txBody>
      </p:sp>
      <p:sp>
        <p:nvSpPr>
          <p:cNvPr id="8" name="SUJET">
            <a:extLst>
              <a:ext uri="{FF2B5EF4-FFF2-40B4-BE49-F238E27FC236}">
                <a16:creationId xmlns:a16="http://schemas.microsoft.com/office/drawing/2014/main" id="{C011188E-AB6E-B7FF-B3A1-225DF6369AF4}"/>
              </a:ext>
            </a:extLst>
          </p:cNvPr>
          <p:cNvSpPr>
            <a:spLocks noGrp="1"/>
          </p:cNvSpPr>
          <p:nvPr>
            <p:ph type="body" sz="quarter" idx="13" hasCustomPrompt="1"/>
          </p:nvPr>
        </p:nvSpPr>
        <p:spPr>
          <a:xfrm>
            <a:off x="246063" y="233999"/>
            <a:ext cx="355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A8E280B6-F7AC-A796-AA2A-BF994A25AA9D}"/>
              </a:ext>
            </a:extLst>
          </p:cNvPr>
          <p:cNvSpPr>
            <a:spLocks noGrp="1"/>
          </p:cNvSpPr>
          <p:nvPr>
            <p:ph type="title" hasCustomPrompt="1"/>
          </p:nvPr>
        </p:nvSpPr>
        <p:spPr>
          <a:xfrm>
            <a:off x="246063" y="413999"/>
            <a:ext cx="3554937" cy="5940763"/>
          </a:xfrm>
        </p:spPr>
        <p:txBody>
          <a:bodyPr/>
          <a:lstStyle>
            <a:lvl1pPr>
              <a:defRPr sz="4000">
                <a:solidFill>
                  <a:schemeClr val="tx1"/>
                </a:solidFill>
              </a:defRPr>
            </a:lvl1pPr>
          </a:lstStyle>
          <a:p>
            <a:r>
              <a:rPr lang="en-CA"/>
              <a:t>Click to add a headline</a:t>
            </a:r>
          </a:p>
        </p:txBody>
      </p:sp>
      <p:sp>
        <p:nvSpPr>
          <p:cNvPr id="3" name="Espace réservé du contenu 2">
            <a:extLst>
              <a:ext uri="{FF2B5EF4-FFF2-40B4-BE49-F238E27FC236}">
                <a16:creationId xmlns:a16="http://schemas.microsoft.com/office/drawing/2014/main" id="{DE7749EC-42B2-CEE5-9D95-572D91A3BC49}"/>
              </a:ext>
            </a:extLst>
          </p:cNvPr>
          <p:cNvSpPr>
            <a:spLocks noGrp="1"/>
          </p:cNvSpPr>
          <p:nvPr>
            <p:ph idx="1" hasCustomPrompt="1"/>
          </p:nvPr>
        </p:nvSpPr>
        <p:spPr>
          <a:xfrm>
            <a:off x="4296000" y="414000"/>
            <a:ext cx="7649938" cy="5940763"/>
          </a:xfrm>
        </p:spPr>
        <p:txBody>
          <a:bodyPr lIns="0" tIns="198000" rIns="0" bIns="198000"/>
          <a:lstStyle>
            <a:lvl1pPr>
              <a:defRPr/>
            </a:lvl1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pied de page 4">
            <a:extLst>
              <a:ext uri="{FF2B5EF4-FFF2-40B4-BE49-F238E27FC236}">
                <a16:creationId xmlns:a16="http://schemas.microsoft.com/office/drawing/2014/main" id="{8046CAA4-59E5-FA78-23DC-EF35D4F8814D}"/>
              </a:ext>
            </a:extLst>
          </p:cNvPr>
          <p:cNvSpPr>
            <a:spLocks noGrp="1"/>
          </p:cNvSpPr>
          <p:nvPr>
            <p:ph type="ftr" sz="quarter" idx="11"/>
          </p:nvPr>
        </p:nvSpPr>
        <p:spPr/>
        <p:txBody>
          <a:bodyPr/>
          <a:lstStyle/>
          <a:p>
            <a:endParaRPr lang="en-CA"/>
          </a:p>
        </p:txBody>
      </p:sp>
      <p:sp>
        <p:nvSpPr>
          <p:cNvPr id="6" name="Espace réservé du numéro de diapositive 5">
            <a:extLst>
              <a:ext uri="{FF2B5EF4-FFF2-40B4-BE49-F238E27FC236}">
                <a16:creationId xmlns:a16="http://schemas.microsoft.com/office/drawing/2014/main" id="{F8E07E85-8138-0B06-9C07-559CC2D5EA40}"/>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00063183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Lowered title and content">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1313486"/>
            <a:ext cx="5714937" cy="936000"/>
          </a:xfrm>
        </p:spPr>
        <p:txBody>
          <a:bodyPr/>
          <a:lstStyle>
            <a:lvl1pPr>
              <a:defRPr>
                <a:solidFill>
                  <a:schemeClr val="tx1"/>
                </a:solidFill>
              </a:defRPr>
            </a:lvl1pPr>
          </a:lstStyle>
          <a:p>
            <a:r>
              <a:rPr lang="en-CA"/>
              <a:t>Click to add a headline</a:t>
            </a:r>
          </a:p>
        </p:txBody>
      </p:sp>
      <p:sp>
        <p:nvSpPr>
          <p:cNvPr id="5" name="Espace réservé du contenu 5">
            <a:extLst>
              <a:ext uri="{FF2B5EF4-FFF2-40B4-BE49-F238E27FC236}">
                <a16:creationId xmlns:a16="http://schemas.microsoft.com/office/drawing/2014/main" id="{EE4ED9E4-1ABB-9FFB-0DF6-75830D747E99}"/>
              </a:ext>
            </a:extLst>
          </p:cNvPr>
          <p:cNvSpPr>
            <a:spLocks noGrp="1"/>
          </p:cNvSpPr>
          <p:nvPr>
            <p:ph sz="quarter" idx="15" hasCustomPrompt="1"/>
          </p:nvPr>
        </p:nvSpPr>
        <p:spPr>
          <a:xfrm>
            <a:off x="246063" y="2484000"/>
            <a:ext cx="11699875" cy="3870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44552147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_Lowered title and content">
    <p:bg>
      <p:bgRef idx="1001">
        <a:schemeClr val="bg2"/>
      </p:bgRef>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1313486"/>
            <a:ext cx="5714937" cy="936000"/>
          </a:xfrm>
        </p:spPr>
        <p:txBody>
          <a:bodyPr/>
          <a:lstStyle>
            <a:lvl1pPr>
              <a:defRPr>
                <a:solidFill>
                  <a:schemeClr val="tx1"/>
                </a:solidFill>
              </a:defRPr>
            </a:lvl1pPr>
          </a:lstStyle>
          <a:p>
            <a:r>
              <a:rPr lang="en-CA"/>
              <a:t>Click to add a headline</a:t>
            </a:r>
          </a:p>
        </p:txBody>
      </p:sp>
      <p:sp>
        <p:nvSpPr>
          <p:cNvPr id="5" name="Espace réservé du contenu 5">
            <a:extLst>
              <a:ext uri="{FF2B5EF4-FFF2-40B4-BE49-F238E27FC236}">
                <a16:creationId xmlns:a16="http://schemas.microsoft.com/office/drawing/2014/main" id="{EE4ED9E4-1ABB-9FFB-0DF6-75830D747E99}"/>
              </a:ext>
            </a:extLst>
          </p:cNvPr>
          <p:cNvSpPr>
            <a:spLocks noGrp="1"/>
          </p:cNvSpPr>
          <p:nvPr>
            <p:ph sz="quarter" idx="15" hasCustomPrompt="1"/>
          </p:nvPr>
        </p:nvSpPr>
        <p:spPr>
          <a:xfrm>
            <a:off x="246063" y="2484000"/>
            <a:ext cx="11699875" cy="3870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484555685"/>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3 blocks">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314000"/>
            <a:ext cx="5716800" cy="945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6229138" y="1314000"/>
            <a:ext cx="5716800" cy="945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p:txBody>
      </p:sp>
      <p:sp>
        <p:nvSpPr>
          <p:cNvPr id="5" name="Espace réservé du contenu 5">
            <a:extLst>
              <a:ext uri="{FF2B5EF4-FFF2-40B4-BE49-F238E27FC236}">
                <a16:creationId xmlns:a16="http://schemas.microsoft.com/office/drawing/2014/main" id="{EE4ED9E4-1ABB-9FFB-0DF6-75830D747E99}"/>
              </a:ext>
            </a:extLst>
          </p:cNvPr>
          <p:cNvSpPr>
            <a:spLocks noGrp="1"/>
          </p:cNvSpPr>
          <p:nvPr>
            <p:ph sz="quarter" idx="15" hasCustomPrompt="1"/>
          </p:nvPr>
        </p:nvSpPr>
        <p:spPr>
          <a:xfrm>
            <a:off x="246063" y="2484000"/>
            <a:ext cx="11699875" cy="3870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187989358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G_3 blocks">
    <p:bg>
      <p:bgPr>
        <a:solidFill>
          <a:schemeClr val="tx2"/>
        </a:solidFill>
        <a:effectLst/>
      </p:bgPr>
    </p:bg>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314000"/>
            <a:ext cx="5716800" cy="945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6229138" y="1314000"/>
            <a:ext cx="5716800" cy="9450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p:txBody>
      </p:sp>
      <p:sp>
        <p:nvSpPr>
          <p:cNvPr id="5" name="Espace réservé du contenu 5">
            <a:extLst>
              <a:ext uri="{FF2B5EF4-FFF2-40B4-BE49-F238E27FC236}">
                <a16:creationId xmlns:a16="http://schemas.microsoft.com/office/drawing/2014/main" id="{EE4ED9E4-1ABB-9FFB-0DF6-75830D747E99}"/>
              </a:ext>
            </a:extLst>
          </p:cNvPr>
          <p:cNvSpPr>
            <a:spLocks noGrp="1"/>
          </p:cNvSpPr>
          <p:nvPr>
            <p:ph sz="quarter" idx="15" hasCustomPrompt="1"/>
          </p:nvPr>
        </p:nvSpPr>
        <p:spPr>
          <a:xfrm>
            <a:off x="246063" y="2484000"/>
            <a:ext cx="11699875" cy="3870000"/>
          </a:xfrm>
          <a:noFill/>
          <a:effectLst/>
        </p:spPr>
        <p:txBody>
          <a:bodyPr tIns="72000" bIns="72000"/>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87220363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4 blocks">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402200"/>
            <a:ext cx="5716800" cy="238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6229138" y="1402200"/>
            <a:ext cx="5716800" cy="238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4" name="Espace réservé du contenu 2">
            <a:extLst>
              <a:ext uri="{FF2B5EF4-FFF2-40B4-BE49-F238E27FC236}">
                <a16:creationId xmlns:a16="http://schemas.microsoft.com/office/drawing/2014/main" id="{79671C13-D1A7-D2D6-4CB7-A849EBEBF803}"/>
              </a:ext>
            </a:extLst>
          </p:cNvPr>
          <p:cNvSpPr>
            <a:spLocks noGrp="1"/>
          </p:cNvSpPr>
          <p:nvPr>
            <p:ph sz="half" idx="15" hasCustomPrompt="1"/>
          </p:nvPr>
        </p:nvSpPr>
        <p:spPr>
          <a:xfrm>
            <a:off x="246000" y="3969000"/>
            <a:ext cx="5716800" cy="238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5" name="Espace réservé du contenu 3">
            <a:extLst>
              <a:ext uri="{FF2B5EF4-FFF2-40B4-BE49-F238E27FC236}">
                <a16:creationId xmlns:a16="http://schemas.microsoft.com/office/drawing/2014/main" id="{E85BE0D7-62F6-6EB9-FFE6-AEFBDC66A9C7}"/>
              </a:ext>
            </a:extLst>
          </p:cNvPr>
          <p:cNvSpPr>
            <a:spLocks noGrp="1"/>
          </p:cNvSpPr>
          <p:nvPr>
            <p:ph sz="half" idx="16" hasCustomPrompt="1"/>
          </p:nvPr>
        </p:nvSpPr>
        <p:spPr>
          <a:xfrm>
            <a:off x="6229075" y="3969000"/>
            <a:ext cx="5716800" cy="238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20722776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blocks + box">
    <p:spTree>
      <p:nvGrpSpPr>
        <p:cNvPr id="1" name=""/>
        <p:cNvGrpSpPr/>
        <p:nvPr/>
      </p:nvGrpSpPr>
      <p:grpSpPr>
        <a:xfrm>
          <a:off x="0" y="0"/>
          <a:ext cx="0" cy="0"/>
          <a:chOff x="0" y="0"/>
          <a:chExt cx="0" cy="0"/>
        </a:xfrm>
      </p:grpSpPr>
      <p:sp>
        <p:nvSpPr>
          <p:cNvPr id="8" name="SUJET">
            <a:extLst>
              <a:ext uri="{FF2B5EF4-FFF2-40B4-BE49-F238E27FC236}">
                <a16:creationId xmlns:a16="http://schemas.microsoft.com/office/drawing/2014/main" id="{381DB005-D543-1739-C4AB-F49BCF1E81C6}"/>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2" name="Titre 1">
            <a:extLst>
              <a:ext uri="{FF2B5EF4-FFF2-40B4-BE49-F238E27FC236}">
                <a16:creationId xmlns:a16="http://schemas.microsoft.com/office/drawing/2014/main" id="{FCDB59CF-28B4-28B5-780C-BF63A0CD0442}"/>
              </a:ext>
            </a:extLst>
          </p:cNvPr>
          <p:cNvSpPr>
            <a:spLocks noGrp="1"/>
          </p:cNvSpPr>
          <p:nvPr>
            <p:ph type="title" hasCustomPrompt="1"/>
          </p:nvPr>
        </p:nvSpPr>
        <p:spPr>
          <a:xfrm>
            <a:off x="246063" y="414000"/>
            <a:ext cx="11699875" cy="765514"/>
          </a:xfrm>
        </p:spPr>
        <p:txBody>
          <a:bodyPr/>
          <a:lstStyle>
            <a:lvl1pPr>
              <a:defRPr/>
            </a:lvl1pPr>
          </a:lstStyle>
          <a:p>
            <a:r>
              <a:rPr lang="en-CA"/>
              <a:t>Click to add a headline</a:t>
            </a:r>
          </a:p>
        </p:txBody>
      </p:sp>
      <p:sp>
        <p:nvSpPr>
          <p:cNvPr id="3" name="Espace réservé du contenu 2">
            <a:extLst>
              <a:ext uri="{FF2B5EF4-FFF2-40B4-BE49-F238E27FC236}">
                <a16:creationId xmlns:a16="http://schemas.microsoft.com/office/drawing/2014/main" id="{8D951E8C-216B-5C63-F549-5696DD050F63}"/>
              </a:ext>
            </a:extLst>
          </p:cNvPr>
          <p:cNvSpPr>
            <a:spLocks noGrp="1"/>
          </p:cNvSpPr>
          <p:nvPr>
            <p:ph sz="half" idx="1" hasCustomPrompt="1"/>
          </p:nvPr>
        </p:nvSpPr>
        <p:spPr>
          <a:xfrm>
            <a:off x="246063" y="1402200"/>
            <a:ext cx="5716800" cy="202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4" name="Espace réservé du contenu 3">
            <a:extLst>
              <a:ext uri="{FF2B5EF4-FFF2-40B4-BE49-F238E27FC236}">
                <a16:creationId xmlns:a16="http://schemas.microsoft.com/office/drawing/2014/main" id="{FFCCBB23-F536-8A45-30A2-41B81DAF8AE5}"/>
              </a:ext>
            </a:extLst>
          </p:cNvPr>
          <p:cNvSpPr>
            <a:spLocks noGrp="1"/>
          </p:cNvSpPr>
          <p:nvPr>
            <p:ph sz="half" idx="2" hasCustomPrompt="1"/>
          </p:nvPr>
        </p:nvSpPr>
        <p:spPr>
          <a:xfrm>
            <a:off x="6229138" y="1402200"/>
            <a:ext cx="5716800" cy="202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4" name="Espace réservé du contenu 2">
            <a:extLst>
              <a:ext uri="{FF2B5EF4-FFF2-40B4-BE49-F238E27FC236}">
                <a16:creationId xmlns:a16="http://schemas.microsoft.com/office/drawing/2014/main" id="{79671C13-D1A7-D2D6-4CB7-A849EBEBF803}"/>
              </a:ext>
            </a:extLst>
          </p:cNvPr>
          <p:cNvSpPr>
            <a:spLocks noGrp="1"/>
          </p:cNvSpPr>
          <p:nvPr>
            <p:ph sz="half" idx="15" hasCustomPrompt="1"/>
          </p:nvPr>
        </p:nvSpPr>
        <p:spPr>
          <a:xfrm>
            <a:off x="246000" y="3562200"/>
            <a:ext cx="5716800" cy="202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5" name="Espace réservé du contenu 3">
            <a:extLst>
              <a:ext uri="{FF2B5EF4-FFF2-40B4-BE49-F238E27FC236}">
                <a16:creationId xmlns:a16="http://schemas.microsoft.com/office/drawing/2014/main" id="{E85BE0D7-62F6-6EB9-FFE6-AEFBDC66A9C7}"/>
              </a:ext>
            </a:extLst>
          </p:cNvPr>
          <p:cNvSpPr>
            <a:spLocks noGrp="1"/>
          </p:cNvSpPr>
          <p:nvPr>
            <p:ph sz="half" idx="16" hasCustomPrompt="1"/>
          </p:nvPr>
        </p:nvSpPr>
        <p:spPr>
          <a:xfrm>
            <a:off x="6229075" y="3562200"/>
            <a:ext cx="5716800" cy="2026800"/>
          </a:xfrm>
        </p:spPr>
        <p:txBody>
          <a:bodyPr/>
          <a:lstStyle>
            <a:lvl1pPr>
              <a:defRPr sz="1800"/>
            </a:lvl1pPr>
            <a:lvl2pPr>
              <a:defRPr sz="1600"/>
            </a:lvl2pPr>
            <a:lvl3pPr>
              <a:defRPr sz="1400"/>
            </a:lvl3pPr>
            <a:lvl4pPr>
              <a:defRPr sz="1600"/>
            </a:lvl4pPr>
            <a:lvl5pPr>
              <a:defRPr sz="20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BOÎTE DE MESSAGE">
            <a:extLst>
              <a:ext uri="{FF2B5EF4-FFF2-40B4-BE49-F238E27FC236}">
                <a16:creationId xmlns:a16="http://schemas.microsoft.com/office/drawing/2014/main" id="{DD418A2F-4DD4-E10C-AECF-0D05D97AAE60}"/>
              </a:ext>
            </a:extLst>
          </p:cNvPr>
          <p:cNvSpPr>
            <a:spLocks noGrp="1"/>
          </p:cNvSpPr>
          <p:nvPr>
            <p:ph type="body" sz="quarter" idx="17" hasCustomPrompt="1"/>
          </p:nvPr>
        </p:nvSpPr>
        <p:spPr>
          <a:xfrm>
            <a:off x="246062" y="5724000"/>
            <a:ext cx="11700000" cy="630000"/>
          </a:xfrm>
          <a:solidFill>
            <a:schemeClr val="bg1"/>
          </a:solidFill>
          <a:effectLst>
            <a:innerShdw dist="6350" dir="16200000">
              <a:prstClr val="black"/>
            </a:innerShdw>
          </a:effectLst>
        </p:spPr>
        <p:txBody>
          <a:bodyPr tIns="72000"/>
          <a:lstStyle>
            <a:lvl1pPr>
              <a:defRPr sz="1800">
                <a:solidFill>
                  <a:schemeClr val="accent1"/>
                </a:solidFill>
              </a:defRPr>
            </a:lvl1pPr>
          </a:lstStyle>
          <a:p>
            <a:pPr lvl="0"/>
            <a:r>
              <a:rPr lang="en-CA"/>
              <a:t>Click to edit the text in the message box</a:t>
            </a:r>
          </a:p>
        </p:txBody>
      </p:sp>
      <p:sp>
        <p:nvSpPr>
          <p:cNvPr id="6" name="Espace réservé du pied de page 5">
            <a:extLst>
              <a:ext uri="{FF2B5EF4-FFF2-40B4-BE49-F238E27FC236}">
                <a16:creationId xmlns:a16="http://schemas.microsoft.com/office/drawing/2014/main" id="{C9AE67C5-ED6B-38F3-CCA5-A9464789EA08}"/>
              </a:ext>
            </a:extLst>
          </p:cNvPr>
          <p:cNvSpPr>
            <a:spLocks noGrp="1"/>
          </p:cNvSpPr>
          <p:nvPr>
            <p:ph type="ftr" sz="quarter" idx="11"/>
          </p:nvPr>
        </p:nvSpPr>
        <p:spPr/>
        <p:txBody>
          <a:bodyPr/>
          <a:lstStyle/>
          <a:p>
            <a:endParaRPr lang="en-CA"/>
          </a:p>
        </p:txBody>
      </p:sp>
      <p:sp>
        <p:nvSpPr>
          <p:cNvPr id="7" name="Espace réservé du numéro de diapositive 6">
            <a:extLst>
              <a:ext uri="{FF2B5EF4-FFF2-40B4-BE49-F238E27FC236}">
                <a16:creationId xmlns:a16="http://schemas.microsoft.com/office/drawing/2014/main" id="{14F48AD9-BF87-AD83-8CFE-D482CA2DCD23}"/>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329207347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4 blocks with title">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Lst>
          </p:cNvPr>
          <p:cNvSpPr>
            <a:spLocks noGrp="1"/>
          </p:cNvSpPr>
          <p:nvPr>
            <p:ph type="body" idx="1" hasCustomPrompt="1"/>
          </p:nvPr>
        </p:nvSpPr>
        <p:spPr>
          <a:xfrm>
            <a:off x="246063" y="1404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3" y="1854000"/>
            <a:ext cx="5716800" cy="19350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229138" y="1404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6229138" y="1854000"/>
            <a:ext cx="5716800" cy="19350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2">
            <a:extLst>
              <a:ext uri="{FF2B5EF4-FFF2-40B4-BE49-F238E27FC236}">
                <a16:creationId xmlns:a16="http://schemas.microsoft.com/office/drawing/2014/main" id="{2D6471D6-FDF7-F2F5-A8CF-E0D23EE87301}"/>
              </a:ext>
            </a:extLst>
          </p:cNvPr>
          <p:cNvSpPr>
            <a:spLocks noGrp="1"/>
          </p:cNvSpPr>
          <p:nvPr>
            <p:ph type="body" idx="14" hasCustomPrompt="1"/>
          </p:nvPr>
        </p:nvSpPr>
        <p:spPr>
          <a:xfrm>
            <a:off x="246000" y="3969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7" name="Espace réservé du contenu 3">
            <a:extLst>
              <a:ext uri="{FF2B5EF4-FFF2-40B4-BE49-F238E27FC236}">
                <a16:creationId xmlns:a16="http://schemas.microsoft.com/office/drawing/2014/main" id="{85F16803-F344-1966-8862-4C9848BC7458}"/>
              </a:ext>
            </a:extLst>
          </p:cNvPr>
          <p:cNvSpPr>
            <a:spLocks noGrp="1"/>
          </p:cNvSpPr>
          <p:nvPr>
            <p:ph sz="half" idx="15" hasCustomPrompt="1"/>
          </p:nvPr>
        </p:nvSpPr>
        <p:spPr>
          <a:xfrm>
            <a:off x="246000" y="4419000"/>
            <a:ext cx="5716800" cy="19350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1" name="Espace réservé du texte 4">
            <a:extLst>
              <a:ext uri="{FF2B5EF4-FFF2-40B4-BE49-F238E27FC236}">
                <a16:creationId xmlns:a16="http://schemas.microsoft.com/office/drawing/2014/main" id="{14BC1B82-762D-DBAE-C324-363437DBA6F9}"/>
              </a:ext>
            </a:extLst>
          </p:cNvPr>
          <p:cNvSpPr>
            <a:spLocks noGrp="1"/>
          </p:cNvSpPr>
          <p:nvPr>
            <p:ph type="body" sz="quarter" idx="16" hasCustomPrompt="1"/>
          </p:nvPr>
        </p:nvSpPr>
        <p:spPr>
          <a:xfrm>
            <a:off x="6229075" y="3969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12" name="Espace réservé du contenu 5">
            <a:extLst>
              <a:ext uri="{FF2B5EF4-FFF2-40B4-BE49-F238E27FC236}">
                <a16:creationId xmlns:a16="http://schemas.microsoft.com/office/drawing/2014/main" id="{C86A0315-79A4-A409-36C4-7465AA165A80}"/>
              </a:ext>
            </a:extLst>
          </p:cNvPr>
          <p:cNvSpPr>
            <a:spLocks noGrp="1"/>
          </p:cNvSpPr>
          <p:nvPr>
            <p:ph sz="quarter" idx="17" hasCustomPrompt="1"/>
          </p:nvPr>
        </p:nvSpPr>
        <p:spPr>
          <a:xfrm>
            <a:off x="6229075" y="4419000"/>
            <a:ext cx="5716800" cy="19350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16104514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 blocks with title + box">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 uri="{C183D7F6-B498-43B3-948B-1728B52AA6E4}">
                <adec:decorative xmlns:adec="http://schemas.microsoft.com/office/drawing/2017/decorative" val="0"/>
              </a:ext>
            </a:extLst>
          </p:cNvPr>
          <p:cNvSpPr>
            <a:spLocks noGrp="1"/>
          </p:cNvSpPr>
          <p:nvPr>
            <p:ph type="body" idx="1" hasCustomPrompt="1"/>
          </p:nvPr>
        </p:nvSpPr>
        <p:spPr>
          <a:xfrm>
            <a:off x="246063" y="1404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3" y="1854000"/>
            <a:ext cx="5716800" cy="15732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229138" y="1404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6229138" y="1854000"/>
            <a:ext cx="5716800" cy="15732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2">
            <a:extLst>
              <a:ext uri="{FF2B5EF4-FFF2-40B4-BE49-F238E27FC236}">
                <a16:creationId xmlns:a16="http://schemas.microsoft.com/office/drawing/2014/main" id="{2D6471D6-FDF7-F2F5-A8CF-E0D23EE87301}"/>
              </a:ext>
            </a:extLst>
          </p:cNvPr>
          <p:cNvSpPr>
            <a:spLocks noGrp="1"/>
          </p:cNvSpPr>
          <p:nvPr>
            <p:ph type="body" idx="14" hasCustomPrompt="1"/>
          </p:nvPr>
        </p:nvSpPr>
        <p:spPr>
          <a:xfrm>
            <a:off x="246000" y="3564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7" name="Espace réservé du contenu 3">
            <a:extLst>
              <a:ext uri="{FF2B5EF4-FFF2-40B4-BE49-F238E27FC236}">
                <a16:creationId xmlns:a16="http://schemas.microsoft.com/office/drawing/2014/main" id="{85F16803-F344-1966-8862-4C9848BC7458}"/>
              </a:ext>
            </a:extLst>
          </p:cNvPr>
          <p:cNvSpPr>
            <a:spLocks noGrp="1"/>
          </p:cNvSpPr>
          <p:nvPr>
            <p:ph sz="half" idx="15" hasCustomPrompt="1"/>
          </p:nvPr>
        </p:nvSpPr>
        <p:spPr>
          <a:xfrm>
            <a:off x="246000" y="4014000"/>
            <a:ext cx="5716800" cy="15732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1" name="Espace réservé du texte 4">
            <a:extLst>
              <a:ext uri="{FF2B5EF4-FFF2-40B4-BE49-F238E27FC236}">
                <a16:creationId xmlns:a16="http://schemas.microsoft.com/office/drawing/2014/main" id="{14BC1B82-762D-DBAE-C324-363437DBA6F9}"/>
              </a:ext>
            </a:extLst>
          </p:cNvPr>
          <p:cNvSpPr>
            <a:spLocks noGrp="1"/>
          </p:cNvSpPr>
          <p:nvPr>
            <p:ph type="body" sz="quarter" idx="16" hasCustomPrompt="1"/>
          </p:nvPr>
        </p:nvSpPr>
        <p:spPr>
          <a:xfrm>
            <a:off x="6229075" y="3564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12" name="Espace réservé du contenu 5">
            <a:extLst>
              <a:ext uri="{FF2B5EF4-FFF2-40B4-BE49-F238E27FC236}">
                <a16:creationId xmlns:a16="http://schemas.microsoft.com/office/drawing/2014/main" id="{C86A0315-79A4-A409-36C4-7465AA165A80}"/>
              </a:ext>
            </a:extLst>
          </p:cNvPr>
          <p:cNvSpPr>
            <a:spLocks noGrp="1"/>
          </p:cNvSpPr>
          <p:nvPr>
            <p:ph sz="quarter" idx="17" hasCustomPrompt="1"/>
          </p:nvPr>
        </p:nvSpPr>
        <p:spPr>
          <a:xfrm>
            <a:off x="6229075" y="4014000"/>
            <a:ext cx="5716800" cy="15732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4" name="BOÎTE DE MESSAGE">
            <a:extLst>
              <a:ext uri="{FF2B5EF4-FFF2-40B4-BE49-F238E27FC236}">
                <a16:creationId xmlns:a16="http://schemas.microsoft.com/office/drawing/2014/main" id="{5B9C9207-0C84-AAA0-899B-2BDBEEB728CA}"/>
              </a:ext>
            </a:extLst>
          </p:cNvPr>
          <p:cNvSpPr>
            <a:spLocks noGrp="1"/>
          </p:cNvSpPr>
          <p:nvPr>
            <p:ph type="body" sz="quarter" idx="18" hasCustomPrompt="1"/>
          </p:nvPr>
        </p:nvSpPr>
        <p:spPr>
          <a:xfrm>
            <a:off x="246062" y="5724000"/>
            <a:ext cx="11700000" cy="630000"/>
          </a:xfrm>
          <a:solidFill>
            <a:schemeClr val="bg1"/>
          </a:solidFill>
          <a:effectLst>
            <a:innerShdw dist="6350" dir="16200000">
              <a:prstClr val="black"/>
            </a:innerShdw>
          </a:effectLst>
        </p:spPr>
        <p:txBody>
          <a:bodyPr tIns="72000"/>
          <a:lstStyle>
            <a:lvl1pPr>
              <a:defRPr sz="1800">
                <a:solidFill>
                  <a:schemeClr val="accent1"/>
                </a:solidFill>
              </a:defRPr>
            </a:lvl1pPr>
          </a:lstStyle>
          <a:p>
            <a:pPr lvl="0"/>
            <a:r>
              <a:rPr lang="en-CA"/>
              <a:t>Click to edit the text in the message box</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21645280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_4 blocks with title + box">
    <p:bg>
      <p:bgRef idx="1001">
        <a:schemeClr val="bg2"/>
      </p:bgRef>
    </p:bg>
    <p:spTree>
      <p:nvGrpSpPr>
        <p:cNvPr id="1" name=""/>
        <p:cNvGrpSpPr/>
        <p:nvPr/>
      </p:nvGrpSpPr>
      <p:grpSpPr>
        <a:xfrm>
          <a:off x="0" y="0"/>
          <a:ext cx="0" cy="0"/>
          <a:chOff x="0" y="0"/>
          <a:chExt cx="0" cy="0"/>
        </a:xfrm>
      </p:grpSpPr>
      <p:sp>
        <p:nvSpPr>
          <p:cNvPr id="13" name="SUJET">
            <a:extLst>
              <a:ext uri="{FF2B5EF4-FFF2-40B4-BE49-F238E27FC236}">
                <a16:creationId xmlns:a16="http://schemas.microsoft.com/office/drawing/2014/main" id="{1EB4CD61-4E34-17E6-55AC-EBFFB91C77FE}"/>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10" name="Titre 9">
            <a:extLst>
              <a:ext uri="{FF2B5EF4-FFF2-40B4-BE49-F238E27FC236}">
                <a16:creationId xmlns:a16="http://schemas.microsoft.com/office/drawing/2014/main" id="{CF669966-B637-42E1-99CB-17298981C109}"/>
              </a:ext>
            </a:extLst>
          </p:cNvPr>
          <p:cNvSpPr>
            <a:spLocks noGrp="1"/>
          </p:cNvSpPr>
          <p:nvPr>
            <p:ph type="title" hasCustomPrompt="1"/>
          </p:nvPr>
        </p:nvSpPr>
        <p:spPr>
          <a:xfrm>
            <a:off x="246063" y="414000"/>
            <a:ext cx="11699875" cy="765514"/>
          </a:xfrm>
        </p:spPr>
        <p:txBody>
          <a:bodyPr/>
          <a:lstStyle/>
          <a:p>
            <a:r>
              <a:rPr lang="en-CA"/>
              <a:t>Click to add a headline</a:t>
            </a:r>
          </a:p>
        </p:txBody>
      </p:sp>
      <p:sp>
        <p:nvSpPr>
          <p:cNvPr id="3" name="Espace réservé du texte 2">
            <a:extLst>
              <a:ext uri="{FF2B5EF4-FFF2-40B4-BE49-F238E27FC236}">
                <a16:creationId xmlns:a16="http://schemas.microsoft.com/office/drawing/2014/main" id="{1886BD1F-0A1D-D9F7-2AF2-C63A92897F78}"/>
              </a:ext>
              <a:ext uri="{C183D7F6-B498-43B3-948B-1728B52AA6E4}">
                <adec:decorative xmlns:adec="http://schemas.microsoft.com/office/drawing/2017/decorative" val="0"/>
              </a:ext>
            </a:extLst>
          </p:cNvPr>
          <p:cNvSpPr>
            <a:spLocks noGrp="1"/>
          </p:cNvSpPr>
          <p:nvPr>
            <p:ph type="body" idx="1" hasCustomPrompt="1"/>
          </p:nvPr>
        </p:nvSpPr>
        <p:spPr>
          <a:xfrm>
            <a:off x="246063" y="1404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4" name="Espace réservé du contenu 3">
            <a:extLst>
              <a:ext uri="{FF2B5EF4-FFF2-40B4-BE49-F238E27FC236}">
                <a16:creationId xmlns:a16="http://schemas.microsoft.com/office/drawing/2014/main" id="{537B4DAF-B67C-D7BA-6BFB-26613C146ABF}"/>
              </a:ext>
            </a:extLst>
          </p:cNvPr>
          <p:cNvSpPr>
            <a:spLocks noGrp="1"/>
          </p:cNvSpPr>
          <p:nvPr>
            <p:ph sz="half" idx="2" hasCustomPrompt="1"/>
          </p:nvPr>
        </p:nvSpPr>
        <p:spPr>
          <a:xfrm>
            <a:off x="246063" y="1854000"/>
            <a:ext cx="5716800" cy="15732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texte 4">
            <a:extLst>
              <a:ext uri="{FF2B5EF4-FFF2-40B4-BE49-F238E27FC236}">
                <a16:creationId xmlns:a16="http://schemas.microsoft.com/office/drawing/2014/main" id="{6EB027BF-65B8-826D-E0F9-96429F775072}"/>
              </a:ext>
            </a:extLst>
          </p:cNvPr>
          <p:cNvSpPr>
            <a:spLocks noGrp="1"/>
          </p:cNvSpPr>
          <p:nvPr>
            <p:ph type="body" sz="quarter" idx="3" hasCustomPrompt="1"/>
          </p:nvPr>
        </p:nvSpPr>
        <p:spPr>
          <a:xfrm>
            <a:off x="6229138" y="1404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6" name="Espace réservé du contenu 5">
            <a:extLst>
              <a:ext uri="{FF2B5EF4-FFF2-40B4-BE49-F238E27FC236}">
                <a16:creationId xmlns:a16="http://schemas.microsoft.com/office/drawing/2014/main" id="{66F8DBA5-8B75-4F1B-88ED-459D83C98A53}"/>
              </a:ext>
            </a:extLst>
          </p:cNvPr>
          <p:cNvSpPr>
            <a:spLocks noGrp="1"/>
          </p:cNvSpPr>
          <p:nvPr>
            <p:ph sz="quarter" idx="4" hasCustomPrompt="1"/>
          </p:nvPr>
        </p:nvSpPr>
        <p:spPr>
          <a:xfrm>
            <a:off x="6229138" y="1854000"/>
            <a:ext cx="5716800" cy="15732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2" name="Espace réservé du texte 2">
            <a:extLst>
              <a:ext uri="{FF2B5EF4-FFF2-40B4-BE49-F238E27FC236}">
                <a16:creationId xmlns:a16="http://schemas.microsoft.com/office/drawing/2014/main" id="{2D6471D6-FDF7-F2F5-A8CF-E0D23EE87301}"/>
              </a:ext>
            </a:extLst>
          </p:cNvPr>
          <p:cNvSpPr>
            <a:spLocks noGrp="1"/>
          </p:cNvSpPr>
          <p:nvPr>
            <p:ph type="body" idx="14" hasCustomPrompt="1"/>
          </p:nvPr>
        </p:nvSpPr>
        <p:spPr>
          <a:xfrm>
            <a:off x="246000" y="3564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7" name="Espace réservé du contenu 3">
            <a:extLst>
              <a:ext uri="{FF2B5EF4-FFF2-40B4-BE49-F238E27FC236}">
                <a16:creationId xmlns:a16="http://schemas.microsoft.com/office/drawing/2014/main" id="{85F16803-F344-1966-8862-4C9848BC7458}"/>
              </a:ext>
            </a:extLst>
          </p:cNvPr>
          <p:cNvSpPr>
            <a:spLocks noGrp="1"/>
          </p:cNvSpPr>
          <p:nvPr>
            <p:ph sz="half" idx="15" hasCustomPrompt="1"/>
          </p:nvPr>
        </p:nvSpPr>
        <p:spPr>
          <a:xfrm>
            <a:off x="246000" y="4014000"/>
            <a:ext cx="5716800" cy="15732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1" name="Espace réservé du texte 4">
            <a:extLst>
              <a:ext uri="{FF2B5EF4-FFF2-40B4-BE49-F238E27FC236}">
                <a16:creationId xmlns:a16="http://schemas.microsoft.com/office/drawing/2014/main" id="{14BC1B82-762D-DBAE-C324-363437DBA6F9}"/>
              </a:ext>
            </a:extLst>
          </p:cNvPr>
          <p:cNvSpPr>
            <a:spLocks noGrp="1"/>
          </p:cNvSpPr>
          <p:nvPr>
            <p:ph type="body" sz="quarter" idx="16" hasCustomPrompt="1"/>
          </p:nvPr>
        </p:nvSpPr>
        <p:spPr>
          <a:xfrm>
            <a:off x="6229075" y="3564000"/>
            <a:ext cx="5716800" cy="360000"/>
          </a:xfrm>
        </p:spPr>
        <p:txBody>
          <a:bodyPr anchor="t">
            <a:noAutofit/>
          </a:bodyPr>
          <a:lstStyle>
            <a:lvl1pPr marL="0" indent="0">
              <a:lnSpc>
                <a:spcPct val="90000"/>
              </a:lnSpc>
              <a:spcBef>
                <a:spcPts val="180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add a useful message</a:t>
            </a:r>
          </a:p>
        </p:txBody>
      </p:sp>
      <p:sp>
        <p:nvSpPr>
          <p:cNvPr id="12" name="Espace réservé du contenu 5">
            <a:extLst>
              <a:ext uri="{FF2B5EF4-FFF2-40B4-BE49-F238E27FC236}">
                <a16:creationId xmlns:a16="http://schemas.microsoft.com/office/drawing/2014/main" id="{C86A0315-79A4-A409-36C4-7465AA165A80}"/>
              </a:ext>
            </a:extLst>
          </p:cNvPr>
          <p:cNvSpPr>
            <a:spLocks noGrp="1"/>
          </p:cNvSpPr>
          <p:nvPr>
            <p:ph sz="quarter" idx="17" hasCustomPrompt="1"/>
          </p:nvPr>
        </p:nvSpPr>
        <p:spPr>
          <a:xfrm>
            <a:off x="6229075" y="4014000"/>
            <a:ext cx="5716800" cy="1573200"/>
          </a:xfrm>
        </p:spPr>
        <p:txBody>
          <a:bodyPr/>
          <a:lstStyle>
            <a:lvl1pPr>
              <a:defRPr sz="1600"/>
            </a:lvl1pPr>
            <a:lvl2pPr>
              <a:defRPr sz="1400"/>
            </a:lvl2pPr>
            <a:lvl3pPr>
              <a:defRPr sz="1200"/>
            </a:lvl3pPr>
            <a:lvl4pPr>
              <a:defRPr sz="1400"/>
            </a:lvl4pPr>
            <a:lvl5pPr>
              <a:defRPr sz="1800"/>
            </a:lvl5p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14" name="BOÎTE DE MESSAGE">
            <a:extLst>
              <a:ext uri="{FF2B5EF4-FFF2-40B4-BE49-F238E27FC236}">
                <a16:creationId xmlns:a16="http://schemas.microsoft.com/office/drawing/2014/main" id="{5B9C9207-0C84-AAA0-899B-2BDBEEB728CA}"/>
              </a:ext>
            </a:extLst>
          </p:cNvPr>
          <p:cNvSpPr>
            <a:spLocks noGrp="1"/>
          </p:cNvSpPr>
          <p:nvPr>
            <p:ph type="body" sz="quarter" idx="18" hasCustomPrompt="1"/>
          </p:nvPr>
        </p:nvSpPr>
        <p:spPr>
          <a:xfrm>
            <a:off x="246062" y="5724000"/>
            <a:ext cx="11700000" cy="630000"/>
          </a:xfrm>
          <a:solidFill>
            <a:schemeClr val="bg2"/>
          </a:solidFill>
          <a:effectLst>
            <a:innerShdw dist="6350" dir="16200000">
              <a:prstClr val="black"/>
            </a:innerShdw>
          </a:effectLst>
        </p:spPr>
        <p:txBody>
          <a:bodyPr tIns="72000"/>
          <a:lstStyle>
            <a:lvl1pPr>
              <a:defRPr sz="1800">
                <a:solidFill>
                  <a:schemeClr val="tx1"/>
                </a:solidFill>
              </a:defRPr>
            </a:lvl1pPr>
          </a:lstStyle>
          <a:p>
            <a:pPr lvl="0"/>
            <a:r>
              <a:rPr lang="en-CA"/>
              <a:t>Click to edit the text in the message box</a:t>
            </a:r>
          </a:p>
        </p:txBody>
      </p:sp>
      <p:sp>
        <p:nvSpPr>
          <p:cNvPr id="8" name="Espace réservé du pied de page 7">
            <a:extLst>
              <a:ext uri="{FF2B5EF4-FFF2-40B4-BE49-F238E27FC236}">
                <a16:creationId xmlns:a16="http://schemas.microsoft.com/office/drawing/2014/main" id="{9BC59D39-C5EC-68B5-A618-27094EED2118}"/>
              </a:ext>
            </a:extLst>
          </p:cNvPr>
          <p:cNvSpPr>
            <a:spLocks noGrp="1"/>
          </p:cNvSpPr>
          <p:nvPr>
            <p:ph type="ftr" sz="quarter" idx="11"/>
          </p:nvPr>
        </p:nvSpPr>
        <p:spPr/>
        <p:txBody>
          <a:bodyPr/>
          <a:lstStyle/>
          <a:p>
            <a:endParaRPr lang="en-CA"/>
          </a:p>
        </p:txBody>
      </p:sp>
      <p:sp>
        <p:nvSpPr>
          <p:cNvPr id="9" name="Espace réservé du numéro de diapositive 8">
            <a:extLst>
              <a:ext uri="{FF2B5EF4-FFF2-40B4-BE49-F238E27FC236}">
                <a16:creationId xmlns:a16="http://schemas.microsoft.com/office/drawing/2014/main" id="{FB94AD47-1E94-8F3E-D0FD-3E67829A411F}"/>
              </a:ext>
            </a:extLst>
          </p:cNvPr>
          <p:cNvSpPr>
            <a:spLocks noGrp="1"/>
          </p:cNvSpPr>
          <p:nvPr>
            <p:ph type="sldNum" sz="quarter" idx="12"/>
          </p:nvPr>
        </p:nvSpPr>
        <p:spPr/>
        <p:txBody>
          <a:bodyPr/>
          <a:lstStyle/>
          <a:p>
            <a:fld id="{21DAE3DD-E46F-48E2-BAED-1C2B457B4828}" type="slidenum">
              <a:rPr lang="en-CA" smtClean="0"/>
              <a:t>‹#›</a:t>
            </a:fld>
            <a:endParaRPr lang="en-CA"/>
          </a:p>
        </p:txBody>
      </p:sp>
    </p:spTree>
    <p:extLst>
      <p:ext uri="{BB962C8B-B14F-4D97-AF65-F5344CB8AC3E}">
        <p14:creationId xmlns:p14="http://schemas.microsoft.com/office/powerpoint/2010/main" val="2477328314"/>
      </p:ext>
    </p:extLst>
  </p:cSld>
  <p:clrMapOvr>
    <a:overrideClrMapping bg1="lt1" tx1="dk1" bg2="lt2" tx2="dk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tx2"/>
        </a:solidFill>
        <a:effectLst/>
      </p:bgPr>
    </p:bg>
    <p:spTree>
      <p:nvGrpSpPr>
        <p:cNvPr id="1" name=""/>
        <p:cNvGrpSpPr/>
        <p:nvPr/>
      </p:nvGrpSpPr>
      <p:grpSpPr>
        <a:xfrm>
          <a:off x="0" y="0"/>
          <a:ext cx="0" cy="0"/>
          <a:chOff x="0" y="0"/>
          <a:chExt cx="0" cy="0"/>
        </a:xfrm>
      </p:grpSpPr>
      <p:sp>
        <p:nvSpPr>
          <p:cNvPr id="10" name="SUJET">
            <a:extLst>
              <a:ext uri="{FF2B5EF4-FFF2-40B4-BE49-F238E27FC236}">
                <a16:creationId xmlns:a16="http://schemas.microsoft.com/office/drawing/2014/main" id="{21A7CD8D-44F7-02ED-5C49-9737410146AF}"/>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8" name="Titre 7">
            <a:extLst>
              <a:ext uri="{FF2B5EF4-FFF2-40B4-BE49-F238E27FC236}">
                <a16:creationId xmlns:a16="http://schemas.microsoft.com/office/drawing/2014/main" id="{9567728D-28A1-A027-FFDC-C0516C497119}"/>
              </a:ext>
            </a:extLst>
          </p:cNvPr>
          <p:cNvSpPr>
            <a:spLocks noGrp="1"/>
          </p:cNvSpPr>
          <p:nvPr>
            <p:ph type="title" hasCustomPrompt="1"/>
          </p:nvPr>
        </p:nvSpPr>
        <p:spPr/>
        <p:txBody>
          <a:bodyPr/>
          <a:lstStyle>
            <a:lvl1pPr>
              <a:defRPr/>
            </a:lvl1pPr>
          </a:lstStyle>
          <a:p>
            <a:r>
              <a:rPr lang="en-CA"/>
              <a:t>Click to add “Conclusion”, “In summary” or another message</a:t>
            </a:r>
          </a:p>
        </p:txBody>
      </p:sp>
      <p:sp>
        <p:nvSpPr>
          <p:cNvPr id="2" name="Espace réservé du texte 8">
            <a:extLst>
              <a:ext uri="{FF2B5EF4-FFF2-40B4-BE49-F238E27FC236}">
                <a16:creationId xmlns:a16="http://schemas.microsoft.com/office/drawing/2014/main" id="{D62F8259-EBA7-95DD-3A5A-55E62D36D391}"/>
              </a:ext>
            </a:extLst>
          </p:cNvPr>
          <p:cNvSpPr>
            <a:spLocks noGrp="1"/>
          </p:cNvSpPr>
          <p:nvPr>
            <p:ph type="body" sz="quarter" idx="64" hasCustomPrompt="1"/>
          </p:nvPr>
        </p:nvSpPr>
        <p:spPr>
          <a:xfrm>
            <a:off x="245587" y="1313999"/>
            <a:ext cx="11700351" cy="894313"/>
          </a:xfrm>
          <a:solidFill>
            <a:schemeClr val="tx2"/>
          </a:solidFill>
          <a:effectLst>
            <a:innerShdw dist="6350" dir="16200000">
              <a:prstClr val="black"/>
            </a:innerShdw>
          </a:effectLst>
        </p:spPr>
        <p:txBody>
          <a:bodyPr tIns="21600" bIns="0" anchor="t"/>
          <a:lstStyle>
            <a:lvl1pPr>
              <a:lnSpc>
                <a:spcPct val="90000"/>
              </a:lnSpc>
              <a:spcBef>
                <a:spcPts val="0"/>
              </a:spcBef>
              <a:buNone/>
              <a:defRPr sz="5400" spc="-150" baseline="0">
                <a:solidFill>
                  <a:schemeClr val="bg2"/>
                </a:solidFill>
              </a:defRPr>
            </a:lvl1pPr>
          </a:lstStyle>
          <a:p>
            <a:pPr lvl="0"/>
            <a:r>
              <a:rPr lang="en-CA"/>
              <a:t>##</a:t>
            </a:r>
          </a:p>
        </p:txBody>
      </p:sp>
      <p:sp>
        <p:nvSpPr>
          <p:cNvPr id="13" name="Espace réservé du texte 9">
            <a:extLst>
              <a:ext uri="{FF2B5EF4-FFF2-40B4-BE49-F238E27FC236}">
                <a16:creationId xmlns:a16="http://schemas.microsoft.com/office/drawing/2014/main" id="{ED1D820B-AD44-0673-3D10-BC4E2E37F848}"/>
              </a:ext>
            </a:extLst>
          </p:cNvPr>
          <p:cNvSpPr>
            <a:spLocks noGrp="1"/>
          </p:cNvSpPr>
          <p:nvPr>
            <p:ph type="body" sz="quarter" idx="16" hasCustomPrompt="1"/>
          </p:nvPr>
        </p:nvSpPr>
        <p:spPr>
          <a:xfrm>
            <a:off x="1775288" y="1316081"/>
            <a:ext cx="10170650" cy="894313"/>
          </a:xfrm>
          <a:noFill/>
          <a:effectLst/>
        </p:spPr>
        <p:txBody>
          <a:bodyPr tIns="72000" bIns="0" anchor="t"/>
          <a:lstStyle>
            <a:lvl1pPr>
              <a:lnSpc>
                <a:spcPct val="90000"/>
              </a:lnSpc>
              <a:spcBef>
                <a:spcPts val="0"/>
              </a:spcBef>
              <a:defRPr sz="2400">
                <a:solidFill>
                  <a:schemeClr val="tx1"/>
                </a:solidFill>
              </a:defRPr>
            </a:lvl1pPr>
          </a:lstStyle>
          <a:p>
            <a:pPr lvl="0"/>
            <a:r>
              <a:rPr lang="en-CA"/>
              <a:t>Click to add a first key takeaway</a:t>
            </a:r>
          </a:p>
        </p:txBody>
      </p:sp>
      <p:sp>
        <p:nvSpPr>
          <p:cNvPr id="3" name="Espace réservé du texte 8">
            <a:extLst>
              <a:ext uri="{FF2B5EF4-FFF2-40B4-BE49-F238E27FC236}">
                <a16:creationId xmlns:a16="http://schemas.microsoft.com/office/drawing/2014/main" id="{97B4B451-08A6-706C-B55D-63976681FB61}"/>
              </a:ext>
            </a:extLst>
          </p:cNvPr>
          <p:cNvSpPr>
            <a:spLocks noGrp="1"/>
          </p:cNvSpPr>
          <p:nvPr>
            <p:ph type="body" sz="quarter" idx="65" hasCustomPrompt="1"/>
          </p:nvPr>
        </p:nvSpPr>
        <p:spPr>
          <a:xfrm>
            <a:off x="246000" y="2348999"/>
            <a:ext cx="11700351" cy="894313"/>
          </a:xfrm>
          <a:solidFill>
            <a:schemeClr val="tx2"/>
          </a:solidFill>
          <a:effectLst>
            <a:innerShdw dist="6350" dir="16200000">
              <a:prstClr val="black"/>
            </a:innerShdw>
          </a:effectLst>
        </p:spPr>
        <p:txBody>
          <a:bodyPr tIns="21600" bIns="0" anchor="t"/>
          <a:lstStyle>
            <a:lvl1pPr>
              <a:lnSpc>
                <a:spcPct val="90000"/>
              </a:lnSpc>
              <a:spcBef>
                <a:spcPts val="0"/>
              </a:spcBef>
              <a:buNone/>
              <a:defRPr sz="5400" spc="-150" baseline="0">
                <a:solidFill>
                  <a:schemeClr val="bg2"/>
                </a:solidFill>
              </a:defRPr>
            </a:lvl1pPr>
          </a:lstStyle>
          <a:p>
            <a:pPr lvl="0"/>
            <a:r>
              <a:rPr lang="en-CA"/>
              <a:t>##</a:t>
            </a:r>
          </a:p>
        </p:txBody>
      </p:sp>
      <p:sp>
        <p:nvSpPr>
          <p:cNvPr id="17" name="Espace réservé du texte 9">
            <a:extLst>
              <a:ext uri="{FF2B5EF4-FFF2-40B4-BE49-F238E27FC236}">
                <a16:creationId xmlns:a16="http://schemas.microsoft.com/office/drawing/2014/main" id="{5DE132D2-0035-8F31-5B6D-200C9C5DCB8A}"/>
              </a:ext>
            </a:extLst>
          </p:cNvPr>
          <p:cNvSpPr>
            <a:spLocks noGrp="1"/>
          </p:cNvSpPr>
          <p:nvPr>
            <p:ph type="body" sz="quarter" idx="20" hasCustomPrompt="1"/>
          </p:nvPr>
        </p:nvSpPr>
        <p:spPr>
          <a:xfrm>
            <a:off x="1775288" y="2350561"/>
            <a:ext cx="10170650" cy="894313"/>
          </a:xfrm>
          <a:noFill/>
          <a:effectLst/>
        </p:spPr>
        <p:txBody>
          <a:bodyPr tIns="72000" bIns="0" anchor="t"/>
          <a:lstStyle>
            <a:lvl1pPr>
              <a:lnSpc>
                <a:spcPct val="90000"/>
              </a:lnSpc>
              <a:spcBef>
                <a:spcPts val="0"/>
              </a:spcBef>
              <a:defRPr sz="2400">
                <a:solidFill>
                  <a:schemeClr val="tx1"/>
                </a:solidFill>
              </a:defRPr>
            </a:lvl1pPr>
          </a:lstStyle>
          <a:p>
            <a:pPr lvl="0"/>
            <a:r>
              <a:rPr lang="en-CA"/>
              <a:t>Click to add a second key takeaway</a:t>
            </a:r>
          </a:p>
        </p:txBody>
      </p:sp>
      <p:sp>
        <p:nvSpPr>
          <p:cNvPr id="4" name="Espace réservé du texte 8">
            <a:extLst>
              <a:ext uri="{FF2B5EF4-FFF2-40B4-BE49-F238E27FC236}">
                <a16:creationId xmlns:a16="http://schemas.microsoft.com/office/drawing/2014/main" id="{1E832136-0676-3CFD-B440-A6D0A0B6A8EE}"/>
              </a:ext>
            </a:extLst>
          </p:cNvPr>
          <p:cNvSpPr>
            <a:spLocks noGrp="1"/>
          </p:cNvSpPr>
          <p:nvPr>
            <p:ph type="body" sz="quarter" idx="66" hasCustomPrompt="1"/>
          </p:nvPr>
        </p:nvSpPr>
        <p:spPr>
          <a:xfrm>
            <a:off x="246000" y="3383999"/>
            <a:ext cx="11700351" cy="894313"/>
          </a:xfrm>
          <a:solidFill>
            <a:schemeClr val="tx2"/>
          </a:solidFill>
          <a:effectLst>
            <a:innerShdw dist="6350" dir="16200000">
              <a:prstClr val="black"/>
            </a:innerShdw>
          </a:effectLst>
        </p:spPr>
        <p:txBody>
          <a:bodyPr tIns="21600" bIns="0" anchor="t"/>
          <a:lstStyle>
            <a:lvl1pPr>
              <a:lnSpc>
                <a:spcPct val="90000"/>
              </a:lnSpc>
              <a:spcBef>
                <a:spcPts val="0"/>
              </a:spcBef>
              <a:buNone/>
              <a:defRPr sz="5400" spc="-150" baseline="0">
                <a:solidFill>
                  <a:schemeClr val="bg2"/>
                </a:solidFill>
              </a:defRPr>
            </a:lvl1pPr>
          </a:lstStyle>
          <a:p>
            <a:pPr lvl="0"/>
            <a:r>
              <a:rPr lang="en-CA"/>
              <a:t>##</a:t>
            </a:r>
          </a:p>
        </p:txBody>
      </p:sp>
      <p:sp>
        <p:nvSpPr>
          <p:cNvPr id="21" name="Espace réservé du texte 9">
            <a:extLst>
              <a:ext uri="{FF2B5EF4-FFF2-40B4-BE49-F238E27FC236}">
                <a16:creationId xmlns:a16="http://schemas.microsoft.com/office/drawing/2014/main" id="{3C8A679E-4138-FA25-4D7D-8A86FF977A8E}"/>
              </a:ext>
            </a:extLst>
          </p:cNvPr>
          <p:cNvSpPr>
            <a:spLocks noGrp="1"/>
          </p:cNvSpPr>
          <p:nvPr>
            <p:ph type="body" sz="quarter" idx="24" hasCustomPrompt="1"/>
          </p:nvPr>
        </p:nvSpPr>
        <p:spPr>
          <a:xfrm>
            <a:off x="1776000" y="3385041"/>
            <a:ext cx="10170650" cy="894313"/>
          </a:xfrm>
          <a:noFill/>
          <a:effectLst/>
        </p:spPr>
        <p:txBody>
          <a:bodyPr tIns="72000" bIns="0" anchor="t"/>
          <a:lstStyle>
            <a:lvl1pPr>
              <a:lnSpc>
                <a:spcPct val="90000"/>
              </a:lnSpc>
              <a:spcBef>
                <a:spcPts val="0"/>
              </a:spcBef>
              <a:defRPr sz="2400">
                <a:solidFill>
                  <a:schemeClr val="tx1"/>
                </a:solidFill>
              </a:defRPr>
            </a:lvl1pPr>
          </a:lstStyle>
          <a:p>
            <a:pPr lvl="0"/>
            <a:r>
              <a:rPr lang="en-CA"/>
              <a:t>Click to add a third key takeaway</a:t>
            </a:r>
          </a:p>
        </p:txBody>
      </p:sp>
      <p:sp>
        <p:nvSpPr>
          <p:cNvPr id="6" name="Espace réservé du texte 8">
            <a:extLst>
              <a:ext uri="{FF2B5EF4-FFF2-40B4-BE49-F238E27FC236}">
                <a16:creationId xmlns:a16="http://schemas.microsoft.com/office/drawing/2014/main" id="{29AF0A02-3037-4F1F-F44A-2B5A1497D794}"/>
              </a:ext>
            </a:extLst>
          </p:cNvPr>
          <p:cNvSpPr>
            <a:spLocks noGrp="1"/>
          </p:cNvSpPr>
          <p:nvPr>
            <p:ph type="body" sz="quarter" idx="67" hasCustomPrompt="1"/>
          </p:nvPr>
        </p:nvSpPr>
        <p:spPr>
          <a:xfrm>
            <a:off x="245587" y="4418999"/>
            <a:ext cx="11700351" cy="894313"/>
          </a:xfrm>
          <a:solidFill>
            <a:schemeClr val="tx2"/>
          </a:solidFill>
          <a:effectLst>
            <a:innerShdw dist="6350" dir="16200000">
              <a:prstClr val="black"/>
            </a:innerShdw>
          </a:effectLst>
        </p:spPr>
        <p:txBody>
          <a:bodyPr tIns="21600" bIns="0" anchor="t"/>
          <a:lstStyle>
            <a:lvl1pPr>
              <a:lnSpc>
                <a:spcPct val="90000"/>
              </a:lnSpc>
              <a:spcBef>
                <a:spcPts val="0"/>
              </a:spcBef>
              <a:buNone/>
              <a:defRPr sz="5400" spc="-150" baseline="0">
                <a:solidFill>
                  <a:schemeClr val="bg2"/>
                </a:solidFill>
              </a:defRPr>
            </a:lvl1pPr>
          </a:lstStyle>
          <a:p>
            <a:pPr lvl="0"/>
            <a:r>
              <a:rPr lang="en-CA"/>
              <a:t>##</a:t>
            </a:r>
          </a:p>
        </p:txBody>
      </p:sp>
      <p:sp>
        <p:nvSpPr>
          <p:cNvPr id="25" name="Espace réservé du texte 9">
            <a:extLst>
              <a:ext uri="{FF2B5EF4-FFF2-40B4-BE49-F238E27FC236}">
                <a16:creationId xmlns:a16="http://schemas.microsoft.com/office/drawing/2014/main" id="{4912813F-9796-67D8-245A-2B601D4A084F}"/>
              </a:ext>
            </a:extLst>
          </p:cNvPr>
          <p:cNvSpPr>
            <a:spLocks noGrp="1"/>
          </p:cNvSpPr>
          <p:nvPr>
            <p:ph type="body" sz="quarter" idx="28" hasCustomPrompt="1"/>
          </p:nvPr>
        </p:nvSpPr>
        <p:spPr>
          <a:xfrm>
            <a:off x="1776000" y="4419521"/>
            <a:ext cx="10170650" cy="894313"/>
          </a:xfrm>
          <a:noFill/>
          <a:effectLst/>
        </p:spPr>
        <p:txBody>
          <a:bodyPr tIns="72000" bIns="0" anchor="t"/>
          <a:lstStyle>
            <a:lvl1pPr>
              <a:lnSpc>
                <a:spcPct val="90000"/>
              </a:lnSpc>
              <a:spcBef>
                <a:spcPts val="0"/>
              </a:spcBef>
              <a:defRPr sz="2400">
                <a:solidFill>
                  <a:schemeClr val="tx1"/>
                </a:solidFill>
              </a:defRPr>
            </a:lvl1pPr>
          </a:lstStyle>
          <a:p>
            <a:pPr lvl="0"/>
            <a:r>
              <a:rPr lang="en-CA"/>
              <a:t>Click to add a fourth key takeaway</a:t>
            </a:r>
          </a:p>
        </p:txBody>
      </p:sp>
      <p:sp>
        <p:nvSpPr>
          <p:cNvPr id="7" name="Espace réservé du texte 8">
            <a:extLst>
              <a:ext uri="{FF2B5EF4-FFF2-40B4-BE49-F238E27FC236}">
                <a16:creationId xmlns:a16="http://schemas.microsoft.com/office/drawing/2014/main" id="{D4FF912E-FFBF-B68E-147F-8B210909EE4B}"/>
              </a:ext>
            </a:extLst>
          </p:cNvPr>
          <p:cNvSpPr>
            <a:spLocks noGrp="1"/>
          </p:cNvSpPr>
          <p:nvPr>
            <p:ph type="body" sz="quarter" idx="68" hasCustomPrompt="1"/>
          </p:nvPr>
        </p:nvSpPr>
        <p:spPr>
          <a:xfrm>
            <a:off x="246000" y="5454000"/>
            <a:ext cx="11700351" cy="894313"/>
          </a:xfrm>
          <a:solidFill>
            <a:schemeClr val="tx2"/>
          </a:solidFill>
          <a:effectLst>
            <a:innerShdw dist="6350" dir="16200000">
              <a:prstClr val="black"/>
            </a:innerShdw>
          </a:effectLst>
        </p:spPr>
        <p:txBody>
          <a:bodyPr tIns="21600" bIns="0" anchor="t"/>
          <a:lstStyle>
            <a:lvl1pPr>
              <a:lnSpc>
                <a:spcPct val="90000"/>
              </a:lnSpc>
              <a:spcBef>
                <a:spcPts val="0"/>
              </a:spcBef>
              <a:buNone/>
              <a:defRPr sz="5400" spc="-150" baseline="0">
                <a:solidFill>
                  <a:schemeClr val="bg2"/>
                </a:solidFill>
              </a:defRPr>
            </a:lvl1pPr>
          </a:lstStyle>
          <a:p>
            <a:pPr lvl="0"/>
            <a:r>
              <a:rPr lang="en-CA"/>
              <a:t>##</a:t>
            </a:r>
          </a:p>
        </p:txBody>
      </p:sp>
      <p:sp>
        <p:nvSpPr>
          <p:cNvPr id="9" name="Espace réservé du texte 9">
            <a:extLst>
              <a:ext uri="{FF2B5EF4-FFF2-40B4-BE49-F238E27FC236}">
                <a16:creationId xmlns:a16="http://schemas.microsoft.com/office/drawing/2014/main" id="{52BB82EF-ACCD-872C-E0B5-8FE445F67D9D}"/>
              </a:ext>
            </a:extLst>
          </p:cNvPr>
          <p:cNvSpPr>
            <a:spLocks noGrp="1"/>
          </p:cNvSpPr>
          <p:nvPr>
            <p:ph type="body" sz="quarter" idx="69" hasCustomPrompt="1"/>
          </p:nvPr>
        </p:nvSpPr>
        <p:spPr>
          <a:xfrm>
            <a:off x="1776413" y="5454000"/>
            <a:ext cx="10170650" cy="894313"/>
          </a:xfrm>
          <a:noFill/>
          <a:effectLst/>
        </p:spPr>
        <p:txBody>
          <a:bodyPr tIns="72000" bIns="0" anchor="t"/>
          <a:lstStyle>
            <a:lvl1pPr>
              <a:lnSpc>
                <a:spcPct val="90000"/>
              </a:lnSpc>
              <a:spcBef>
                <a:spcPts val="0"/>
              </a:spcBef>
              <a:defRPr sz="2400">
                <a:solidFill>
                  <a:schemeClr val="tx1"/>
                </a:solidFill>
              </a:defRPr>
            </a:lvl1pPr>
          </a:lstStyle>
          <a:p>
            <a:pPr lvl="0"/>
            <a:r>
              <a:rPr lang="en-CA"/>
              <a:t>Click to add a fifth key takeaway</a:t>
            </a:r>
          </a:p>
        </p:txBody>
      </p:sp>
      <p:sp>
        <p:nvSpPr>
          <p:cNvPr id="63" name="Espace réservé du pied de page 62">
            <a:extLst>
              <a:ext uri="{FF2B5EF4-FFF2-40B4-BE49-F238E27FC236}">
                <a16:creationId xmlns:a16="http://schemas.microsoft.com/office/drawing/2014/main" id="{B11FD893-0ECD-C569-7734-4136F788E406}"/>
              </a:ext>
            </a:extLst>
          </p:cNvPr>
          <p:cNvSpPr>
            <a:spLocks noGrp="1"/>
          </p:cNvSpPr>
          <p:nvPr>
            <p:ph type="ftr" sz="quarter" idx="62"/>
          </p:nvPr>
        </p:nvSpPr>
        <p:spPr/>
        <p:txBody>
          <a:bodyPr/>
          <a:lstStyle/>
          <a:p>
            <a:endParaRPr lang="en-CA"/>
          </a:p>
        </p:txBody>
      </p:sp>
      <p:sp>
        <p:nvSpPr>
          <p:cNvPr id="64" name="Espace réservé du numéro de diapositive 63">
            <a:extLst>
              <a:ext uri="{FF2B5EF4-FFF2-40B4-BE49-F238E27FC236}">
                <a16:creationId xmlns:a16="http://schemas.microsoft.com/office/drawing/2014/main" id="{AE510988-DE02-5DB0-82D4-38C65EFFDF7D}"/>
              </a:ext>
            </a:extLst>
          </p:cNvPr>
          <p:cNvSpPr>
            <a:spLocks noGrp="1"/>
          </p:cNvSpPr>
          <p:nvPr>
            <p:ph type="sldNum" sz="quarter" idx="63"/>
          </p:nvPr>
        </p:nvSpPr>
        <p:spPr/>
        <p:txBody>
          <a:bodyPr/>
          <a:lstStyle/>
          <a:p>
            <a:fld id="{21DAE3DD-E46F-48E2-BAED-1C2B457B4828}" type="slidenum">
              <a:rPr lang="en-CA" smtClean="0"/>
              <a:pPr/>
              <a:t>‹#›</a:t>
            </a:fld>
            <a:endParaRPr lang="en-CA"/>
          </a:p>
        </p:txBody>
      </p:sp>
    </p:spTree>
    <p:extLst>
      <p:ext uri="{BB962C8B-B14F-4D97-AF65-F5344CB8AC3E}">
        <p14:creationId xmlns:p14="http://schemas.microsoft.com/office/powerpoint/2010/main" val="247842085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More template instructions">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rtlCol="0" anchor="ctr">
            <a:noAutofit/>
          </a:bodyPr>
          <a:lstStyle/>
          <a:p>
            <a:pPr algn="ctr">
              <a:lnSpc>
                <a:spcPct val="80000"/>
              </a:lnSpc>
            </a:pPr>
            <a:r>
              <a:rPr lang="en-CA" sz="11500"/>
              <a:t>More template instructions</a:t>
            </a:r>
          </a:p>
        </p:txBody>
      </p:sp>
    </p:spTree>
    <p:extLst>
      <p:ext uri="{BB962C8B-B14F-4D97-AF65-F5344CB8AC3E}">
        <p14:creationId xmlns:p14="http://schemas.microsoft.com/office/powerpoint/2010/main" val="956882389"/>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Wealth Management colour palette">
    <p:spTree>
      <p:nvGrpSpPr>
        <p:cNvPr id="1" name=""/>
        <p:cNvGrpSpPr/>
        <p:nvPr/>
      </p:nvGrpSpPr>
      <p:grpSpPr>
        <a:xfrm>
          <a:off x="0" y="0"/>
          <a:ext cx="0" cy="0"/>
          <a:chOff x="0" y="0"/>
          <a:chExt cx="0" cy="0"/>
        </a:xfrm>
      </p:grpSpPr>
      <p:sp>
        <p:nvSpPr>
          <p:cNvPr id="108" name="SUJET">
            <a:extLst>
              <a:ext uri="{FF2B5EF4-FFF2-40B4-BE49-F238E27FC236}">
                <a16:creationId xmlns:a16="http://schemas.microsoft.com/office/drawing/2014/main" id="{32BC883D-5547-85E9-6984-831384F0673B}"/>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5" name="Rectangle 4">
            <a:extLst>
              <a:ext uri="{FF2B5EF4-FFF2-40B4-BE49-F238E27FC236}">
                <a16:creationId xmlns:a16="http://schemas.microsoft.com/office/drawing/2014/main" id="{346FDEBB-7D4D-36B4-D48D-E5618E05DFBB}"/>
              </a:ext>
            </a:extLst>
          </p:cNvPr>
          <p:cNvSpPr/>
          <p:nvPr userDrawn="1"/>
        </p:nvSpPr>
        <p:spPr bwMode="auto">
          <a:xfrm>
            <a:off x="246000" y="413999"/>
            <a:ext cx="11699938" cy="765513"/>
          </a:xfrm>
          <a:prstGeom prst="rect">
            <a:avLst/>
          </a:prstGeom>
          <a:noFill/>
          <a:ln>
            <a:noFill/>
          </a:ln>
          <a:effectLst/>
        </p:spPr>
        <p:txBody>
          <a:bodyPr vert="horz" wrap="square" lIns="0" tIns="45720" rIns="72000" bIns="45720" numCol="1" rtlCol="0" anchor="t" anchorCtr="0" compatLnSpc="1">
            <a:prstTxWarp prst="textNoShape">
              <a:avLst/>
            </a:prstTxWarp>
          </a:bodyPr>
          <a:lstStyle/>
          <a:p>
            <a:pPr>
              <a:lnSpc>
                <a:spcPct val="90000"/>
              </a:lnSpc>
            </a:pPr>
            <a:r>
              <a:rPr lang="en-CA" sz="2800" b="0" i="0" noProof="0">
                <a:solidFill>
                  <a:schemeClr val="accent1"/>
                </a:solidFill>
                <a:latin typeface="+mn-lt"/>
                <a:cs typeface="+mn-cs"/>
              </a:rPr>
              <a:t>Wealth Management subsidiaries colours </a:t>
            </a:r>
            <a:r>
              <a:rPr lang="en-CA" sz="2800" b="0" i="0" noProof="0">
                <a:solidFill>
                  <a:schemeClr val="tx1"/>
                </a:solidFill>
                <a:latin typeface="+mn-lt"/>
                <a:cs typeface="+mn-cs"/>
              </a:rPr>
              <a:t>are programmed </a:t>
            </a:r>
            <a:br>
              <a:rPr lang="en-CA" sz="2800" b="0" i="0" noProof="0">
                <a:solidFill>
                  <a:schemeClr val="tx1"/>
                </a:solidFill>
                <a:latin typeface="+mn-lt"/>
                <a:cs typeface="+mn-cs"/>
              </a:rPr>
            </a:br>
            <a:r>
              <a:rPr lang="en-CA" sz="2800" b="0" i="0" noProof="0">
                <a:solidFill>
                  <a:schemeClr val="tx1"/>
                </a:solidFill>
                <a:latin typeface="+mn-lt"/>
                <a:cs typeface="+mn-cs"/>
              </a:rPr>
              <a:t>in the template and accessible through all colour menus</a:t>
            </a:r>
          </a:p>
        </p:txBody>
      </p:sp>
      <p:sp>
        <p:nvSpPr>
          <p:cNvPr id="28" name="Rectangle 27">
            <a:extLst>
              <a:ext uri="{FF2B5EF4-FFF2-40B4-BE49-F238E27FC236}">
                <a16:creationId xmlns:a16="http://schemas.microsoft.com/office/drawing/2014/main" id="{6F5EBCB9-05C4-2578-C62E-166FB77FE464}"/>
              </a:ext>
            </a:extLst>
          </p:cNvPr>
          <p:cNvSpPr/>
          <p:nvPr userDrawn="1"/>
        </p:nvSpPr>
        <p:spPr>
          <a:xfrm>
            <a:off x="246000" y="1314000"/>
            <a:ext cx="3555000" cy="3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a:spcBef>
                <a:spcPts val="0"/>
              </a:spcBef>
            </a:pPr>
            <a:r>
              <a:rPr lang="en-CA" sz="2000">
                <a:solidFill>
                  <a:schemeClr val="tx1"/>
                </a:solidFill>
              </a:rPr>
              <a:t>Main colours (RGB)</a:t>
            </a:r>
          </a:p>
        </p:txBody>
      </p:sp>
      <p:grpSp>
        <p:nvGrpSpPr>
          <p:cNvPr id="29" name="Groupe 28">
            <a:extLst>
              <a:ext uri="{FF2B5EF4-FFF2-40B4-BE49-F238E27FC236}">
                <a16:creationId xmlns:a16="http://schemas.microsoft.com/office/drawing/2014/main" id="{D997C455-73E7-A055-340C-530E5A554482}"/>
              </a:ext>
            </a:extLst>
          </p:cNvPr>
          <p:cNvGrpSpPr/>
          <p:nvPr userDrawn="1"/>
        </p:nvGrpSpPr>
        <p:grpSpPr>
          <a:xfrm>
            <a:off x="245999" y="1809000"/>
            <a:ext cx="11699937" cy="396586"/>
            <a:chOff x="2085068" y="1761702"/>
            <a:chExt cx="9788696" cy="497298"/>
          </a:xfrm>
        </p:grpSpPr>
        <p:sp>
          <p:nvSpPr>
            <p:cNvPr id="24" name="Rectangle 23">
              <a:extLst>
                <a:ext uri="{FF2B5EF4-FFF2-40B4-BE49-F238E27FC236}">
                  <a16:creationId xmlns:a16="http://schemas.microsoft.com/office/drawing/2014/main" id="{444A8EAF-6FA5-C4D7-3901-8E4483065183}"/>
                </a:ext>
              </a:extLst>
            </p:cNvPr>
            <p:cNvSpPr/>
            <p:nvPr userDrawn="1"/>
          </p:nvSpPr>
          <p:spPr>
            <a:xfrm>
              <a:off x="2085068" y="1761702"/>
              <a:ext cx="5231974" cy="497298"/>
            </a:xfrm>
            <a:prstGeom prst="rect">
              <a:avLst/>
            </a:prstGeom>
            <a:solidFill>
              <a:schemeClr val="bg2"/>
            </a:solidFill>
            <a:ln w="63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Bef>
                  <a:spcPts val="500"/>
                </a:spcBef>
              </a:pPr>
              <a:r>
                <a:rPr lang="en-CA" sz="1200">
                  <a:solidFill>
                    <a:schemeClr val="tx1"/>
                  </a:solidFill>
                </a:rPr>
                <a:t>247, 244, 240</a:t>
              </a:r>
            </a:p>
          </p:txBody>
        </p:sp>
        <p:sp>
          <p:nvSpPr>
            <p:cNvPr id="25" name="Rectangle 24">
              <a:extLst>
                <a:ext uri="{FF2B5EF4-FFF2-40B4-BE49-F238E27FC236}">
                  <a16:creationId xmlns:a16="http://schemas.microsoft.com/office/drawing/2014/main" id="{F1BFFAEC-EF3E-E0E3-14CF-2C5C1B3C5536}"/>
                </a:ext>
              </a:extLst>
            </p:cNvPr>
            <p:cNvSpPr/>
            <p:nvPr userDrawn="1"/>
          </p:nvSpPr>
          <p:spPr>
            <a:xfrm>
              <a:off x="7317041" y="1761702"/>
              <a:ext cx="3049625" cy="497298"/>
            </a:xfrm>
            <a:prstGeom prst="rect">
              <a:avLst/>
            </a:prstGeom>
            <a:solidFill>
              <a:schemeClr val="tx2"/>
            </a:solid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spcBef>
                  <a:spcPts val="500"/>
                </a:spcBef>
              </a:pPr>
              <a:r>
                <a:rPr lang="en-CA" sz="1200">
                  <a:solidFill>
                    <a:schemeClr val="tx1"/>
                  </a:solidFill>
                </a:rPr>
                <a:t>206, 202, 197</a:t>
              </a:r>
            </a:p>
          </p:txBody>
        </p:sp>
        <p:sp>
          <p:nvSpPr>
            <p:cNvPr id="26" name="Rectangle 25">
              <a:extLst>
                <a:ext uri="{FF2B5EF4-FFF2-40B4-BE49-F238E27FC236}">
                  <a16:creationId xmlns:a16="http://schemas.microsoft.com/office/drawing/2014/main" id="{C1F3D125-C1FC-10BB-A6AC-3A5665CB4C68}"/>
                </a:ext>
              </a:extLst>
            </p:cNvPr>
            <p:cNvSpPr/>
            <p:nvPr userDrawn="1"/>
          </p:nvSpPr>
          <p:spPr>
            <a:xfrm>
              <a:off x="10370022" y="1761702"/>
              <a:ext cx="749969" cy="497298"/>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050">
                  <a:solidFill>
                    <a:schemeClr val="bg1"/>
                  </a:solidFill>
                </a:rPr>
                <a:t>0, 0, 0</a:t>
              </a:r>
            </a:p>
          </p:txBody>
        </p:sp>
        <p:sp>
          <p:nvSpPr>
            <p:cNvPr id="27" name="Rectangle 26">
              <a:extLst>
                <a:ext uri="{FF2B5EF4-FFF2-40B4-BE49-F238E27FC236}">
                  <a16:creationId xmlns:a16="http://schemas.microsoft.com/office/drawing/2014/main" id="{87426D0D-BF8B-941C-068F-BE3DFDBC2D2F}"/>
                </a:ext>
              </a:extLst>
            </p:cNvPr>
            <p:cNvSpPr/>
            <p:nvPr userDrawn="1"/>
          </p:nvSpPr>
          <p:spPr>
            <a:xfrm>
              <a:off x="11123347" y="1761702"/>
              <a:ext cx="750417" cy="497298"/>
            </a:xfrm>
            <a:prstGeom prst="rect">
              <a:avLst/>
            </a:prstGeom>
            <a:solidFill>
              <a:schemeClr val="accent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050">
                  <a:solidFill>
                    <a:schemeClr val="bg1"/>
                  </a:solidFill>
                </a:rPr>
                <a:t>222, 22, 29</a:t>
              </a:r>
            </a:p>
          </p:txBody>
        </p:sp>
      </p:grpSp>
      <p:sp>
        <p:nvSpPr>
          <p:cNvPr id="30" name="Rectangle 29">
            <a:extLst>
              <a:ext uri="{FF2B5EF4-FFF2-40B4-BE49-F238E27FC236}">
                <a16:creationId xmlns:a16="http://schemas.microsoft.com/office/drawing/2014/main" id="{2D372136-6CDE-BF2F-8F2B-9987D2AB1BEA}"/>
              </a:ext>
            </a:extLst>
          </p:cNvPr>
          <p:cNvSpPr/>
          <p:nvPr userDrawn="1"/>
        </p:nvSpPr>
        <p:spPr>
          <a:xfrm>
            <a:off x="246000" y="2406600"/>
            <a:ext cx="3555000" cy="3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a:spcBef>
                <a:spcPts val="0"/>
              </a:spcBef>
            </a:pPr>
            <a:r>
              <a:rPr lang="en-CA" sz="2000">
                <a:solidFill>
                  <a:schemeClr val="tx1"/>
                </a:solidFill>
              </a:rPr>
              <a:t>Theme colours (RGB)</a:t>
            </a:r>
          </a:p>
        </p:txBody>
      </p:sp>
      <p:pic>
        <p:nvPicPr>
          <p:cNvPr id="6" name="Picture 5">
            <a:extLst>
              <a:ext uri="{FF2B5EF4-FFF2-40B4-BE49-F238E27FC236}">
                <a16:creationId xmlns:a16="http://schemas.microsoft.com/office/drawing/2014/main" id="{F9C88706-6C14-86B8-F9BB-E0A7F1496A19}"/>
              </a:ext>
            </a:extLst>
          </p:cNvPr>
          <p:cNvPicPr>
            <a:picLocks noChangeAspect="1"/>
          </p:cNvPicPr>
          <p:nvPr userDrawn="1"/>
        </p:nvPicPr>
        <p:blipFill>
          <a:blip r:embed="rId2"/>
          <a:stretch>
            <a:fillRect/>
          </a:stretch>
        </p:blipFill>
        <p:spPr>
          <a:xfrm>
            <a:off x="10174464" y="2944635"/>
            <a:ext cx="1771200" cy="1878738"/>
          </a:xfrm>
          <a:prstGeom prst="rect">
            <a:avLst/>
          </a:prstGeom>
          <a:ln>
            <a:solidFill>
              <a:schemeClr val="tx1"/>
            </a:solidFill>
          </a:ln>
        </p:spPr>
      </p:pic>
      <p:sp>
        <p:nvSpPr>
          <p:cNvPr id="8" name="Rectangle 7">
            <a:extLst>
              <a:ext uri="{FF2B5EF4-FFF2-40B4-BE49-F238E27FC236}">
                <a16:creationId xmlns:a16="http://schemas.microsoft.com/office/drawing/2014/main" id="{19BCE6F6-C09A-6E09-A585-D6B1A4E89D21}"/>
              </a:ext>
            </a:extLst>
          </p:cNvPr>
          <p:cNvSpPr/>
          <p:nvPr userDrawn="1"/>
        </p:nvSpPr>
        <p:spPr bwMode="auto">
          <a:xfrm>
            <a:off x="246000" y="2906430"/>
            <a:ext cx="1548000" cy="761999"/>
          </a:xfrm>
          <a:prstGeom prst="rect">
            <a:avLst/>
          </a:prstGeom>
          <a:solidFill>
            <a:schemeClr val="bg1"/>
          </a:solidFill>
          <a:ln>
            <a:noFill/>
          </a:ln>
          <a:effectLst>
            <a:innerShdw dist="6350" dir="16200000">
              <a:prstClr val="black"/>
            </a:innerShdw>
          </a:effectLst>
        </p:spPr>
        <p:txBody>
          <a:bodyPr vert="horz" wrap="square" lIns="0" tIns="36000" rIns="0" bIns="36000" numCol="1" rtlCol="0" anchor="t" anchorCtr="0" compatLnSpc="1">
            <a:prstTxWarp prst="textNoShape">
              <a:avLst/>
            </a:prstTxWarp>
          </a:bodyPr>
          <a:lstStyle/>
          <a:p>
            <a:pPr eaLnBrk="0" fontAlgn="base" hangingPunct="0">
              <a:spcBef>
                <a:spcPts val="800"/>
              </a:spcBef>
              <a:spcAft>
                <a:spcPct val="0"/>
              </a:spcAft>
            </a:pPr>
            <a:r>
              <a:rPr lang="en-CA" sz="1600" b="0" i="0" noProof="0">
                <a:solidFill>
                  <a:schemeClr val="tx1"/>
                </a:solidFill>
                <a:latin typeface="+mn-lt"/>
                <a:ea typeface="+mn-ea"/>
                <a:cs typeface="+mn-cs"/>
              </a:rPr>
              <a:t>Accent colours</a:t>
            </a:r>
          </a:p>
        </p:txBody>
      </p:sp>
      <p:graphicFrame>
        <p:nvGraphicFramePr>
          <p:cNvPr id="20" name="Table 21">
            <a:extLst>
              <a:ext uri="{FF2B5EF4-FFF2-40B4-BE49-F238E27FC236}">
                <a16:creationId xmlns:a16="http://schemas.microsoft.com/office/drawing/2014/main" id="{FEDA26FE-7595-2548-C17E-A389ACE31B41}"/>
              </a:ext>
            </a:extLst>
          </p:cNvPr>
          <p:cNvGraphicFramePr>
            <a:graphicFrameLocks noGrp="1"/>
          </p:cNvGraphicFramePr>
          <p:nvPr userDrawn="1">
            <p:extLst>
              <p:ext uri="{D42A27DB-BD31-4B8C-83A1-F6EECF244321}">
                <p14:modId xmlns:p14="http://schemas.microsoft.com/office/powerpoint/2010/main" val="426688995"/>
              </p:ext>
            </p:extLst>
          </p:nvPr>
        </p:nvGraphicFramePr>
        <p:xfrm>
          <a:off x="2063551" y="2901614"/>
          <a:ext cx="7056000" cy="81456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5832000">
                  <a:extLst>
                    <a:ext uri="{9D8B030D-6E8A-4147-A177-3AD203B41FA5}">
                      <a16:colId xmlns:a16="http://schemas.microsoft.com/office/drawing/2014/main" val="20001"/>
                    </a:ext>
                  </a:extLst>
                </a:gridCol>
              </a:tblGrid>
              <a:tr h="396000">
                <a:tc>
                  <a:txBody>
                    <a:bodyPr/>
                    <a:lstStyle/>
                    <a:p>
                      <a:pPr marL="0" marR="0" lvl="0" indent="0" algn="ctr" defTabSz="455613" rtl="0" eaLnBrk="0" fontAlgn="base" latinLnBrk="0" hangingPunct="0">
                        <a:lnSpc>
                          <a:spcPct val="100000"/>
                        </a:lnSpc>
                        <a:spcBef>
                          <a:spcPct val="50000"/>
                        </a:spcBef>
                        <a:spcAft>
                          <a:spcPct val="0"/>
                        </a:spcAft>
                        <a:buClr>
                          <a:schemeClr val="dk1"/>
                        </a:buClr>
                        <a:buSzTx/>
                        <a:buFontTx/>
                        <a:buNone/>
                        <a:tabLst/>
                        <a:defRPr/>
                      </a:pPr>
                      <a:r>
                        <a:rPr kumimoji="0" lang="en-CA" sz="1200" b="0" i="0" u="none" strike="noStrike" kern="1200" cap="none" spc="0" normalizeH="0" baseline="0" noProof="0">
                          <a:ln>
                            <a:noFill/>
                          </a:ln>
                          <a:solidFill>
                            <a:schemeClr val="bg1"/>
                          </a:solidFill>
                          <a:effectLst/>
                          <a:uLnTx/>
                          <a:uFillTx/>
                          <a:latin typeface="+mn-lt"/>
                          <a:ea typeface="+mn-ea"/>
                          <a:cs typeface="+mn-cs"/>
                        </a:rPr>
                        <a:t>222, 22, 29</a:t>
                      </a:r>
                    </a:p>
                  </a:txBody>
                  <a:tcPr marL="144000" marR="144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1588" algn="l"/>
                      <a:r>
                        <a:rPr lang="en-CA" sz="1100" b="0" i="1" noProof="0">
                          <a:solidFill>
                            <a:schemeClr val="tx1"/>
                          </a:solidFill>
                          <a:latin typeface="+mn-lt"/>
                          <a:ea typeface="+mn-ea"/>
                        </a:rPr>
                        <a:t>Red</a:t>
                      </a:r>
                      <a:r>
                        <a:rPr lang="en-CA" sz="1100" b="0" i="0" noProof="0">
                          <a:solidFill>
                            <a:schemeClr val="tx1"/>
                          </a:solidFill>
                          <a:latin typeface="+mn-lt"/>
                          <a:ea typeface="+mn-ea"/>
                        </a:rPr>
                        <a:t> can be used sparingly to highlight an element or certain important words on a page. It is also used for message box text.</a:t>
                      </a:r>
                      <a:endParaRPr lang="en-CA" sz="1100" b="0" i="1" baseline="0" noProof="0">
                        <a:solidFill>
                          <a:schemeClr val="tx1"/>
                        </a:solidFill>
                        <a:latin typeface="+mn-lt"/>
                        <a:ea typeface="+mn-ea"/>
                      </a:endParaRPr>
                    </a:p>
                  </a:txBody>
                  <a:tcPr marL="144000" marR="144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96000">
                <a:tc>
                  <a:txBody>
                    <a:bodyPr/>
                    <a:lstStyle/>
                    <a:p>
                      <a:pPr marL="0" marR="0" lvl="0" indent="0" algn="ctr" defTabSz="455613" rtl="0" eaLnBrk="0" fontAlgn="base" latinLnBrk="0" hangingPunct="0">
                        <a:lnSpc>
                          <a:spcPct val="100000"/>
                        </a:lnSpc>
                        <a:spcBef>
                          <a:spcPct val="50000"/>
                        </a:spcBef>
                        <a:spcAft>
                          <a:spcPct val="0"/>
                        </a:spcAft>
                        <a:buClr>
                          <a:schemeClr val="dk1"/>
                        </a:buClr>
                        <a:buSzTx/>
                        <a:buFontTx/>
                        <a:buNone/>
                        <a:tabLst/>
                        <a:defRPr/>
                      </a:pPr>
                      <a:r>
                        <a:rPr kumimoji="0" lang="en-CA" sz="1200" b="0" i="0" u="none" strike="noStrike" kern="1200" cap="none" spc="0" normalizeH="0" baseline="0" noProof="0">
                          <a:ln>
                            <a:noFill/>
                          </a:ln>
                          <a:solidFill>
                            <a:schemeClr val="tx1"/>
                          </a:solidFill>
                          <a:effectLst/>
                          <a:uLnTx/>
                          <a:uFillTx/>
                          <a:latin typeface="+mn-lt"/>
                          <a:ea typeface="+mn-ea"/>
                          <a:cs typeface="+mn-cs"/>
                        </a:rPr>
                        <a:t>206, 202, 197</a:t>
                      </a:r>
                    </a:p>
                  </a:txBody>
                  <a:tcPr marL="144000" marR="144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indent="1588" algn="l"/>
                      <a:r>
                        <a:rPr lang="en-CA" sz="1100" b="0" i="1" baseline="0" noProof="0">
                          <a:solidFill>
                            <a:schemeClr val="tx1"/>
                          </a:solidFill>
                          <a:latin typeface="+mn-lt"/>
                          <a:ea typeface="+mn-ea"/>
                        </a:rPr>
                        <a:t>Warm grey </a:t>
                      </a:r>
                      <a:r>
                        <a:rPr lang="en-CA" sz="1100"/>
                        <a:t>is a colour frequently used in the creation of your pages.</a:t>
                      </a:r>
                      <a:br>
                        <a:rPr lang="en-CA" sz="1100"/>
                      </a:br>
                      <a:r>
                        <a:rPr lang="en-CA" sz="1100"/>
                        <a:t>This colour is also used as a background colour on certain pages.</a:t>
                      </a:r>
                      <a:endParaRPr lang="en-CA" sz="1100" b="0" i="0" baseline="0" noProof="0">
                        <a:solidFill>
                          <a:schemeClr val="tx1"/>
                        </a:solidFill>
                        <a:latin typeface="+mn-lt"/>
                        <a:ea typeface="+mn-ea"/>
                      </a:endParaRPr>
                    </a:p>
                  </a:txBody>
                  <a:tcPr marL="144000" marR="144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495383"/>
                  </a:ext>
                </a:extLst>
              </a:tr>
            </a:tbl>
          </a:graphicData>
        </a:graphic>
      </p:graphicFrame>
      <p:sp>
        <p:nvSpPr>
          <p:cNvPr id="11" name="Rectangle 10">
            <a:extLst>
              <a:ext uri="{FF2B5EF4-FFF2-40B4-BE49-F238E27FC236}">
                <a16:creationId xmlns:a16="http://schemas.microsoft.com/office/drawing/2014/main" id="{43DC493A-FDCD-5295-D878-1B5866333FDA}"/>
              </a:ext>
            </a:extLst>
          </p:cNvPr>
          <p:cNvSpPr/>
          <p:nvPr userDrawn="1"/>
        </p:nvSpPr>
        <p:spPr bwMode="auto">
          <a:xfrm>
            <a:off x="246000" y="3886200"/>
            <a:ext cx="1548000" cy="914401"/>
          </a:xfrm>
          <a:prstGeom prst="rect">
            <a:avLst/>
          </a:prstGeom>
          <a:solidFill>
            <a:schemeClr val="bg1"/>
          </a:solidFill>
          <a:ln>
            <a:noFill/>
          </a:ln>
          <a:effectLst>
            <a:innerShdw dist="6350" dir="16200000">
              <a:prstClr val="black"/>
            </a:innerShdw>
          </a:effectLst>
        </p:spPr>
        <p:txBody>
          <a:bodyPr vert="horz" wrap="square" lIns="0" tIns="36000" rIns="0" bIns="36000" numCol="1" rtlCol="0" anchor="t" anchorCtr="0" compatLnSpc="1">
            <a:prstTxWarp prst="textNoShape">
              <a:avLst/>
            </a:prstTxWarp>
          </a:bodyPr>
          <a:lstStyle/>
          <a:p>
            <a:pPr eaLnBrk="0" fontAlgn="base" hangingPunct="0">
              <a:spcBef>
                <a:spcPts val="800"/>
              </a:spcBef>
              <a:spcAft>
                <a:spcPct val="0"/>
              </a:spcAft>
            </a:pPr>
            <a:r>
              <a:rPr lang="en-CA" sz="1600" b="0" i="0" noProof="0">
                <a:solidFill>
                  <a:schemeClr val="tx1"/>
                </a:solidFill>
                <a:latin typeface="+mn-lt"/>
                <a:ea typeface="+mn-ea"/>
                <a:cs typeface="+mn-cs"/>
              </a:rPr>
              <a:t>Contrast </a:t>
            </a:r>
            <a:br>
              <a:rPr lang="en-CA" sz="1600" b="0" i="0" noProof="0">
                <a:solidFill>
                  <a:schemeClr val="tx1"/>
                </a:solidFill>
                <a:latin typeface="+mn-lt"/>
                <a:ea typeface="+mn-ea"/>
                <a:cs typeface="+mn-cs"/>
              </a:rPr>
            </a:br>
            <a:r>
              <a:rPr lang="en-CA" sz="1600" b="0" i="0" noProof="0">
                <a:solidFill>
                  <a:schemeClr val="tx1"/>
                </a:solidFill>
                <a:latin typeface="+mn-lt"/>
                <a:ea typeface="+mn-ea"/>
                <a:cs typeface="+mn-cs"/>
              </a:rPr>
              <a:t>colours</a:t>
            </a:r>
          </a:p>
        </p:txBody>
      </p:sp>
      <p:graphicFrame>
        <p:nvGraphicFramePr>
          <p:cNvPr id="13" name="Table 21">
            <a:extLst>
              <a:ext uri="{FF2B5EF4-FFF2-40B4-BE49-F238E27FC236}">
                <a16:creationId xmlns:a16="http://schemas.microsoft.com/office/drawing/2014/main" id="{13D6A64F-C164-52AD-812E-DBFEF4797C5D}"/>
              </a:ext>
            </a:extLst>
          </p:cNvPr>
          <p:cNvGraphicFramePr>
            <a:graphicFrameLocks noGrp="1"/>
          </p:cNvGraphicFramePr>
          <p:nvPr userDrawn="1">
            <p:extLst>
              <p:ext uri="{D42A27DB-BD31-4B8C-83A1-F6EECF244321}">
                <p14:modId xmlns:p14="http://schemas.microsoft.com/office/powerpoint/2010/main" val="2901686074"/>
              </p:ext>
            </p:extLst>
          </p:nvPr>
        </p:nvGraphicFramePr>
        <p:xfrm>
          <a:off x="2063552" y="3886200"/>
          <a:ext cx="4284000" cy="81408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3060000">
                  <a:extLst>
                    <a:ext uri="{9D8B030D-6E8A-4147-A177-3AD203B41FA5}">
                      <a16:colId xmlns:a16="http://schemas.microsoft.com/office/drawing/2014/main" val="20001"/>
                    </a:ext>
                  </a:extLst>
                </a:gridCol>
              </a:tblGrid>
              <a:tr h="406800">
                <a:tc>
                  <a:txBody>
                    <a:bodyPr/>
                    <a:lstStyle/>
                    <a:p>
                      <a:pPr marL="0" marR="0" lvl="0" indent="0" algn="ctr" defTabSz="455613" rtl="0" eaLnBrk="0" fontAlgn="base" latinLnBrk="0" hangingPunct="0">
                        <a:lnSpc>
                          <a:spcPct val="100000"/>
                        </a:lnSpc>
                        <a:spcBef>
                          <a:spcPct val="50000"/>
                        </a:spcBef>
                        <a:spcAft>
                          <a:spcPct val="0"/>
                        </a:spcAft>
                        <a:buClr>
                          <a:schemeClr val="dk1"/>
                        </a:buClr>
                        <a:buSzTx/>
                        <a:buFontTx/>
                        <a:buNone/>
                        <a:tabLst/>
                        <a:defRPr/>
                      </a:pPr>
                      <a:r>
                        <a:rPr kumimoji="0" lang="en-CA" sz="1200" b="0" i="0" u="none" strike="noStrike" kern="1200" cap="none" spc="0" normalizeH="0" baseline="0" noProof="0">
                          <a:ln>
                            <a:noFill/>
                          </a:ln>
                          <a:solidFill>
                            <a:schemeClr val="tx1"/>
                          </a:solidFill>
                          <a:effectLst/>
                          <a:uLnTx/>
                          <a:uFillTx/>
                          <a:latin typeface="+mn-lt"/>
                          <a:ea typeface="+mn-ea"/>
                          <a:cs typeface="+mn-cs"/>
                        </a:rPr>
                        <a:t>247, 244, 240</a:t>
                      </a:r>
                    </a:p>
                  </a:txBody>
                  <a:tcPr marL="144000" marR="144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r>
                        <a:rPr lang="en-CA" sz="1100" b="0" i="1">
                          <a:solidFill>
                            <a:schemeClr val="tx1"/>
                          </a:solidFill>
                        </a:rPr>
                        <a:t>Cream</a:t>
                      </a:r>
                      <a:r>
                        <a:rPr lang="en-CA" sz="1100" b="0">
                          <a:solidFill>
                            <a:schemeClr val="tx1"/>
                          </a:solidFill>
                        </a:rPr>
                        <a:t> is the other frequently used colour,</a:t>
                      </a:r>
                      <a:br>
                        <a:rPr lang="en-CA" sz="1100" b="0">
                          <a:solidFill>
                            <a:schemeClr val="tx1"/>
                          </a:solidFill>
                        </a:rPr>
                      </a:br>
                      <a:r>
                        <a:rPr lang="en-CA" sz="1100" b="0">
                          <a:solidFill>
                            <a:schemeClr val="tx1"/>
                          </a:solidFill>
                        </a:rPr>
                        <a:t>but mainly as a background colour.</a:t>
                      </a:r>
                      <a:endParaRPr lang="en-CA" sz="1100" b="0" i="1" noProof="0">
                        <a:solidFill>
                          <a:schemeClr val="tx1"/>
                        </a:solidFill>
                        <a:latin typeface="+mn-lt"/>
                        <a:ea typeface="+mn-ea"/>
                      </a:endParaRPr>
                    </a:p>
                  </a:txBody>
                  <a:tcPr marL="144000" marR="144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6800">
                <a:tc>
                  <a:txBody>
                    <a:bodyPr/>
                    <a:lstStyle/>
                    <a:p>
                      <a:pPr marL="0" marR="0" lvl="0" indent="0" algn="ctr" defTabSz="455613" rtl="0" eaLnBrk="0" fontAlgn="base" latinLnBrk="0" hangingPunct="0">
                        <a:lnSpc>
                          <a:spcPct val="100000"/>
                        </a:lnSpc>
                        <a:spcBef>
                          <a:spcPct val="50000"/>
                        </a:spcBef>
                        <a:spcAft>
                          <a:spcPct val="0"/>
                        </a:spcAft>
                        <a:buClr>
                          <a:schemeClr val="dk1"/>
                        </a:buClr>
                        <a:buSzTx/>
                        <a:buFontTx/>
                        <a:buNone/>
                        <a:tabLst/>
                        <a:defRPr/>
                      </a:pPr>
                      <a:r>
                        <a:rPr kumimoji="0" lang="en-CA" sz="1200" b="0" i="0" u="none" strike="noStrike" kern="1200" cap="none" spc="0" normalizeH="0" baseline="0" noProof="0">
                          <a:ln>
                            <a:noFill/>
                          </a:ln>
                          <a:solidFill>
                            <a:schemeClr val="bg1"/>
                          </a:solidFill>
                          <a:effectLst/>
                          <a:uLnTx/>
                          <a:uFillTx/>
                          <a:latin typeface="+mn-lt"/>
                          <a:ea typeface="+mn-ea"/>
                          <a:cs typeface="+mn-cs"/>
                        </a:rPr>
                        <a:t>0, 0, 0</a:t>
                      </a:r>
                    </a:p>
                  </a:txBody>
                  <a:tcPr marL="144000" marR="144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indent="0" algn="l"/>
                      <a:r>
                        <a:rPr lang="en-CA" sz="1100"/>
                        <a:t>Dark contrast colour used for text.</a:t>
                      </a:r>
                      <a:endParaRPr lang="en-CA" sz="1100" b="0" i="0" noProof="0">
                        <a:solidFill>
                          <a:schemeClr val="tx1"/>
                        </a:solidFill>
                        <a:latin typeface="+mn-lt"/>
                        <a:ea typeface="+mn-ea"/>
                      </a:endParaRPr>
                    </a:p>
                  </a:txBody>
                  <a:tcPr marL="144000" marR="144000" marT="36000" marB="3600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2995116"/>
                  </a:ext>
                </a:extLst>
              </a:tr>
            </a:tbl>
          </a:graphicData>
        </a:graphic>
      </p:graphicFrame>
      <p:sp>
        <p:nvSpPr>
          <p:cNvPr id="14" name="Rectangle 13">
            <a:extLst>
              <a:ext uri="{FF2B5EF4-FFF2-40B4-BE49-F238E27FC236}">
                <a16:creationId xmlns:a16="http://schemas.microsoft.com/office/drawing/2014/main" id="{D546B155-6DF6-5602-E5D8-02694C01799E}"/>
              </a:ext>
            </a:extLst>
          </p:cNvPr>
          <p:cNvSpPr/>
          <p:nvPr userDrawn="1"/>
        </p:nvSpPr>
        <p:spPr bwMode="auto">
          <a:xfrm>
            <a:off x="246000" y="5002186"/>
            <a:ext cx="1548000" cy="576000"/>
          </a:xfrm>
          <a:prstGeom prst="rect">
            <a:avLst/>
          </a:prstGeom>
          <a:solidFill>
            <a:schemeClr val="bg1"/>
          </a:solidFill>
          <a:ln>
            <a:noFill/>
          </a:ln>
          <a:effectLst>
            <a:innerShdw dist="6350" dir="16200000">
              <a:prstClr val="black"/>
            </a:innerShdw>
          </a:effectLst>
        </p:spPr>
        <p:txBody>
          <a:bodyPr vert="horz" wrap="square" lIns="0" tIns="36000" rIns="0" bIns="36000" numCol="1" rtlCol="0" anchor="t" anchorCtr="0" compatLnSpc="1">
            <a:prstTxWarp prst="textNoShape">
              <a:avLst/>
            </a:prstTxWarp>
          </a:bodyPr>
          <a:lstStyle/>
          <a:p>
            <a:pPr eaLnBrk="0" fontAlgn="base" hangingPunct="0">
              <a:spcBef>
                <a:spcPts val="800"/>
              </a:spcBef>
              <a:spcAft>
                <a:spcPct val="0"/>
              </a:spcAft>
            </a:pPr>
            <a:r>
              <a:rPr lang="en-CA" sz="1600" b="0" i="0" noProof="0">
                <a:solidFill>
                  <a:schemeClr val="tx1"/>
                </a:solidFill>
                <a:latin typeface="+mn-lt"/>
                <a:ea typeface="+mn-ea"/>
                <a:cs typeface="+mn-cs"/>
              </a:rPr>
              <a:t>Chart colours</a:t>
            </a:r>
          </a:p>
        </p:txBody>
      </p:sp>
      <p:sp>
        <p:nvSpPr>
          <p:cNvPr id="92" name="Rectangle 91">
            <a:extLst>
              <a:ext uri="{FF2B5EF4-FFF2-40B4-BE49-F238E27FC236}">
                <a16:creationId xmlns:a16="http://schemas.microsoft.com/office/drawing/2014/main" id="{3151F852-32BF-9547-4785-D52FC1D509B4}"/>
              </a:ext>
            </a:extLst>
          </p:cNvPr>
          <p:cNvSpPr>
            <a:spLocks/>
          </p:cNvSpPr>
          <p:nvPr userDrawn="1"/>
        </p:nvSpPr>
        <p:spPr>
          <a:xfrm>
            <a:off x="2063551" y="5002186"/>
            <a:ext cx="1017551" cy="57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bg1"/>
                </a:solidFill>
              </a:rPr>
              <a:t>222, 22, 29</a:t>
            </a:r>
          </a:p>
        </p:txBody>
      </p:sp>
      <p:sp>
        <p:nvSpPr>
          <p:cNvPr id="93" name="Rectangle 92">
            <a:extLst>
              <a:ext uri="{FF2B5EF4-FFF2-40B4-BE49-F238E27FC236}">
                <a16:creationId xmlns:a16="http://schemas.microsoft.com/office/drawing/2014/main" id="{9CFB9CA2-3FA3-491C-1A24-E8197B9BAF23}"/>
              </a:ext>
            </a:extLst>
          </p:cNvPr>
          <p:cNvSpPr>
            <a:spLocks/>
          </p:cNvSpPr>
          <p:nvPr userDrawn="1"/>
        </p:nvSpPr>
        <p:spPr>
          <a:xfrm>
            <a:off x="3172542" y="5002186"/>
            <a:ext cx="1017551" cy="57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bg1"/>
                </a:solidFill>
              </a:rPr>
              <a:t>110, 110, 113</a:t>
            </a:r>
          </a:p>
        </p:txBody>
      </p:sp>
      <p:sp>
        <p:nvSpPr>
          <p:cNvPr id="94" name="Rectangle 93">
            <a:extLst>
              <a:ext uri="{FF2B5EF4-FFF2-40B4-BE49-F238E27FC236}">
                <a16:creationId xmlns:a16="http://schemas.microsoft.com/office/drawing/2014/main" id="{384AE20F-609D-18AE-F6AC-DF8EC7FA5A16}"/>
              </a:ext>
            </a:extLst>
          </p:cNvPr>
          <p:cNvSpPr>
            <a:spLocks/>
          </p:cNvSpPr>
          <p:nvPr userDrawn="1"/>
        </p:nvSpPr>
        <p:spPr>
          <a:xfrm>
            <a:off x="4281533" y="5002186"/>
            <a:ext cx="1017551" cy="576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tx1"/>
                </a:solidFill>
              </a:rPr>
              <a:t>168, 193, 184</a:t>
            </a:r>
          </a:p>
        </p:txBody>
      </p:sp>
      <p:sp>
        <p:nvSpPr>
          <p:cNvPr id="95" name="Rectangle 94">
            <a:extLst>
              <a:ext uri="{FF2B5EF4-FFF2-40B4-BE49-F238E27FC236}">
                <a16:creationId xmlns:a16="http://schemas.microsoft.com/office/drawing/2014/main" id="{79C511CD-EC17-32F4-63D7-3A6D979E4D2D}"/>
              </a:ext>
            </a:extLst>
          </p:cNvPr>
          <p:cNvSpPr>
            <a:spLocks/>
          </p:cNvSpPr>
          <p:nvPr userDrawn="1"/>
        </p:nvSpPr>
        <p:spPr>
          <a:xfrm>
            <a:off x="5390524" y="5002186"/>
            <a:ext cx="1017551" cy="57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bg1"/>
                </a:solidFill>
              </a:rPr>
              <a:t>21, 37, 50</a:t>
            </a:r>
          </a:p>
        </p:txBody>
      </p:sp>
      <p:sp>
        <p:nvSpPr>
          <p:cNvPr id="96" name="Rectangle 95">
            <a:extLst>
              <a:ext uri="{FF2B5EF4-FFF2-40B4-BE49-F238E27FC236}">
                <a16:creationId xmlns:a16="http://schemas.microsoft.com/office/drawing/2014/main" id="{B85F8766-CA98-7368-40B8-BA7666D46144}"/>
              </a:ext>
            </a:extLst>
          </p:cNvPr>
          <p:cNvSpPr>
            <a:spLocks/>
          </p:cNvSpPr>
          <p:nvPr userDrawn="1"/>
        </p:nvSpPr>
        <p:spPr>
          <a:xfrm>
            <a:off x="6499515" y="5002186"/>
            <a:ext cx="1017551" cy="576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tx1"/>
                </a:solidFill>
              </a:rPr>
              <a:t>203, 234, 164</a:t>
            </a:r>
          </a:p>
        </p:txBody>
      </p:sp>
      <p:sp>
        <p:nvSpPr>
          <p:cNvPr id="97" name="Rectangle 96">
            <a:extLst>
              <a:ext uri="{FF2B5EF4-FFF2-40B4-BE49-F238E27FC236}">
                <a16:creationId xmlns:a16="http://schemas.microsoft.com/office/drawing/2014/main" id="{C1F908A6-B73B-D17A-6D37-3A3F2B2FA166}"/>
              </a:ext>
            </a:extLst>
          </p:cNvPr>
          <p:cNvSpPr>
            <a:spLocks/>
          </p:cNvSpPr>
          <p:nvPr userDrawn="1"/>
        </p:nvSpPr>
        <p:spPr>
          <a:xfrm>
            <a:off x="7608505" y="5002186"/>
            <a:ext cx="1017551" cy="576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tx1"/>
                </a:solidFill>
              </a:rPr>
              <a:t>190, 170, 145</a:t>
            </a:r>
          </a:p>
        </p:txBody>
      </p:sp>
      <p:sp>
        <p:nvSpPr>
          <p:cNvPr id="98" name="Rectangle 97">
            <a:extLst>
              <a:ext uri="{FF2B5EF4-FFF2-40B4-BE49-F238E27FC236}">
                <a16:creationId xmlns:a16="http://schemas.microsoft.com/office/drawing/2014/main" id="{A4825B77-7DBB-BF6D-8DCF-C2CC08E7DCEE}"/>
              </a:ext>
            </a:extLst>
          </p:cNvPr>
          <p:cNvSpPr>
            <a:spLocks/>
          </p:cNvSpPr>
          <p:nvPr userDrawn="1"/>
        </p:nvSpPr>
        <p:spPr>
          <a:xfrm>
            <a:off x="8717497" y="5002186"/>
            <a:ext cx="1017551" cy="576000"/>
          </a:xfrm>
          <a:prstGeom prst="rect">
            <a:avLst/>
          </a:prstGeom>
          <a:solidFill>
            <a:srgbClr val="58876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bg1"/>
                </a:solidFill>
              </a:rPr>
              <a:t>88, 135, 97</a:t>
            </a:r>
          </a:p>
        </p:txBody>
      </p:sp>
      <p:sp>
        <p:nvSpPr>
          <p:cNvPr id="99" name="Rectangle 98">
            <a:extLst>
              <a:ext uri="{FF2B5EF4-FFF2-40B4-BE49-F238E27FC236}">
                <a16:creationId xmlns:a16="http://schemas.microsoft.com/office/drawing/2014/main" id="{E6F7E341-1BFE-5766-950D-C86BB95531FD}"/>
              </a:ext>
            </a:extLst>
          </p:cNvPr>
          <p:cNvSpPr>
            <a:spLocks/>
          </p:cNvSpPr>
          <p:nvPr userDrawn="1"/>
        </p:nvSpPr>
        <p:spPr>
          <a:xfrm>
            <a:off x="9826488" y="5002186"/>
            <a:ext cx="1017551" cy="576000"/>
          </a:xfrm>
          <a:prstGeom prst="rect">
            <a:avLst/>
          </a:prstGeom>
          <a:solidFill>
            <a:srgbClr val="4D4D5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bg1"/>
                </a:solidFill>
              </a:rPr>
              <a:t>77, 77, 92</a:t>
            </a:r>
          </a:p>
        </p:txBody>
      </p:sp>
      <p:sp>
        <p:nvSpPr>
          <p:cNvPr id="100" name="Rectangle 99">
            <a:extLst>
              <a:ext uri="{FF2B5EF4-FFF2-40B4-BE49-F238E27FC236}">
                <a16:creationId xmlns:a16="http://schemas.microsoft.com/office/drawing/2014/main" id="{7998F59B-34D5-BFA9-9B5E-67E11507AB72}"/>
              </a:ext>
            </a:extLst>
          </p:cNvPr>
          <p:cNvSpPr>
            <a:spLocks/>
          </p:cNvSpPr>
          <p:nvPr userDrawn="1"/>
        </p:nvSpPr>
        <p:spPr>
          <a:xfrm>
            <a:off x="10935479" y="5002186"/>
            <a:ext cx="1017551" cy="576000"/>
          </a:xfrm>
          <a:prstGeom prst="rect">
            <a:avLst/>
          </a:prstGeom>
          <a:solidFill>
            <a:srgbClr val="BCBE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tx1"/>
                </a:solidFill>
              </a:rPr>
              <a:t>188, 190, 192</a:t>
            </a:r>
          </a:p>
        </p:txBody>
      </p:sp>
      <p:sp>
        <p:nvSpPr>
          <p:cNvPr id="101" name="Rectangle 100">
            <a:extLst>
              <a:ext uri="{FF2B5EF4-FFF2-40B4-BE49-F238E27FC236}">
                <a16:creationId xmlns:a16="http://schemas.microsoft.com/office/drawing/2014/main" id="{D86E8102-EE49-39C9-A976-9F274BB96AE5}"/>
              </a:ext>
            </a:extLst>
          </p:cNvPr>
          <p:cNvSpPr/>
          <p:nvPr userDrawn="1"/>
        </p:nvSpPr>
        <p:spPr bwMode="auto">
          <a:xfrm>
            <a:off x="246000" y="5769000"/>
            <a:ext cx="1548000" cy="576000"/>
          </a:xfrm>
          <a:prstGeom prst="rect">
            <a:avLst/>
          </a:prstGeom>
          <a:solidFill>
            <a:schemeClr val="bg1"/>
          </a:solidFill>
          <a:ln>
            <a:noFill/>
          </a:ln>
          <a:effectLst>
            <a:innerShdw dist="6350" dir="16200000">
              <a:prstClr val="black"/>
            </a:innerShdw>
          </a:effectLst>
        </p:spPr>
        <p:txBody>
          <a:bodyPr vert="horz" wrap="square" lIns="0" tIns="36000" rIns="0" bIns="36000" numCol="1" rtlCol="0" anchor="t" anchorCtr="0" compatLnSpc="1">
            <a:prstTxWarp prst="textNoShape">
              <a:avLst/>
            </a:prstTxWarp>
          </a:bodyPr>
          <a:lstStyle/>
          <a:p>
            <a:pPr eaLnBrk="0" fontAlgn="base" hangingPunct="0">
              <a:spcBef>
                <a:spcPts val="800"/>
              </a:spcBef>
              <a:spcAft>
                <a:spcPct val="0"/>
              </a:spcAft>
            </a:pPr>
            <a:r>
              <a:rPr lang="en-CA" sz="1600" b="0" i="0" noProof="0">
                <a:solidFill>
                  <a:schemeClr val="tx1"/>
                </a:solidFill>
                <a:latin typeface="+mn-lt"/>
                <a:ea typeface="+mn-ea"/>
                <a:cs typeface="+mn-cs"/>
              </a:rPr>
              <a:t>Dashboard colours</a:t>
            </a:r>
          </a:p>
        </p:txBody>
      </p:sp>
      <p:sp>
        <p:nvSpPr>
          <p:cNvPr id="103" name="Rectangle 102">
            <a:extLst>
              <a:ext uri="{FF2B5EF4-FFF2-40B4-BE49-F238E27FC236}">
                <a16:creationId xmlns:a16="http://schemas.microsoft.com/office/drawing/2014/main" id="{DB945DE3-E6F2-49F5-AB92-4986D0D382C8}"/>
              </a:ext>
            </a:extLst>
          </p:cNvPr>
          <p:cNvSpPr>
            <a:spLocks/>
          </p:cNvSpPr>
          <p:nvPr userDrawn="1"/>
        </p:nvSpPr>
        <p:spPr>
          <a:xfrm>
            <a:off x="2063551" y="5769000"/>
            <a:ext cx="1017551" cy="576000"/>
          </a:xfrm>
          <a:prstGeom prst="rect">
            <a:avLst/>
          </a:prstGeom>
          <a:solidFill>
            <a:srgbClr val="91B76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bg1"/>
                </a:solidFill>
              </a:rPr>
              <a:t>145, 183, 110</a:t>
            </a:r>
          </a:p>
        </p:txBody>
      </p:sp>
      <p:sp>
        <p:nvSpPr>
          <p:cNvPr id="104" name="Rectangle 103">
            <a:extLst>
              <a:ext uri="{FF2B5EF4-FFF2-40B4-BE49-F238E27FC236}">
                <a16:creationId xmlns:a16="http://schemas.microsoft.com/office/drawing/2014/main" id="{18FAAB88-DE8D-698A-92D6-317EB316E97A}"/>
              </a:ext>
            </a:extLst>
          </p:cNvPr>
          <p:cNvSpPr>
            <a:spLocks/>
          </p:cNvSpPr>
          <p:nvPr userDrawn="1"/>
        </p:nvSpPr>
        <p:spPr>
          <a:xfrm>
            <a:off x="3172542" y="5769000"/>
            <a:ext cx="1017551" cy="576000"/>
          </a:xfrm>
          <a:prstGeom prst="rect">
            <a:avLst/>
          </a:prstGeom>
          <a:solidFill>
            <a:srgbClr val="F6C4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tx1"/>
                </a:solidFill>
              </a:rPr>
              <a:t>246, 196, 94</a:t>
            </a:r>
          </a:p>
        </p:txBody>
      </p:sp>
      <p:sp>
        <p:nvSpPr>
          <p:cNvPr id="105" name="Rectangle 104">
            <a:extLst>
              <a:ext uri="{FF2B5EF4-FFF2-40B4-BE49-F238E27FC236}">
                <a16:creationId xmlns:a16="http://schemas.microsoft.com/office/drawing/2014/main" id="{D3DDB588-F13F-7F93-0C12-B153B0D16372}"/>
              </a:ext>
            </a:extLst>
          </p:cNvPr>
          <p:cNvSpPr>
            <a:spLocks/>
          </p:cNvSpPr>
          <p:nvPr userDrawn="1"/>
        </p:nvSpPr>
        <p:spPr>
          <a:xfrm>
            <a:off x="4281533" y="5769000"/>
            <a:ext cx="1017551" cy="576000"/>
          </a:xfrm>
          <a:prstGeom prst="rect">
            <a:avLst/>
          </a:prstGeom>
          <a:solidFill>
            <a:srgbClr val="DE161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0" rtlCol="0" anchor="ctr">
            <a:noAutofit/>
          </a:bodyPr>
          <a:lstStyle/>
          <a:p>
            <a:pPr algn="ctr">
              <a:spcBef>
                <a:spcPts val="500"/>
              </a:spcBef>
            </a:pPr>
            <a:r>
              <a:rPr lang="en-CA" sz="1200">
                <a:solidFill>
                  <a:schemeClr val="bg1"/>
                </a:solidFill>
              </a:rPr>
              <a:t>222, 22, 29</a:t>
            </a:r>
          </a:p>
        </p:txBody>
      </p:sp>
      <p:sp>
        <p:nvSpPr>
          <p:cNvPr id="18" name="Rectangle 17">
            <a:extLst>
              <a:ext uri="{FF2B5EF4-FFF2-40B4-BE49-F238E27FC236}">
                <a16:creationId xmlns:a16="http://schemas.microsoft.com/office/drawing/2014/main" id="{47C54BAC-BCF7-29E9-5A31-CB7259D2B7D3}"/>
              </a:ext>
            </a:extLst>
          </p:cNvPr>
          <p:cNvSpPr/>
          <p:nvPr userDrawn="1"/>
        </p:nvSpPr>
        <p:spPr>
          <a:xfrm>
            <a:off x="10866000" y="3114000"/>
            <a:ext cx="1087029" cy="216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46800" rIns="108000" bIns="46800" rtlCol="0" anchor="ctr"/>
          <a:lstStyle/>
          <a:p>
            <a:pPr algn="ctr">
              <a:spcBef>
                <a:spcPts val="800"/>
              </a:spcBef>
            </a:pPr>
            <a:endParaRPr lang="en-CA" sz="1600"/>
          </a:p>
        </p:txBody>
      </p:sp>
      <p:sp>
        <p:nvSpPr>
          <p:cNvPr id="17" name="Speech Bubble: Rectangle 75">
            <a:extLst>
              <a:ext uri="{FF2B5EF4-FFF2-40B4-BE49-F238E27FC236}">
                <a16:creationId xmlns:a16="http://schemas.microsoft.com/office/drawing/2014/main" id="{8DA55C24-D3B4-E2B7-EACF-E9020687548F}"/>
              </a:ext>
            </a:extLst>
          </p:cNvPr>
          <p:cNvSpPr/>
          <p:nvPr userDrawn="1"/>
        </p:nvSpPr>
        <p:spPr>
          <a:xfrm>
            <a:off x="9220200" y="2362200"/>
            <a:ext cx="2725736" cy="473400"/>
          </a:xfrm>
          <a:prstGeom prst="wedgeRectCallout">
            <a:avLst>
              <a:gd name="adj1" fmla="val 33593"/>
              <a:gd name="adj2" fmla="val 102174"/>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lvl="0" algn="l">
              <a:spcBef>
                <a:spcPts val="0"/>
              </a:spcBef>
            </a:pPr>
            <a:r>
              <a:rPr lang="en-CA" sz="1200" noProof="0">
                <a:solidFill>
                  <a:schemeClr val="tx1"/>
                </a:solidFill>
              </a:rPr>
              <a:t>The last 6 colours are used by default </a:t>
            </a:r>
          </a:p>
          <a:p>
            <a:pPr lvl="0" algn="l">
              <a:spcBef>
                <a:spcPts val="0"/>
              </a:spcBef>
            </a:pPr>
            <a:r>
              <a:rPr lang="en-CA" sz="1200" noProof="0">
                <a:solidFill>
                  <a:schemeClr val="tx1"/>
                </a:solidFill>
              </a:rPr>
              <a:t>in this sequence for charts</a:t>
            </a:r>
          </a:p>
        </p:txBody>
      </p:sp>
      <p:sp>
        <p:nvSpPr>
          <p:cNvPr id="106" name="Rectangle 105">
            <a:extLst>
              <a:ext uri="{FF2B5EF4-FFF2-40B4-BE49-F238E27FC236}">
                <a16:creationId xmlns:a16="http://schemas.microsoft.com/office/drawing/2014/main" id="{EB9603ED-ADE9-4F24-BDCF-8889CC8B2301}"/>
              </a:ext>
            </a:extLst>
          </p:cNvPr>
          <p:cNvSpPr/>
          <p:nvPr userDrawn="1"/>
        </p:nvSpPr>
        <p:spPr>
          <a:xfrm>
            <a:off x="10167100" y="4234818"/>
            <a:ext cx="1017551" cy="58903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46800" rIns="108000" bIns="46800" rtlCol="0" anchor="ctr"/>
          <a:lstStyle/>
          <a:p>
            <a:pPr algn="ctr">
              <a:spcBef>
                <a:spcPts val="800"/>
              </a:spcBef>
            </a:pPr>
            <a:endParaRPr lang="en-CA" sz="1600"/>
          </a:p>
        </p:txBody>
      </p:sp>
      <p:sp>
        <p:nvSpPr>
          <p:cNvPr id="107" name="Speech Bubble: Rectangle 75">
            <a:extLst>
              <a:ext uri="{FF2B5EF4-FFF2-40B4-BE49-F238E27FC236}">
                <a16:creationId xmlns:a16="http://schemas.microsoft.com/office/drawing/2014/main" id="{CFFBBDC2-AB22-AE84-6661-A0C29A931C93}"/>
              </a:ext>
            </a:extLst>
          </p:cNvPr>
          <p:cNvSpPr/>
          <p:nvPr userDrawn="1"/>
        </p:nvSpPr>
        <p:spPr>
          <a:xfrm>
            <a:off x="7924800" y="3754134"/>
            <a:ext cx="2041200" cy="1159866"/>
          </a:xfrm>
          <a:prstGeom prst="wedgeRectCallout">
            <a:avLst>
              <a:gd name="adj1" fmla="val 57110"/>
              <a:gd name="adj2" fmla="val 9071"/>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lvl="0" algn="l">
              <a:spcBef>
                <a:spcPts val="0"/>
              </a:spcBef>
            </a:pPr>
            <a:r>
              <a:rPr lang="en-CA" sz="1200" noProof="0">
                <a:solidFill>
                  <a:schemeClr val="tx1"/>
                </a:solidFill>
              </a:rPr>
              <a:t>6 custom colours are also programmed</a:t>
            </a:r>
          </a:p>
          <a:p>
            <a:pPr marL="108000" lvl="0" indent="-108000" algn="l">
              <a:spcBef>
                <a:spcPts val="300"/>
              </a:spcBef>
              <a:buFont typeface="Arial" panose="020B0604020202020204" pitchFamily="34" charset="0"/>
              <a:buChar char="•"/>
            </a:pPr>
            <a:r>
              <a:rPr lang="en-CA" sz="1050" noProof="0">
                <a:solidFill>
                  <a:schemeClr val="tx1"/>
                </a:solidFill>
              </a:rPr>
              <a:t>3 additional colours for charts</a:t>
            </a:r>
            <a:br>
              <a:rPr lang="en-CA" sz="1050" noProof="0">
                <a:solidFill>
                  <a:schemeClr val="tx1"/>
                </a:solidFill>
              </a:rPr>
            </a:br>
            <a:r>
              <a:rPr lang="en-CA" sz="1050" noProof="0">
                <a:solidFill>
                  <a:schemeClr val="tx1"/>
                </a:solidFill>
              </a:rPr>
              <a:t>in the 1</a:t>
            </a:r>
            <a:r>
              <a:rPr lang="en-CA" sz="1050" baseline="30000" noProof="0">
                <a:solidFill>
                  <a:schemeClr val="tx1"/>
                </a:solidFill>
              </a:rPr>
              <a:t>st </a:t>
            </a:r>
            <a:r>
              <a:rPr lang="en-CA" sz="1050" noProof="0">
                <a:solidFill>
                  <a:schemeClr val="tx1"/>
                </a:solidFill>
              </a:rPr>
              <a:t>row</a:t>
            </a:r>
          </a:p>
          <a:p>
            <a:pPr marL="108000" lvl="0" indent="-108000" algn="l">
              <a:spcBef>
                <a:spcPts val="300"/>
              </a:spcBef>
              <a:buFont typeface="Arial" panose="020B0604020202020204" pitchFamily="34" charset="0"/>
              <a:buChar char="•"/>
            </a:pPr>
            <a:r>
              <a:rPr lang="en-CA" sz="1050" noProof="0">
                <a:solidFill>
                  <a:schemeClr val="tx1"/>
                </a:solidFill>
              </a:rPr>
              <a:t>3 dashboard colours </a:t>
            </a:r>
            <a:br>
              <a:rPr lang="en-CA" sz="1050" noProof="0">
                <a:solidFill>
                  <a:schemeClr val="tx1"/>
                </a:solidFill>
              </a:rPr>
            </a:br>
            <a:r>
              <a:rPr lang="en-CA" sz="1050" noProof="0">
                <a:solidFill>
                  <a:schemeClr val="tx1"/>
                </a:solidFill>
              </a:rPr>
              <a:t>in the 2</a:t>
            </a:r>
            <a:r>
              <a:rPr lang="en-CA" sz="1050" baseline="30000" noProof="0">
                <a:solidFill>
                  <a:schemeClr val="tx1"/>
                </a:solidFill>
              </a:rPr>
              <a:t>nd</a:t>
            </a:r>
            <a:r>
              <a:rPr lang="en-CA" sz="1050" noProof="0">
                <a:solidFill>
                  <a:schemeClr val="tx1"/>
                </a:solidFill>
              </a:rPr>
              <a:t> row</a:t>
            </a:r>
          </a:p>
        </p:txBody>
      </p:sp>
      <p:sp>
        <p:nvSpPr>
          <p:cNvPr id="3" name="Espace réservé du pied de page 2">
            <a:extLst>
              <a:ext uri="{FF2B5EF4-FFF2-40B4-BE49-F238E27FC236}">
                <a16:creationId xmlns:a16="http://schemas.microsoft.com/office/drawing/2014/main" id="{871D0960-6028-30EA-F646-A47F40FFD18D}"/>
              </a:ext>
            </a:extLst>
          </p:cNvPr>
          <p:cNvSpPr>
            <a:spLocks noGrp="1"/>
          </p:cNvSpPr>
          <p:nvPr>
            <p:ph type="ftr" sz="quarter" idx="10"/>
          </p:nvPr>
        </p:nvSpPr>
        <p:spPr/>
        <p:txBody>
          <a:bodyPr/>
          <a:lstStyle/>
          <a:p>
            <a:endParaRPr lang="en-CA"/>
          </a:p>
        </p:txBody>
      </p:sp>
      <p:sp>
        <p:nvSpPr>
          <p:cNvPr id="4" name="Espace réservé du numéro de diapositive 3">
            <a:extLst>
              <a:ext uri="{FF2B5EF4-FFF2-40B4-BE49-F238E27FC236}">
                <a16:creationId xmlns:a16="http://schemas.microsoft.com/office/drawing/2014/main" id="{F738C8BA-4E5E-1225-1416-59FCF1FA1B90}"/>
              </a:ext>
            </a:extLst>
          </p:cNvPr>
          <p:cNvSpPr>
            <a:spLocks noGrp="1"/>
          </p:cNvSpPr>
          <p:nvPr>
            <p:ph type="sldNum" sz="quarter" idx="11"/>
          </p:nvPr>
        </p:nvSpPr>
        <p:spPr/>
        <p:txBody>
          <a:bodyPr/>
          <a:lstStyle/>
          <a:p>
            <a:fld id="{21DAE3DD-E46F-48E2-BAED-1C2B457B4828}" type="slidenum">
              <a:rPr lang="en-CA" smtClean="0"/>
              <a:pPr/>
              <a:t>‹#›</a:t>
            </a:fld>
            <a:endParaRPr lang="en-CA"/>
          </a:p>
        </p:txBody>
      </p:sp>
    </p:spTree>
    <p:extLst>
      <p:ext uri="{BB962C8B-B14F-4D97-AF65-F5344CB8AC3E}">
        <p14:creationId xmlns:p14="http://schemas.microsoft.com/office/powerpoint/2010/main" val="188685229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ave your theme">
    <p:bg>
      <p:bgPr>
        <a:solidFill>
          <a:schemeClr val="bg2"/>
        </a:solidFill>
        <a:effectLst/>
      </p:bgPr>
    </p:bg>
    <p:spTree>
      <p:nvGrpSpPr>
        <p:cNvPr id="1" name=""/>
        <p:cNvGrpSpPr/>
        <p:nvPr/>
      </p:nvGrpSpPr>
      <p:grpSpPr>
        <a:xfrm>
          <a:off x="0" y="0"/>
          <a:ext cx="0" cy="0"/>
          <a:chOff x="0" y="0"/>
          <a:chExt cx="0" cy="0"/>
        </a:xfrm>
      </p:grpSpPr>
      <p:sp>
        <p:nvSpPr>
          <p:cNvPr id="37" name="SUJET">
            <a:extLst>
              <a:ext uri="{FF2B5EF4-FFF2-40B4-BE49-F238E27FC236}">
                <a16:creationId xmlns:a16="http://schemas.microsoft.com/office/drawing/2014/main" id="{EB1184CA-F6AB-A714-E7DE-BF7D047FB610}"/>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5" name="Rectangle 4">
            <a:extLst>
              <a:ext uri="{FF2B5EF4-FFF2-40B4-BE49-F238E27FC236}">
                <a16:creationId xmlns:a16="http://schemas.microsoft.com/office/drawing/2014/main" id="{F3BC9199-76E3-E4B1-18CC-119B22AF30DD}"/>
              </a:ext>
            </a:extLst>
          </p:cNvPr>
          <p:cNvSpPr/>
          <p:nvPr userDrawn="1"/>
        </p:nvSpPr>
        <p:spPr bwMode="auto">
          <a:xfrm>
            <a:off x="246000" y="413999"/>
            <a:ext cx="11699938" cy="765513"/>
          </a:xfrm>
          <a:prstGeom prst="rect">
            <a:avLst/>
          </a:prstGeom>
          <a:noFill/>
          <a:ln>
            <a:noFill/>
          </a:ln>
          <a:effectLst/>
        </p:spPr>
        <p:txBody>
          <a:bodyPr vert="horz" wrap="square" lIns="0" tIns="45720" rIns="72000" bIns="45720" numCol="1" rtlCol="0" anchor="t" anchorCtr="0" compatLnSpc="1">
            <a:prstTxWarp prst="textNoShape">
              <a:avLst/>
            </a:prstTxWarp>
          </a:bodyPr>
          <a:lstStyle/>
          <a:p>
            <a:pPr>
              <a:lnSpc>
                <a:spcPct val="90000"/>
              </a:lnSpc>
            </a:pPr>
            <a:r>
              <a:rPr lang="en-CA" sz="2800" b="0" i="0" noProof="0">
                <a:solidFill>
                  <a:schemeClr val="tx1"/>
                </a:solidFill>
                <a:latin typeface="+mn-lt"/>
                <a:cs typeface="+mn-cs"/>
              </a:rPr>
              <a:t>Save your </a:t>
            </a:r>
            <a:r>
              <a:rPr lang="en-CA" sz="2800" b="0" i="0" noProof="0">
                <a:solidFill>
                  <a:schemeClr val="accent1"/>
                </a:solidFill>
                <a:latin typeface="+mn-lt"/>
                <a:cs typeface="+mn-cs"/>
              </a:rPr>
              <a:t>theme</a:t>
            </a:r>
            <a:r>
              <a:rPr lang="en-CA" sz="2800" b="0" i="0" noProof="0">
                <a:solidFill>
                  <a:schemeClr val="tx1"/>
                </a:solidFill>
                <a:latin typeface="+mn-lt"/>
                <a:cs typeface="+mn-cs"/>
              </a:rPr>
              <a:t> to easily reuse programmed colours </a:t>
            </a:r>
            <a:br>
              <a:rPr lang="en-CA" sz="2800" b="0" i="0" noProof="0">
                <a:solidFill>
                  <a:schemeClr val="tx1"/>
                </a:solidFill>
                <a:latin typeface="+mn-lt"/>
                <a:cs typeface="+mn-cs"/>
              </a:rPr>
            </a:br>
            <a:r>
              <a:rPr lang="en-CA" sz="2800" b="0" i="0" noProof="0">
                <a:solidFill>
                  <a:schemeClr val="tx1"/>
                </a:solidFill>
                <a:latin typeface="+mn-lt"/>
                <a:cs typeface="+mn-cs"/>
              </a:rPr>
              <a:t>and fonts across Microsoft Office</a:t>
            </a:r>
          </a:p>
        </p:txBody>
      </p:sp>
      <p:sp>
        <p:nvSpPr>
          <p:cNvPr id="33" name="Rectangle : coins arrondis 32">
            <a:extLst>
              <a:ext uri="{FF2B5EF4-FFF2-40B4-BE49-F238E27FC236}">
                <a16:creationId xmlns:a16="http://schemas.microsoft.com/office/drawing/2014/main" id="{067C831E-0E77-F911-8CD5-698F973CFB8B}"/>
              </a:ext>
            </a:extLst>
          </p:cNvPr>
          <p:cNvSpPr/>
          <p:nvPr userDrawn="1"/>
        </p:nvSpPr>
        <p:spPr>
          <a:xfrm>
            <a:off x="471001" y="1506592"/>
            <a:ext cx="824400" cy="396000"/>
          </a:xfrm>
          <a:prstGeom prst="roundRect">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0"/>
              </a:spcBef>
            </a:pPr>
            <a:r>
              <a:rPr lang="en-CA" sz="1800">
                <a:solidFill>
                  <a:schemeClr val="tx1"/>
                </a:solidFill>
              </a:rPr>
              <a:t>Save</a:t>
            </a:r>
          </a:p>
        </p:txBody>
      </p:sp>
      <p:sp>
        <p:nvSpPr>
          <p:cNvPr id="3" name="Text Placeholder 2">
            <a:extLst>
              <a:ext uri="{FF2B5EF4-FFF2-40B4-BE49-F238E27FC236}">
                <a16:creationId xmlns:a16="http://schemas.microsoft.com/office/drawing/2014/main" id="{A4634504-4829-B8AE-10E5-C85CCC76F7FC}"/>
              </a:ext>
            </a:extLst>
          </p:cNvPr>
          <p:cNvSpPr txBox="1">
            <a:spLocks/>
          </p:cNvSpPr>
          <p:nvPr userDrawn="1"/>
        </p:nvSpPr>
        <p:spPr>
          <a:xfrm>
            <a:off x="246063" y="2001592"/>
            <a:ext cx="11699875" cy="1157408"/>
          </a:xfrm>
          <a:prstGeom prst="rect">
            <a:avLst/>
          </a:prstGeom>
          <a:noFill/>
        </p:spPr>
        <p:txBody>
          <a:bodyPr lIns="180000" tIns="36000" rIns="180000" bIns="36000" anchor="t"/>
          <a:lstStyle>
            <a:lvl1pPr marL="287338" indent="-233363" algn="l" rtl="0" eaLnBrk="1" fontAlgn="base" hangingPunct="1">
              <a:spcBef>
                <a:spcPts val="800"/>
              </a:spcBef>
              <a:spcAft>
                <a:spcPct val="0"/>
              </a:spcAft>
              <a:buClr>
                <a:schemeClr val="dk1"/>
              </a:buClr>
              <a:buSzPct val="85000"/>
              <a:buFont typeface="Arial" panose="020B0604020202020204" pitchFamily="34" charset="0"/>
              <a:buChar char="n"/>
              <a:defRPr sz="1800" baseline="0">
                <a:solidFill>
                  <a:schemeClr val="accent1"/>
                </a:solidFill>
                <a:latin typeface="+mn-lt"/>
                <a:ea typeface="+mn-ea"/>
                <a:cs typeface="+mn-cs"/>
              </a:defRPr>
            </a:lvl1pPr>
            <a:lvl2pPr marL="481013" indent="-195263" algn="l" rtl="0" eaLnBrk="1" fontAlgn="base" hangingPunct="1">
              <a:spcBef>
                <a:spcPts val="200"/>
              </a:spcBef>
              <a:spcAft>
                <a:spcPct val="0"/>
              </a:spcAft>
              <a:buClr>
                <a:schemeClr val="dk1"/>
              </a:buClr>
              <a:buSzPct val="85000"/>
              <a:buFont typeface="Arial" panose="020B0604020202020204" pitchFamily="34" charset="0"/>
              <a:buChar char="n"/>
              <a:defRPr sz="1600" baseline="0">
                <a:solidFill>
                  <a:schemeClr val="accent1"/>
                </a:solidFill>
                <a:latin typeface="+mn-lt"/>
                <a:ea typeface="+mn-ea"/>
              </a:defRPr>
            </a:lvl2pPr>
            <a:lvl3pPr marL="627063" indent="-144463" algn="l" rtl="0" eaLnBrk="1" fontAlgn="base" hangingPunct="1">
              <a:spcBef>
                <a:spcPts val="0"/>
              </a:spcBef>
              <a:spcAft>
                <a:spcPct val="0"/>
              </a:spcAft>
              <a:buClr>
                <a:schemeClr val="dk1"/>
              </a:buClr>
              <a:buSzPct val="80000"/>
              <a:buFont typeface="Arial" panose="020B0604020202020204" pitchFamily="34" charset="0"/>
              <a:buChar char="n"/>
              <a:defRPr sz="1400" baseline="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a:spcBef>
                <a:spcPts val="500"/>
              </a:spcBef>
              <a:buClrTx/>
              <a:buSzPct val="100000"/>
              <a:buFont typeface="Arial" panose="020B0604020202020204" pitchFamily="34" charset="0"/>
              <a:buChar char="•"/>
            </a:pPr>
            <a:r>
              <a:rPr lang="en-CA" sz="1600" kern="0">
                <a:solidFill>
                  <a:schemeClr val="tx1"/>
                </a:solidFill>
                <a:latin typeface="+mn-lt"/>
              </a:rPr>
              <a:t>Open your PPT Corporate template and click on the </a:t>
            </a:r>
            <a:r>
              <a:rPr lang="en-CA" sz="1600" i="1" kern="0">
                <a:solidFill>
                  <a:schemeClr val="accent1"/>
                </a:solidFill>
                <a:latin typeface="+mn-lt"/>
              </a:rPr>
              <a:t>Design</a:t>
            </a:r>
            <a:r>
              <a:rPr lang="en-CA" sz="1600" kern="0">
                <a:solidFill>
                  <a:schemeClr val="tx1"/>
                </a:solidFill>
                <a:latin typeface="+mn-lt"/>
              </a:rPr>
              <a:t> menu tab in PowerPoint</a:t>
            </a:r>
            <a:endParaRPr lang="en-CA" sz="1600" b="0" kern="0">
              <a:solidFill>
                <a:schemeClr val="accent1"/>
              </a:solidFill>
              <a:latin typeface="+mn-lt"/>
            </a:endParaRPr>
          </a:p>
          <a:p>
            <a:pPr>
              <a:spcBef>
                <a:spcPts val="500"/>
              </a:spcBef>
              <a:buClrTx/>
              <a:buSzPct val="100000"/>
              <a:buFont typeface="Arial" panose="020B0604020202020204" pitchFamily="34" charset="0"/>
              <a:buChar char="•"/>
            </a:pPr>
            <a:r>
              <a:rPr lang="en-CA" sz="1600" kern="0">
                <a:solidFill>
                  <a:schemeClr val="tx1"/>
                </a:solidFill>
                <a:latin typeface="+mn-lt"/>
              </a:rPr>
              <a:t>Click on the scroll down arrow, which will reveal a </a:t>
            </a:r>
            <a:r>
              <a:rPr lang="en-CA" sz="1600" i="1" kern="0">
                <a:solidFill>
                  <a:schemeClr val="accent1"/>
                </a:solidFill>
                <a:latin typeface="+mn-lt"/>
              </a:rPr>
              <a:t>Save Current Theme </a:t>
            </a:r>
            <a:r>
              <a:rPr lang="en-CA" sz="1600" kern="0">
                <a:solidFill>
                  <a:schemeClr val="tx1"/>
                </a:solidFill>
                <a:latin typeface="+mn-lt"/>
              </a:rPr>
              <a:t>menu option</a:t>
            </a:r>
          </a:p>
          <a:p>
            <a:pPr>
              <a:spcBef>
                <a:spcPts val="500"/>
              </a:spcBef>
              <a:buClrTx/>
              <a:buSzPct val="100000"/>
              <a:buFont typeface="Arial" panose="020B0604020202020204" pitchFamily="34" charset="0"/>
              <a:buChar char="•"/>
            </a:pPr>
            <a:r>
              <a:rPr lang="en-CA" sz="1600" kern="0">
                <a:solidFill>
                  <a:schemeClr val="tx1"/>
                </a:solidFill>
                <a:latin typeface="+mn-lt"/>
              </a:rPr>
              <a:t>Name the theme to be saved (as a THMX file) and click on </a:t>
            </a:r>
            <a:r>
              <a:rPr lang="en-CA" sz="1600" i="1" kern="0">
                <a:solidFill>
                  <a:schemeClr val="accent1"/>
                </a:solidFill>
                <a:latin typeface="+mn-lt"/>
              </a:rPr>
              <a:t>Save</a:t>
            </a:r>
          </a:p>
        </p:txBody>
      </p:sp>
      <p:cxnSp>
        <p:nvCxnSpPr>
          <p:cNvPr id="36" name="Connecteur : en angle 35">
            <a:extLst>
              <a:ext uri="{FF2B5EF4-FFF2-40B4-BE49-F238E27FC236}">
                <a16:creationId xmlns:a16="http://schemas.microsoft.com/office/drawing/2014/main" id="{1C1C4CAB-7898-7F71-6F34-7737167EA536}"/>
              </a:ext>
            </a:extLst>
          </p:cNvPr>
          <p:cNvCxnSpPr>
            <a:cxnSpLocks/>
            <a:stCxn id="33" idx="1"/>
            <a:endCxn id="34" idx="1"/>
          </p:cNvCxnSpPr>
          <p:nvPr userDrawn="1"/>
        </p:nvCxnSpPr>
        <p:spPr>
          <a:xfrm rot="10800000" flipV="1">
            <a:off x="471001" y="1704592"/>
            <a:ext cx="1" cy="1742408"/>
          </a:xfrm>
          <a:prstGeom prst="bentConnector3">
            <a:avLst>
              <a:gd name="adj1" fmla="val 22860100000"/>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 coins arrondis 33">
            <a:extLst>
              <a:ext uri="{FF2B5EF4-FFF2-40B4-BE49-F238E27FC236}">
                <a16:creationId xmlns:a16="http://schemas.microsoft.com/office/drawing/2014/main" id="{07C85B55-6EDB-1209-9307-1738984B89BB}"/>
              </a:ext>
            </a:extLst>
          </p:cNvPr>
          <p:cNvSpPr/>
          <p:nvPr userDrawn="1"/>
        </p:nvSpPr>
        <p:spPr>
          <a:xfrm>
            <a:off x="471000" y="3249000"/>
            <a:ext cx="824400" cy="396000"/>
          </a:xfrm>
          <a:prstGeom prst="roundRect">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0"/>
              </a:spcBef>
            </a:pPr>
            <a:r>
              <a:rPr lang="en-CA" sz="1800">
                <a:solidFill>
                  <a:schemeClr val="tx1"/>
                </a:solidFill>
              </a:rPr>
              <a:t>Use</a:t>
            </a:r>
          </a:p>
        </p:txBody>
      </p:sp>
      <p:sp>
        <p:nvSpPr>
          <p:cNvPr id="6" name="Text Placeholder 9">
            <a:extLst>
              <a:ext uri="{FF2B5EF4-FFF2-40B4-BE49-F238E27FC236}">
                <a16:creationId xmlns:a16="http://schemas.microsoft.com/office/drawing/2014/main" id="{EA3C634D-A98F-0D62-ABE4-C56097614E6B}"/>
              </a:ext>
              <a:ext uri="{C183D7F6-B498-43B3-948B-1728B52AA6E4}">
                <adec:decorative xmlns:adec="http://schemas.microsoft.com/office/drawing/2017/decorative" val="1"/>
              </a:ext>
            </a:extLst>
          </p:cNvPr>
          <p:cNvSpPr txBox="1">
            <a:spLocks/>
          </p:cNvSpPr>
          <p:nvPr userDrawn="1"/>
        </p:nvSpPr>
        <p:spPr>
          <a:xfrm>
            <a:off x="-223" y="3855395"/>
            <a:ext cx="12192000" cy="576000"/>
          </a:xfrm>
          <a:prstGeom prst="rect">
            <a:avLst/>
          </a:prstGeom>
          <a:solidFill>
            <a:schemeClr val="tx2"/>
          </a:solidFill>
          <a:ln>
            <a:noFill/>
          </a:ln>
        </p:spPr>
        <p:txBody>
          <a:bodyPr lIns="144000" tIns="45720" rIns="144000" anchor="ctr"/>
          <a:lstStyle>
            <a:lvl1pPr marL="0" marR="0" indent="0" algn="l" defTabSz="914400" rtl="0" eaLnBrk="1" fontAlgn="base" latinLnBrk="0" hangingPunct="1">
              <a:lnSpc>
                <a:spcPct val="100000"/>
              </a:lnSpc>
              <a:spcBef>
                <a:spcPct val="75000"/>
              </a:spcBef>
              <a:spcAft>
                <a:spcPct val="0"/>
              </a:spcAft>
              <a:buClr>
                <a:schemeClr val="dk1"/>
              </a:buClr>
              <a:buSzPct val="85000"/>
              <a:buFont typeface="Arial" panose="020B0604020202020204" pitchFamily="34" charset="0"/>
              <a:buNone/>
              <a:tabLst/>
              <a:defRPr sz="2000" b="1">
                <a:solidFill>
                  <a:schemeClr val="bg1"/>
                </a:solidFill>
                <a:latin typeface="+mn-lt"/>
                <a:ea typeface="+mn-ea"/>
                <a:cs typeface="+mn-cs"/>
              </a:defRPr>
            </a:lvl1pPr>
            <a:lvl2pPr marL="481013" indent="-195263" algn="l" rtl="0" eaLnBrk="1" fontAlgn="base" hangingPunct="1">
              <a:spcBef>
                <a:spcPct val="300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68338" indent="-185738" algn="l" rtl="0" eaLnBrk="1" fontAlgn="base" hangingPunct="1">
              <a:spcBef>
                <a:spcPct val="20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a:tabLst>
                <a:tab pos="1619250" algn="l"/>
              </a:tabLst>
              <a:defRPr/>
            </a:pPr>
            <a:r>
              <a:rPr lang="en-CA" sz="1600" b="0" kern="0" noProof="0">
                <a:solidFill>
                  <a:schemeClr val="accent1"/>
                </a:solidFill>
                <a:latin typeface="+mn-lt"/>
                <a:cs typeface="+mn-cs"/>
              </a:rPr>
              <a:t>	</a:t>
            </a:r>
            <a:endParaRPr lang="en-CA" sz="1600" kern="0" noProof="0">
              <a:solidFill>
                <a:schemeClr val="accent1"/>
              </a:solidFill>
              <a:latin typeface="+mn-lt"/>
              <a:cs typeface="+mn-cs"/>
            </a:endParaRPr>
          </a:p>
        </p:txBody>
      </p:sp>
      <p:pic>
        <p:nvPicPr>
          <p:cNvPr id="7" name="Picture 8" descr="Résultats de recherche d'images pour « logo powerpoint 2016 »">
            <a:extLst>
              <a:ext uri="{FF2B5EF4-FFF2-40B4-BE49-F238E27FC236}">
                <a16:creationId xmlns:a16="http://schemas.microsoft.com/office/drawing/2014/main" id="{DAB07FC8-00EE-8135-D2AF-DE1FE14188C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a:stretch/>
        </p:blipFill>
        <p:spPr bwMode="auto">
          <a:xfrm>
            <a:off x="411937" y="3789000"/>
            <a:ext cx="742562" cy="715876"/>
          </a:xfrm>
          <a:prstGeom prst="rect">
            <a:avLst/>
          </a:prstGeom>
          <a:noFill/>
          <a:extLst>
            <a:ext uri="{909E8E84-426E-40DD-AFC4-6F175D3DCCD1}">
              <a14:hiddenFill xmlns:a14="http://schemas.microsoft.com/office/drawing/2010/main">
                <a:solidFill>
                  <a:srgbClr val="FFFFFF"/>
                </a:solidFill>
              </a14:hiddenFill>
            </a:ext>
          </a:extLst>
        </p:spPr>
      </p:pic>
      <p:sp>
        <p:nvSpPr>
          <p:cNvPr id="8" name="Ellipse 7">
            <a:extLst>
              <a:ext uri="{FF2B5EF4-FFF2-40B4-BE49-F238E27FC236}">
                <a16:creationId xmlns:a16="http://schemas.microsoft.com/office/drawing/2014/main" id="{49E70FBA-1A11-4BC4-65E6-C8C341852F80}"/>
              </a:ext>
            </a:extLst>
          </p:cNvPr>
          <p:cNvSpPr/>
          <p:nvPr userDrawn="1"/>
        </p:nvSpPr>
        <p:spPr bwMode="auto">
          <a:xfrm>
            <a:off x="1400429" y="3918338"/>
            <a:ext cx="457200" cy="457200"/>
          </a:xfrm>
          <a:prstGeom prst="ellipse">
            <a:avLst/>
          </a:prstGeom>
          <a:solidFill>
            <a:schemeClr val="bg2"/>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CA" sz="1400" b="0" i="0" u="none" strike="noStrike" cap="none" normalizeH="0" baseline="0" noProof="0">
                <a:ln>
                  <a:noFill/>
                </a:ln>
                <a:solidFill>
                  <a:schemeClr val="tx1"/>
                </a:solidFill>
                <a:effectLst/>
                <a:latin typeface="+mn-lt"/>
                <a:ea typeface="+mn-ea"/>
                <a:cs typeface="+mn-cs"/>
              </a:rPr>
              <a:t>1</a:t>
            </a:r>
          </a:p>
        </p:txBody>
      </p:sp>
      <p:sp>
        <p:nvSpPr>
          <p:cNvPr id="9" name="Text Placeholder 2">
            <a:extLst>
              <a:ext uri="{FF2B5EF4-FFF2-40B4-BE49-F238E27FC236}">
                <a16:creationId xmlns:a16="http://schemas.microsoft.com/office/drawing/2014/main" id="{08CD5112-5B4C-2B99-B57F-051378C02B6F}"/>
              </a:ext>
            </a:extLst>
          </p:cNvPr>
          <p:cNvSpPr txBox="1">
            <a:spLocks/>
          </p:cNvSpPr>
          <p:nvPr userDrawn="1"/>
        </p:nvSpPr>
        <p:spPr>
          <a:xfrm>
            <a:off x="1847564" y="3868470"/>
            <a:ext cx="4203985" cy="556935"/>
          </a:xfrm>
          <a:prstGeom prst="rect">
            <a:avLst/>
          </a:prstGeom>
          <a:noFill/>
        </p:spPr>
        <p:txBody>
          <a:bodyPr lIns="91440" anchor="ctr"/>
          <a:lstStyle>
            <a:lvl1pPr marL="339725" indent="-285750" algn="l" rtl="0" eaLnBrk="1" fontAlgn="base" hangingPunct="1">
              <a:spcBef>
                <a:spcPts val="800"/>
              </a:spcBef>
              <a:spcAft>
                <a:spcPct val="0"/>
              </a:spcAft>
              <a:buClr>
                <a:schemeClr val="dk1"/>
              </a:buClr>
              <a:buSzPct val="85000"/>
              <a:buFont typeface="Arial" panose="020B0604020202020204" pitchFamily="34" charset="0"/>
              <a:buChar char="n"/>
              <a:defRPr lang="en-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3975" indent="0">
              <a:buNone/>
              <a:defRPr/>
            </a:pPr>
            <a:r>
              <a:rPr lang="en-CA" sz="1200" b="0" kern="0">
                <a:solidFill>
                  <a:schemeClr val="tx1"/>
                </a:solidFill>
                <a:latin typeface="+mn-lt"/>
                <a:cs typeface="Arial" panose="020B0604020202020204" pitchFamily="34" charset="0"/>
              </a:rPr>
              <a:t>Open PowerPoint then click </a:t>
            </a:r>
            <a:r>
              <a:rPr lang="en-CA" sz="1200" b="0" i="1" kern="0">
                <a:solidFill>
                  <a:schemeClr val="accent1"/>
                </a:solidFill>
                <a:latin typeface="+mn-lt"/>
                <a:cs typeface="Arial" panose="020B0604020202020204" pitchFamily="34" charset="0"/>
              </a:rPr>
              <a:t>File</a:t>
            </a:r>
            <a:r>
              <a:rPr lang="en-CA" sz="1200" b="0" kern="0">
                <a:solidFill>
                  <a:schemeClr val="tx1"/>
                </a:solidFill>
                <a:latin typeface="+mn-lt"/>
                <a:cs typeface="Arial" panose="020B0604020202020204" pitchFamily="34" charset="0"/>
              </a:rPr>
              <a:t>, </a:t>
            </a:r>
            <a:r>
              <a:rPr lang="en-CA" sz="1200" b="0" i="1" kern="0">
                <a:solidFill>
                  <a:schemeClr val="accent1"/>
                </a:solidFill>
                <a:latin typeface="+mn-lt"/>
                <a:cs typeface="Arial" panose="020B0604020202020204" pitchFamily="34" charset="0"/>
              </a:rPr>
              <a:t>New</a:t>
            </a:r>
            <a:r>
              <a:rPr lang="en-CA" sz="1200" b="0" kern="0">
                <a:solidFill>
                  <a:schemeClr val="tx1"/>
                </a:solidFill>
                <a:latin typeface="+mn-lt"/>
                <a:cs typeface="Arial" panose="020B0604020202020204" pitchFamily="34" charset="0"/>
              </a:rPr>
              <a:t>, </a:t>
            </a:r>
            <a:r>
              <a:rPr lang="en-CA" sz="1200" b="0" i="1" kern="0">
                <a:solidFill>
                  <a:schemeClr val="accent1"/>
                </a:solidFill>
                <a:latin typeface="+mn-lt"/>
                <a:cs typeface="Arial" panose="020B0604020202020204" pitchFamily="34" charset="0"/>
              </a:rPr>
              <a:t>Custom</a:t>
            </a:r>
          </a:p>
        </p:txBody>
      </p:sp>
      <p:sp>
        <p:nvSpPr>
          <p:cNvPr id="10" name="Ellipse 9">
            <a:extLst>
              <a:ext uri="{FF2B5EF4-FFF2-40B4-BE49-F238E27FC236}">
                <a16:creationId xmlns:a16="http://schemas.microsoft.com/office/drawing/2014/main" id="{370A5BA6-3F64-96BB-2509-57D619A231D6}"/>
              </a:ext>
            </a:extLst>
          </p:cNvPr>
          <p:cNvSpPr/>
          <p:nvPr userDrawn="1"/>
        </p:nvSpPr>
        <p:spPr bwMode="auto">
          <a:xfrm>
            <a:off x="6131680" y="3918338"/>
            <a:ext cx="457200" cy="457200"/>
          </a:xfrm>
          <a:prstGeom prst="ellipse">
            <a:avLst/>
          </a:prstGeom>
          <a:solidFill>
            <a:schemeClr val="bg2"/>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CA" sz="1400" b="0" i="0" u="none" strike="noStrike" cap="none" normalizeH="0" baseline="0" noProof="0">
                <a:ln>
                  <a:noFill/>
                </a:ln>
                <a:solidFill>
                  <a:schemeClr val="tx1"/>
                </a:solidFill>
                <a:effectLst/>
                <a:latin typeface="+mn-lt"/>
                <a:ea typeface="+mn-ea"/>
                <a:cs typeface="+mn-cs"/>
              </a:rPr>
              <a:t>2</a:t>
            </a:r>
          </a:p>
        </p:txBody>
      </p:sp>
      <p:sp>
        <p:nvSpPr>
          <p:cNvPr id="11" name="Text Placeholder 2">
            <a:extLst>
              <a:ext uri="{FF2B5EF4-FFF2-40B4-BE49-F238E27FC236}">
                <a16:creationId xmlns:a16="http://schemas.microsoft.com/office/drawing/2014/main" id="{33AF1DF0-3042-8816-2B81-B7CD7F8FD762}"/>
              </a:ext>
            </a:extLst>
          </p:cNvPr>
          <p:cNvSpPr txBox="1">
            <a:spLocks/>
          </p:cNvSpPr>
          <p:nvPr userDrawn="1"/>
        </p:nvSpPr>
        <p:spPr>
          <a:xfrm>
            <a:off x="6589387" y="3868470"/>
            <a:ext cx="2859892" cy="556935"/>
          </a:xfrm>
          <a:prstGeom prst="rect">
            <a:avLst/>
          </a:prstGeom>
          <a:noFill/>
        </p:spPr>
        <p:txBody>
          <a:bodyPr lIns="91440" anchor="ctr"/>
          <a:lstStyle>
            <a:lvl1pPr marL="339725" indent="-285750" algn="l" rtl="0" eaLnBrk="1" fontAlgn="base" hangingPunct="1">
              <a:spcBef>
                <a:spcPts val="800"/>
              </a:spcBef>
              <a:spcAft>
                <a:spcPct val="0"/>
              </a:spcAft>
              <a:buClr>
                <a:schemeClr val="dk1"/>
              </a:buClr>
              <a:buSzPct val="85000"/>
              <a:buFont typeface="Arial" panose="020B0604020202020204" pitchFamily="34" charset="0"/>
              <a:buChar char="n"/>
              <a:defRPr lang="en-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3975" indent="0">
              <a:buNone/>
            </a:pPr>
            <a:r>
              <a:rPr lang="en-CA" sz="1200" b="0" kern="0" noProof="0">
                <a:solidFill>
                  <a:schemeClr val="tx1"/>
                </a:solidFill>
                <a:latin typeface="+mn-lt"/>
                <a:cs typeface="+mn-cs"/>
              </a:rPr>
              <a:t>Click </a:t>
            </a:r>
            <a:r>
              <a:rPr lang="en-CA" sz="1200" b="0" i="1" kern="0" noProof="0">
                <a:solidFill>
                  <a:schemeClr val="accent1"/>
                </a:solidFill>
                <a:latin typeface="+mn-lt"/>
                <a:cs typeface="+mn-cs"/>
              </a:rPr>
              <a:t>Document Themes</a:t>
            </a:r>
          </a:p>
        </p:txBody>
      </p:sp>
      <p:sp>
        <p:nvSpPr>
          <p:cNvPr id="12" name="Ellipse 39">
            <a:extLst>
              <a:ext uri="{FF2B5EF4-FFF2-40B4-BE49-F238E27FC236}">
                <a16:creationId xmlns:a16="http://schemas.microsoft.com/office/drawing/2014/main" id="{1DD1066D-9795-45FC-2993-1AEF1EB9FFF4}"/>
              </a:ext>
            </a:extLst>
          </p:cNvPr>
          <p:cNvSpPr/>
          <p:nvPr userDrawn="1"/>
        </p:nvSpPr>
        <p:spPr bwMode="auto">
          <a:xfrm>
            <a:off x="9695283" y="3918338"/>
            <a:ext cx="457200" cy="457200"/>
          </a:xfrm>
          <a:prstGeom prst="ellipse">
            <a:avLst/>
          </a:prstGeom>
          <a:solidFill>
            <a:schemeClr val="bg2"/>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CA" sz="1400" b="0" i="0" u="none" strike="noStrike" cap="none" normalizeH="0" baseline="0" noProof="0">
                <a:ln>
                  <a:noFill/>
                </a:ln>
                <a:solidFill>
                  <a:schemeClr val="tx1"/>
                </a:solidFill>
                <a:effectLst/>
                <a:latin typeface="+mn-lt"/>
                <a:ea typeface="+mn-ea"/>
                <a:cs typeface="+mn-cs"/>
              </a:rPr>
              <a:t>3</a:t>
            </a:r>
          </a:p>
        </p:txBody>
      </p:sp>
      <p:sp>
        <p:nvSpPr>
          <p:cNvPr id="15" name="Text Placeholder 2">
            <a:extLst>
              <a:ext uri="{FF2B5EF4-FFF2-40B4-BE49-F238E27FC236}">
                <a16:creationId xmlns:a16="http://schemas.microsoft.com/office/drawing/2014/main" id="{4573929B-8DC1-4F22-DF64-01D367BECA90}"/>
              </a:ext>
            </a:extLst>
          </p:cNvPr>
          <p:cNvSpPr txBox="1">
            <a:spLocks/>
          </p:cNvSpPr>
          <p:nvPr userDrawn="1"/>
        </p:nvSpPr>
        <p:spPr>
          <a:xfrm>
            <a:off x="10145996" y="3868470"/>
            <a:ext cx="1800000" cy="556935"/>
          </a:xfrm>
          <a:prstGeom prst="rect">
            <a:avLst/>
          </a:prstGeom>
          <a:noFill/>
        </p:spPr>
        <p:txBody>
          <a:bodyPr lIns="91440" anchor="ctr"/>
          <a:lstStyle>
            <a:lvl1pPr marL="339725" indent="-285750" algn="l" rtl="0" eaLnBrk="1" fontAlgn="base" hangingPunct="1">
              <a:spcBef>
                <a:spcPts val="800"/>
              </a:spcBef>
              <a:spcAft>
                <a:spcPct val="0"/>
              </a:spcAft>
              <a:buClr>
                <a:schemeClr val="dk1"/>
              </a:buClr>
              <a:buSzPct val="85000"/>
              <a:buFont typeface="Arial" panose="020B0604020202020204" pitchFamily="34" charset="0"/>
              <a:buChar char="n"/>
              <a:defRPr lang="en-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3975" indent="0">
              <a:buNone/>
            </a:pPr>
            <a:r>
              <a:rPr lang="en-CA" sz="1200" kern="0" noProof="0">
                <a:solidFill>
                  <a:schemeClr val="tx1"/>
                </a:solidFill>
                <a:latin typeface="+mn-lt"/>
                <a:cs typeface="+mn-cs"/>
              </a:rPr>
              <a:t>Select your theme</a:t>
            </a:r>
          </a:p>
        </p:txBody>
      </p:sp>
      <p:sp>
        <p:nvSpPr>
          <p:cNvPr id="16" name="Text Placeholder 9">
            <a:extLst>
              <a:ext uri="{FF2B5EF4-FFF2-40B4-BE49-F238E27FC236}">
                <a16:creationId xmlns:a16="http://schemas.microsoft.com/office/drawing/2014/main" id="{31C9D174-F164-A40A-8163-A1C45064FDE2}"/>
              </a:ext>
              <a:ext uri="{C183D7F6-B498-43B3-948B-1728B52AA6E4}">
                <adec:decorative xmlns:adec="http://schemas.microsoft.com/office/drawing/2017/decorative" val="1"/>
              </a:ext>
            </a:extLst>
          </p:cNvPr>
          <p:cNvSpPr txBox="1">
            <a:spLocks/>
          </p:cNvSpPr>
          <p:nvPr userDrawn="1"/>
        </p:nvSpPr>
        <p:spPr>
          <a:xfrm>
            <a:off x="1" y="4728012"/>
            <a:ext cx="12192000" cy="576000"/>
          </a:xfrm>
          <a:prstGeom prst="rect">
            <a:avLst/>
          </a:prstGeom>
          <a:solidFill>
            <a:schemeClr val="tx2"/>
          </a:solidFill>
          <a:ln>
            <a:noFill/>
          </a:ln>
        </p:spPr>
        <p:txBody>
          <a:bodyPr lIns="144000" tIns="45720" rIns="144000" anchor="ctr"/>
          <a:lstStyle>
            <a:lvl1pPr marL="0" marR="0" indent="0" algn="l" defTabSz="914400" rtl="0" eaLnBrk="1" fontAlgn="base" latinLnBrk="0" hangingPunct="1">
              <a:lnSpc>
                <a:spcPct val="100000"/>
              </a:lnSpc>
              <a:spcBef>
                <a:spcPct val="75000"/>
              </a:spcBef>
              <a:spcAft>
                <a:spcPct val="0"/>
              </a:spcAft>
              <a:buClr>
                <a:schemeClr val="dk1"/>
              </a:buClr>
              <a:buSzPct val="85000"/>
              <a:buFont typeface="Arial" panose="020B0604020202020204" pitchFamily="34" charset="0"/>
              <a:buNone/>
              <a:tabLst/>
              <a:defRPr sz="2000" b="1">
                <a:solidFill>
                  <a:schemeClr val="bg1"/>
                </a:solidFill>
                <a:latin typeface="+mn-lt"/>
                <a:ea typeface="+mn-ea"/>
                <a:cs typeface="+mn-cs"/>
              </a:defRPr>
            </a:lvl1pPr>
            <a:lvl2pPr marL="481013" indent="-195263" algn="l" rtl="0" eaLnBrk="1" fontAlgn="base" hangingPunct="1">
              <a:spcBef>
                <a:spcPct val="300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68338" indent="-185738" algn="l" rtl="0" eaLnBrk="1" fontAlgn="base" hangingPunct="1">
              <a:spcBef>
                <a:spcPct val="20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a:tabLst>
                <a:tab pos="1619250" algn="l"/>
              </a:tabLst>
              <a:defRPr/>
            </a:pPr>
            <a:r>
              <a:rPr lang="en-CA" sz="1600" b="0" kern="0" noProof="0">
                <a:solidFill>
                  <a:schemeClr val="accent1"/>
                </a:solidFill>
                <a:latin typeface="+mn-lt"/>
                <a:cs typeface="+mn-cs"/>
              </a:rPr>
              <a:t>	</a:t>
            </a:r>
            <a:endParaRPr lang="en-CA" sz="1600" kern="0" noProof="0">
              <a:solidFill>
                <a:schemeClr val="accent1"/>
              </a:solidFill>
              <a:latin typeface="+mn-lt"/>
              <a:cs typeface="+mn-cs"/>
            </a:endParaRPr>
          </a:p>
        </p:txBody>
      </p:sp>
      <p:pic>
        <p:nvPicPr>
          <p:cNvPr id="17" name="Picture 4" descr="Résultats de recherche d'images pour « logo excel 2016 »">
            <a:extLst>
              <a:ext uri="{FF2B5EF4-FFF2-40B4-BE49-F238E27FC236}">
                <a16:creationId xmlns:a16="http://schemas.microsoft.com/office/drawing/2014/main" id="{4DD2D179-D470-6790-30E5-906BC72B668C}"/>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a:stretch/>
        </p:blipFill>
        <p:spPr bwMode="auto">
          <a:xfrm>
            <a:off x="396745" y="4661616"/>
            <a:ext cx="772946" cy="715876"/>
          </a:xfrm>
          <a:prstGeom prst="rect">
            <a:avLst/>
          </a:prstGeom>
          <a:noFill/>
          <a:extLst>
            <a:ext uri="{909E8E84-426E-40DD-AFC4-6F175D3DCCD1}">
              <a14:hiddenFill xmlns:a14="http://schemas.microsoft.com/office/drawing/2010/main">
                <a:solidFill>
                  <a:srgbClr val="FFFFFF"/>
                </a:solidFill>
              </a14:hiddenFill>
            </a:ext>
          </a:extLst>
        </p:spPr>
      </p:pic>
      <p:sp>
        <p:nvSpPr>
          <p:cNvPr id="18" name="Ellipse 17">
            <a:extLst>
              <a:ext uri="{FF2B5EF4-FFF2-40B4-BE49-F238E27FC236}">
                <a16:creationId xmlns:a16="http://schemas.microsoft.com/office/drawing/2014/main" id="{23A47BBB-1243-4D85-AB69-03BF0418E7D0}"/>
              </a:ext>
            </a:extLst>
          </p:cNvPr>
          <p:cNvSpPr/>
          <p:nvPr userDrawn="1"/>
        </p:nvSpPr>
        <p:spPr bwMode="auto">
          <a:xfrm>
            <a:off x="1397564" y="4790954"/>
            <a:ext cx="457200" cy="457200"/>
          </a:xfrm>
          <a:prstGeom prst="ellipse">
            <a:avLst/>
          </a:prstGeom>
          <a:solidFill>
            <a:schemeClr val="bg2"/>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CA" sz="1400" b="0" i="0" u="none" strike="noStrike" cap="none" normalizeH="0" baseline="0" noProof="0">
                <a:ln>
                  <a:noFill/>
                </a:ln>
                <a:solidFill>
                  <a:schemeClr val="tx1"/>
                </a:solidFill>
                <a:effectLst/>
                <a:latin typeface="+mn-lt"/>
                <a:ea typeface="+mn-ea"/>
                <a:cs typeface="+mn-cs"/>
              </a:rPr>
              <a:t>1</a:t>
            </a:r>
          </a:p>
        </p:txBody>
      </p:sp>
      <p:sp>
        <p:nvSpPr>
          <p:cNvPr id="19" name="Text Placeholder 2">
            <a:extLst>
              <a:ext uri="{FF2B5EF4-FFF2-40B4-BE49-F238E27FC236}">
                <a16:creationId xmlns:a16="http://schemas.microsoft.com/office/drawing/2014/main" id="{B968B154-6356-5768-E035-AB47F0997165}"/>
              </a:ext>
            </a:extLst>
          </p:cNvPr>
          <p:cNvSpPr txBox="1">
            <a:spLocks/>
          </p:cNvSpPr>
          <p:nvPr userDrawn="1"/>
        </p:nvSpPr>
        <p:spPr>
          <a:xfrm>
            <a:off x="1847566" y="4741087"/>
            <a:ext cx="4203984" cy="556935"/>
          </a:xfrm>
          <a:prstGeom prst="rect">
            <a:avLst/>
          </a:prstGeom>
          <a:noFill/>
        </p:spPr>
        <p:txBody>
          <a:bodyPr lIns="91440" anchor="ctr"/>
          <a:lstStyle>
            <a:lvl1pPr marL="339725" indent="-285750" algn="l" rtl="0" eaLnBrk="1" fontAlgn="base" hangingPunct="1">
              <a:spcBef>
                <a:spcPts val="800"/>
              </a:spcBef>
              <a:spcAft>
                <a:spcPct val="0"/>
              </a:spcAft>
              <a:buClr>
                <a:schemeClr val="dk1"/>
              </a:buClr>
              <a:buSzPct val="85000"/>
              <a:buFont typeface="Arial" panose="020B0604020202020204" pitchFamily="34" charset="0"/>
              <a:buChar char="n"/>
              <a:defRPr lang="en-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3975" indent="0">
              <a:buNone/>
            </a:pPr>
            <a:r>
              <a:rPr lang="en-CA" sz="1200" b="0" kern="0" noProof="0">
                <a:solidFill>
                  <a:schemeClr val="tx1"/>
                </a:solidFill>
                <a:latin typeface="+mn-lt"/>
                <a:cs typeface="+mn-cs"/>
              </a:rPr>
              <a:t>Open Excel then click </a:t>
            </a:r>
            <a:r>
              <a:rPr lang="en-CA" sz="1200" b="0" i="1" kern="0" noProof="0">
                <a:solidFill>
                  <a:schemeClr val="accent1"/>
                </a:solidFill>
                <a:latin typeface="+mn-lt"/>
                <a:cs typeface="+mn-cs"/>
              </a:rPr>
              <a:t>Blank workbook</a:t>
            </a:r>
            <a:br>
              <a:rPr lang="en-CA" sz="1200" b="0" i="1" kern="0" noProof="0">
                <a:solidFill>
                  <a:schemeClr val="accent1"/>
                </a:solidFill>
                <a:latin typeface="+mn-lt"/>
                <a:cs typeface="+mn-cs"/>
              </a:rPr>
            </a:br>
            <a:r>
              <a:rPr lang="en-CA" sz="900" b="0" kern="0" noProof="0">
                <a:solidFill>
                  <a:schemeClr val="tx1"/>
                </a:solidFill>
                <a:latin typeface="+mn-lt"/>
                <a:cs typeface="+mn-cs"/>
              </a:rPr>
              <a:t>If already open, click on  </a:t>
            </a:r>
            <a:r>
              <a:rPr lang="en-CA" sz="900" b="0" i="1" kern="0" noProof="0">
                <a:solidFill>
                  <a:schemeClr val="accent1"/>
                </a:solidFill>
                <a:latin typeface="+mn-lt"/>
                <a:cs typeface="+mn-cs"/>
              </a:rPr>
              <a:t>File</a:t>
            </a:r>
            <a:r>
              <a:rPr lang="en-CA" sz="900" b="0" i="0" kern="0" noProof="0">
                <a:solidFill>
                  <a:schemeClr val="tx1"/>
                </a:solidFill>
                <a:latin typeface="+mn-lt"/>
                <a:cs typeface="+mn-cs"/>
              </a:rPr>
              <a:t>, </a:t>
            </a:r>
            <a:r>
              <a:rPr lang="en-CA" sz="900" b="0" i="1" kern="0" noProof="0">
                <a:solidFill>
                  <a:schemeClr val="accent1"/>
                </a:solidFill>
                <a:latin typeface="+mn-lt"/>
                <a:cs typeface="+mn-cs"/>
              </a:rPr>
              <a:t>New</a:t>
            </a:r>
            <a:r>
              <a:rPr lang="en-CA" sz="900" b="0" i="0" kern="0" noProof="0">
                <a:solidFill>
                  <a:schemeClr val="tx1"/>
                </a:solidFill>
                <a:latin typeface="+mn-lt"/>
                <a:cs typeface="+mn-cs"/>
              </a:rPr>
              <a:t>, </a:t>
            </a:r>
            <a:r>
              <a:rPr lang="en-CA" sz="900" b="0" i="1" kern="0" noProof="0">
                <a:solidFill>
                  <a:schemeClr val="accent1"/>
                </a:solidFill>
                <a:latin typeface="+mn-lt"/>
                <a:cs typeface="+mn-cs"/>
              </a:rPr>
              <a:t>Blank workbook</a:t>
            </a:r>
            <a:endParaRPr lang="en-CA" sz="1200" b="0" i="1" kern="0" noProof="0">
              <a:solidFill>
                <a:schemeClr val="accent1"/>
              </a:solidFill>
              <a:latin typeface="+mn-lt"/>
              <a:cs typeface="+mn-cs"/>
            </a:endParaRPr>
          </a:p>
        </p:txBody>
      </p:sp>
      <p:sp>
        <p:nvSpPr>
          <p:cNvPr id="20" name="Ellipse 19">
            <a:extLst>
              <a:ext uri="{FF2B5EF4-FFF2-40B4-BE49-F238E27FC236}">
                <a16:creationId xmlns:a16="http://schemas.microsoft.com/office/drawing/2014/main" id="{B9B388AC-8977-2625-C3F2-9CDE5891D249}"/>
              </a:ext>
            </a:extLst>
          </p:cNvPr>
          <p:cNvSpPr/>
          <p:nvPr userDrawn="1"/>
        </p:nvSpPr>
        <p:spPr bwMode="auto">
          <a:xfrm>
            <a:off x="6131680" y="4790954"/>
            <a:ext cx="457200" cy="457200"/>
          </a:xfrm>
          <a:prstGeom prst="ellipse">
            <a:avLst/>
          </a:prstGeom>
          <a:solidFill>
            <a:schemeClr val="bg2"/>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CA" sz="1400" b="0" i="0" u="none" strike="noStrike" cap="none" normalizeH="0" baseline="0" noProof="0">
                <a:ln>
                  <a:noFill/>
                </a:ln>
                <a:solidFill>
                  <a:schemeClr val="tx1"/>
                </a:solidFill>
                <a:effectLst/>
                <a:latin typeface="+mn-lt"/>
                <a:ea typeface="+mn-ea"/>
                <a:cs typeface="+mn-cs"/>
              </a:rPr>
              <a:t>2</a:t>
            </a:r>
          </a:p>
        </p:txBody>
      </p:sp>
      <p:sp>
        <p:nvSpPr>
          <p:cNvPr id="21" name="Text Placeholder 2">
            <a:extLst>
              <a:ext uri="{FF2B5EF4-FFF2-40B4-BE49-F238E27FC236}">
                <a16:creationId xmlns:a16="http://schemas.microsoft.com/office/drawing/2014/main" id="{A3C9B7EA-2448-A0F8-9A9F-17EB985102EA}"/>
              </a:ext>
            </a:extLst>
          </p:cNvPr>
          <p:cNvSpPr txBox="1">
            <a:spLocks/>
          </p:cNvSpPr>
          <p:nvPr userDrawn="1"/>
        </p:nvSpPr>
        <p:spPr>
          <a:xfrm>
            <a:off x="6589386" y="4741087"/>
            <a:ext cx="2859892" cy="556935"/>
          </a:xfrm>
          <a:prstGeom prst="rect">
            <a:avLst/>
          </a:prstGeom>
          <a:noFill/>
        </p:spPr>
        <p:txBody>
          <a:bodyPr lIns="91440" anchor="ctr"/>
          <a:lstStyle>
            <a:lvl1pPr marL="339725" indent="-285750" algn="l" rtl="0" eaLnBrk="1" fontAlgn="base" hangingPunct="1">
              <a:spcBef>
                <a:spcPts val="800"/>
              </a:spcBef>
              <a:spcAft>
                <a:spcPct val="0"/>
              </a:spcAft>
              <a:buClr>
                <a:schemeClr val="dk1"/>
              </a:buClr>
              <a:buSzPct val="85000"/>
              <a:buFont typeface="Arial" panose="020B0604020202020204" pitchFamily="34" charset="0"/>
              <a:buChar char="n"/>
              <a:defRPr lang="en-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3975" indent="0">
              <a:buNone/>
            </a:pPr>
            <a:r>
              <a:rPr lang="en-CA" sz="1200" b="0" kern="0" noProof="0">
                <a:solidFill>
                  <a:schemeClr val="tx1"/>
                </a:solidFill>
                <a:latin typeface="+mn-lt"/>
                <a:cs typeface="+mn-cs"/>
              </a:rPr>
              <a:t>On the </a:t>
            </a:r>
            <a:r>
              <a:rPr lang="en-CA" sz="1200" b="0" i="1" kern="0" noProof="0">
                <a:solidFill>
                  <a:schemeClr val="accent1"/>
                </a:solidFill>
                <a:latin typeface="+mn-lt"/>
                <a:cs typeface="+mn-cs"/>
              </a:rPr>
              <a:t>Page Layout menu </a:t>
            </a:r>
            <a:r>
              <a:rPr lang="en-CA" sz="1200" b="0" kern="0" noProof="0">
                <a:solidFill>
                  <a:schemeClr val="tx1"/>
                </a:solidFill>
                <a:latin typeface="+mn-lt"/>
                <a:cs typeface="+mn-cs"/>
              </a:rPr>
              <a:t>tab,</a:t>
            </a:r>
            <a:br>
              <a:rPr lang="en-CA" sz="1200" b="0" kern="0" noProof="0">
                <a:solidFill>
                  <a:schemeClr val="tx1"/>
                </a:solidFill>
                <a:latin typeface="+mn-lt"/>
                <a:cs typeface="+mn-cs"/>
              </a:rPr>
            </a:br>
            <a:r>
              <a:rPr lang="en-CA" sz="1200" b="0" kern="0" noProof="0">
                <a:solidFill>
                  <a:schemeClr val="tx1"/>
                </a:solidFill>
                <a:latin typeface="+mn-lt"/>
                <a:cs typeface="+mn-cs"/>
              </a:rPr>
              <a:t>click </a:t>
            </a:r>
            <a:r>
              <a:rPr lang="en-CA" sz="1200" b="0" i="1" kern="0" noProof="0">
                <a:solidFill>
                  <a:schemeClr val="accent1"/>
                </a:solidFill>
                <a:latin typeface="+mn-lt"/>
                <a:cs typeface="+mn-cs"/>
              </a:rPr>
              <a:t>Theme</a:t>
            </a:r>
            <a:endParaRPr lang="en-CA" sz="1200" b="0" i="1" kern="0" noProof="0">
              <a:solidFill>
                <a:schemeClr val="tx2"/>
              </a:solidFill>
              <a:latin typeface="+mn-lt"/>
              <a:cs typeface="+mn-cs"/>
            </a:endParaRPr>
          </a:p>
        </p:txBody>
      </p:sp>
      <p:sp>
        <p:nvSpPr>
          <p:cNvPr id="22" name="Ellipse 21">
            <a:extLst>
              <a:ext uri="{FF2B5EF4-FFF2-40B4-BE49-F238E27FC236}">
                <a16:creationId xmlns:a16="http://schemas.microsoft.com/office/drawing/2014/main" id="{19032459-2F45-11C4-CAA4-A94B04046A32}"/>
              </a:ext>
            </a:extLst>
          </p:cNvPr>
          <p:cNvSpPr/>
          <p:nvPr userDrawn="1"/>
        </p:nvSpPr>
        <p:spPr bwMode="auto">
          <a:xfrm>
            <a:off x="9695283" y="4790954"/>
            <a:ext cx="457200" cy="457200"/>
          </a:xfrm>
          <a:prstGeom prst="ellipse">
            <a:avLst/>
          </a:prstGeom>
          <a:solidFill>
            <a:schemeClr val="bg2"/>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CA" sz="1400" b="0" i="0" u="none" strike="noStrike" cap="none" normalizeH="0" baseline="0" noProof="0">
                <a:ln>
                  <a:noFill/>
                </a:ln>
                <a:solidFill>
                  <a:schemeClr val="tx1"/>
                </a:solidFill>
                <a:effectLst/>
                <a:latin typeface="+mn-lt"/>
                <a:ea typeface="+mn-ea"/>
                <a:cs typeface="+mn-cs"/>
              </a:rPr>
              <a:t>3</a:t>
            </a:r>
          </a:p>
        </p:txBody>
      </p:sp>
      <p:sp>
        <p:nvSpPr>
          <p:cNvPr id="23" name="Text Placeholder 2">
            <a:extLst>
              <a:ext uri="{FF2B5EF4-FFF2-40B4-BE49-F238E27FC236}">
                <a16:creationId xmlns:a16="http://schemas.microsoft.com/office/drawing/2014/main" id="{858D6C80-D653-743F-FD28-3A20D14D8782}"/>
              </a:ext>
            </a:extLst>
          </p:cNvPr>
          <p:cNvSpPr txBox="1">
            <a:spLocks/>
          </p:cNvSpPr>
          <p:nvPr userDrawn="1"/>
        </p:nvSpPr>
        <p:spPr>
          <a:xfrm>
            <a:off x="10145996" y="4741087"/>
            <a:ext cx="1800000" cy="556935"/>
          </a:xfrm>
          <a:prstGeom prst="rect">
            <a:avLst/>
          </a:prstGeom>
          <a:noFill/>
        </p:spPr>
        <p:txBody>
          <a:bodyPr lIns="91440" anchor="ctr"/>
          <a:lstStyle>
            <a:lvl1pPr marL="339725" indent="-285750" algn="l" rtl="0" eaLnBrk="1" fontAlgn="base" hangingPunct="1">
              <a:spcBef>
                <a:spcPts val="800"/>
              </a:spcBef>
              <a:spcAft>
                <a:spcPct val="0"/>
              </a:spcAft>
              <a:buClr>
                <a:schemeClr val="dk1"/>
              </a:buClr>
              <a:buSzPct val="85000"/>
              <a:buFont typeface="Arial" panose="020B0604020202020204" pitchFamily="34" charset="0"/>
              <a:buChar char="n"/>
              <a:defRPr lang="en-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3975" indent="0">
              <a:buNone/>
            </a:pPr>
            <a:r>
              <a:rPr lang="en-CA" sz="1200" kern="0" noProof="0">
                <a:solidFill>
                  <a:schemeClr val="tx1"/>
                </a:solidFill>
                <a:latin typeface="+mn-lt"/>
                <a:cs typeface="+mn-cs"/>
              </a:rPr>
              <a:t>Select your theme</a:t>
            </a:r>
          </a:p>
        </p:txBody>
      </p:sp>
      <p:sp>
        <p:nvSpPr>
          <p:cNvPr id="25" name="Text Placeholder 9">
            <a:extLst>
              <a:ext uri="{FF2B5EF4-FFF2-40B4-BE49-F238E27FC236}">
                <a16:creationId xmlns:a16="http://schemas.microsoft.com/office/drawing/2014/main" id="{E51AB87C-6D72-B464-CB4E-827F684A219E}"/>
              </a:ext>
              <a:ext uri="{C183D7F6-B498-43B3-948B-1728B52AA6E4}">
                <adec:decorative xmlns:adec="http://schemas.microsoft.com/office/drawing/2017/decorative" val="1"/>
              </a:ext>
            </a:extLst>
          </p:cNvPr>
          <p:cNvSpPr txBox="1">
            <a:spLocks/>
          </p:cNvSpPr>
          <p:nvPr userDrawn="1"/>
        </p:nvSpPr>
        <p:spPr>
          <a:xfrm>
            <a:off x="1" y="5600308"/>
            <a:ext cx="12192000" cy="576000"/>
          </a:xfrm>
          <a:prstGeom prst="rect">
            <a:avLst/>
          </a:prstGeom>
          <a:solidFill>
            <a:schemeClr val="tx2"/>
          </a:solidFill>
          <a:ln>
            <a:noFill/>
          </a:ln>
        </p:spPr>
        <p:txBody>
          <a:bodyPr lIns="144000" tIns="45720" rIns="144000" anchor="ctr"/>
          <a:lstStyle>
            <a:lvl1pPr marL="0" marR="0" indent="0" algn="l" defTabSz="914400" rtl="0" eaLnBrk="1" fontAlgn="base" latinLnBrk="0" hangingPunct="1">
              <a:lnSpc>
                <a:spcPct val="100000"/>
              </a:lnSpc>
              <a:spcBef>
                <a:spcPct val="75000"/>
              </a:spcBef>
              <a:spcAft>
                <a:spcPct val="0"/>
              </a:spcAft>
              <a:buClr>
                <a:schemeClr val="dk1"/>
              </a:buClr>
              <a:buSzPct val="85000"/>
              <a:buFont typeface="Arial" panose="020B0604020202020204" pitchFamily="34" charset="0"/>
              <a:buNone/>
              <a:tabLst/>
              <a:defRPr sz="2000" b="1">
                <a:solidFill>
                  <a:schemeClr val="bg1"/>
                </a:solidFill>
                <a:latin typeface="+mn-lt"/>
                <a:ea typeface="+mn-ea"/>
                <a:cs typeface="+mn-cs"/>
              </a:defRPr>
            </a:lvl1pPr>
            <a:lvl2pPr marL="481013" indent="-195263" algn="l" rtl="0" eaLnBrk="1" fontAlgn="base" hangingPunct="1">
              <a:spcBef>
                <a:spcPct val="300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68338" indent="-185738" algn="l" rtl="0" eaLnBrk="1" fontAlgn="base" hangingPunct="1">
              <a:spcBef>
                <a:spcPct val="20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a:tabLst>
                <a:tab pos="1619250" algn="l"/>
              </a:tabLst>
              <a:defRPr/>
            </a:pPr>
            <a:r>
              <a:rPr lang="en-CA" sz="1600" b="0" kern="0" noProof="0">
                <a:solidFill>
                  <a:schemeClr val="accent1"/>
                </a:solidFill>
                <a:latin typeface="+mn-lt"/>
                <a:cs typeface="+mn-cs"/>
              </a:rPr>
              <a:t>	</a:t>
            </a:r>
            <a:endParaRPr lang="en-CA" sz="1600" kern="0" noProof="0">
              <a:solidFill>
                <a:schemeClr val="accent1"/>
              </a:solidFill>
              <a:latin typeface="+mn-lt"/>
              <a:cs typeface="+mn-cs"/>
            </a:endParaRPr>
          </a:p>
        </p:txBody>
      </p:sp>
      <p:pic>
        <p:nvPicPr>
          <p:cNvPr id="26" name="Picture 6" descr="Résultats de recherche d'images pour « logo word 2016 »">
            <a:extLst>
              <a:ext uri="{FF2B5EF4-FFF2-40B4-BE49-F238E27FC236}">
                <a16:creationId xmlns:a16="http://schemas.microsoft.com/office/drawing/2014/main" id="{0CF56E70-63BF-47A3-20D5-A003C3DDF923}"/>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 b="-161"/>
          <a:stretch/>
        </p:blipFill>
        <p:spPr bwMode="auto">
          <a:xfrm>
            <a:off x="381000" y="5533912"/>
            <a:ext cx="794284" cy="715876"/>
          </a:xfrm>
          <a:prstGeom prst="rect">
            <a:avLst/>
          </a:prstGeom>
          <a:noFill/>
          <a:extLst>
            <a:ext uri="{909E8E84-426E-40DD-AFC4-6F175D3DCCD1}">
              <a14:hiddenFill xmlns:a14="http://schemas.microsoft.com/office/drawing/2010/main">
                <a:solidFill>
                  <a:srgbClr val="FFFFFF"/>
                </a:solidFill>
              </a14:hiddenFill>
            </a:ext>
          </a:extLst>
        </p:spPr>
      </p:pic>
      <p:sp>
        <p:nvSpPr>
          <p:cNvPr id="27" name="Ellipse 26">
            <a:extLst>
              <a:ext uri="{FF2B5EF4-FFF2-40B4-BE49-F238E27FC236}">
                <a16:creationId xmlns:a16="http://schemas.microsoft.com/office/drawing/2014/main" id="{55E1D52A-4431-776E-9C27-2335213D4BED}"/>
              </a:ext>
            </a:extLst>
          </p:cNvPr>
          <p:cNvSpPr/>
          <p:nvPr userDrawn="1"/>
        </p:nvSpPr>
        <p:spPr bwMode="auto">
          <a:xfrm>
            <a:off x="1400429" y="5663250"/>
            <a:ext cx="457200" cy="457200"/>
          </a:xfrm>
          <a:prstGeom prst="ellipse">
            <a:avLst/>
          </a:prstGeom>
          <a:solidFill>
            <a:schemeClr val="bg2"/>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CA" sz="1400" b="0" i="0" u="none" strike="noStrike" cap="none" normalizeH="0" baseline="0" noProof="0">
                <a:ln>
                  <a:noFill/>
                </a:ln>
                <a:solidFill>
                  <a:schemeClr val="tx1"/>
                </a:solidFill>
                <a:effectLst/>
                <a:latin typeface="+mn-lt"/>
                <a:ea typeface="+mn-ea"/>
                <a:cs typeface="+mn-cs"/>
              </a:rPr>
              <a:t>1</a:t>
            </a:r>
          </a:p>
        </p:txBody>
      </p:sp>
      <p:sp>
        <p:nvSpPr>
          <p:cNvPr id="28" name="Text Placeholder 2">
            <a:extLst>
              <a:ext uri="{FF2B5EF4-FFF2-40B4-BE49-F238E27FC236}">
                <a16:creationId xmlns:a16="http://schemas.microsoft.com/office/drawing/2014/main" id="{DBA2D45E-ED79-0986-7EDF-B0129C813D33}"/>
              </a:ext>
            </a:extLst>
          </p:cNvPr>
          <p:cNvSpPr txBox="1">
            <a:spLocks/>
          </p:cNvSpPr>
          <p:nvPr userDrawn="1"/>
        </p:nvSpPr>
        <p:spPr>
          <a:xfrm>
            <a:off x="1847566" y="5613383"/>
            <a:ext cx="4203984" cy="556935"/>
          </a:xfrm>
          <a:prstGeom prst="rect">
            <a:avLst/>
          </a:prstGeom>
          <a:noFill/>
        </p:spPr>
        <p:txBody>
          <a:bodyPr lIns="91440" anchor="ctr"/>
          <a:lstStyle>
            <a:lvl1pPr marL="339725" indent="-285750" algn="l" rtl="0" eaLnBrk="1" fontAlgn="base" hangingPunct="1">
              <a:spcBef>
                <a:spcPts val="800"/>
              </a:spcBef>
              <a:spcAft>
                <a:spcPct val="0"/>
              </a:spcAft>
              <a:buClr>
                <a:schemeClr val="dk1"/>
              </a:buClr>
              <a:buSzPct val="85000"/>
              <a:buFont typeface="Arial" panose="020B0604020202020204" pitchFamily="34" charset="0"/>
              <a:buChar char="n"/>
              <a:defRPr lang="en-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3975" indent="0">
              <a:buNone/>
            </a:pPr>
            <a:r>
              <a:rPr lang="en-CA" sz="1200" b="0" kern="0" noProof="0">
                <a:solidFill>
                  <a:schemeClr val="tx1"/>
                </a:solidFill>
                <a:latin typeface="+mn-lt"/>
                <a:cs typeface="+mn-cs"/>
              </a:rPr>
              <a:t>Open Word, click </a:t>
            </a:r>
            <a:r>
              <a:rPr lang="en-CA" sz="1200" b="0" i="1" kern="0" noProof="0">
                <a:solidFill>
                  <a:schemeClr val="accent1"/>
                </a:solidFill>
                <a:latin typeface="+mn-lt"/>
                <a:cs typeface="+mn-cs"/>
              </a:rPr>
              <a:t>Blank document</a:t>
            </a:r>
            <a:br>
              <a:rPr lang="en-CA" sz="1200" b="0" kern="0" noProof="0">
                <a:solidFill>
                  <a:schemeClr val="tx1"/>
                </a:solidFill>
                <a:latin typeface="+mn-lt"/>
                <a:cs typeface="+mn-cs"/>
              </a:rPr>
            </a:br>
            <a:r>
              <a:rPr lang="en-CA" sz="900" b="0" kern="0" noProof="0">
                <a:solidFill>
                  <a:schemeClr val="tx1"/>
                </a:solidFill>
                <a:latin typeface="+mn-lt"/>
                <a:cs typeface="+mn-cs"/>
              </a:rPr>
              <a:t>If already open, click on  </a:t>
            </a:r>
            <a:r>
              <a:rPr lang="en-CA" sz="900" b="0" i="1" kern="0" noProof="0">
                <a:solidFill>
                  <a:schemeClr val="accent1"/>
                </a:solidFill>
                <a:latin typeface="+mn-lt"/>
                <a:cs typeface="+mn-cs"/>
              </a:rPr>
              <a:t>File</a:t>
            </a:r>
            <a:r>
              <a:rPr lang="en-CA" sz="900" b="0" i="0" kern="0" noProof="0">
                <a:solidFill>
                  <a:schemeClr val="tx1"/>
                </a:solidFill>
                <a:latin typeface="+mn-lt"/>
                <a:cs typeface="+mn-cs"/>
              </a:rPr>
              <a:t>, </a:t>
            </a:r>
            <a:r>
              <a:rPr lang="en-CA" sz="900" b="0" i="1" kern="0" noProof="0">
                <a:solidFill>
                  <a:schemeClr val="accent1"/>
                </a:solidFill>
                <a:latin typeface="+mn-lt"/>
                <a:cs typeface="+mn-cs"/>
              </a:rPr>
              <a:t>New</a:t>
            </a:r>
            <a:r>
              <a:rPr lang="en-CA" sz="900" b="0" i="0" kern="0" noProof="0">
                <a:solidFill>
                  <a:schemeClr val="tx1"/>
                </a:solidFill>
                <a:latin typeface="+mn-lt"/>
                <a:cs typeface="+mn-cs"/>
              </a:rPr>
              <a:t>, </a:t>
            </a:r>
            <a:r>
              <a:rPr lang="en-CA" sz="900" b="0" i="1" kern="0" noProof="0">
                <a:solidFill>
                  <a:schemeClr val="accent1"/>
                </a:solidFill>
                <a:latin typeface="+mn-lt"/>
                <a:cs typeface="+mn-cs"/>
              </a:rPr>
              <a:t>Blank document</a:t>
            </a:r>
            <a:endParaRPr lang="en-CA" sz="1200" b="0" i="1" kern="0" noProof="0">
              <a:solidFill>
                <a:schemeClr val="accent1"/>
              </a:solidFill>
              <a:latin typeface="+mn-lt"/>
              <a:cs typeface="+mn-cs"/>
            </a:endParaRPr>
          </a:p>
        </p:txBody>
      </p:sp>
      <p:sp>
        <p:nvSpPr>
          <p:cNvPr id="29" name="Ellipse 28">
            <a:extLst>
              <a:ext uri="{FF2B5EF4-FFF2-40B4-BE49-F238E27FC236}">
                <a16:creationId xmlns:a16="http://schemas.microsoft.com/office/drawing/2014/main" id="{58DB4BB3-8D88-4134-A13C-642DD2A2BE47}"/>
              </a:ext>
            </a:extLst>
          </p:cNvPr>
          <p:cNvSpPr/>
          <p:nvPr userDrawn="1"/>
        </p:nvSpPr>
        <p:spPr bwMode="auto">
          <a:xfrm>
            <a:off x="6131680" y="5663250"/>
            <a:ext cx="457200" cy="457200"/>
          </a:xfrm>
          <a:prstGeom prst="ellipse">
            <a:avLst/>
          </a:prstGeom>
          <a:solidFill>
            <a:schemeClr val="bg2"/>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CA" sz="1400" b="0" i="0" u="none" strike="noStrike" cap="none" normalizeH="0" baseline="0" noProof="0">
                <a:ln>
                  <a:noFill/>
                </a:ln>
                <a:solidFill>
                  <a:schemeClr val="tx1"/>
                </a:solidFill>
                <a:effectLst/>
                <a:latin typeface="+mn-lt"/>
                <a:ea typeface="+mn-ea"/>
                <a:cs typeface="+mn-cs"/>
              </a:rPr>
              <a:t>2</a:t>
            </a:r>
          </a:p>
        </p:txBody>
      </p:sp>
      <p:sp>
        <p:nvSpPr>
          <p:cNvPr id="30" name="Text Placeholder 2">
            <a:extLst>
              <a:ext uri="{FF2B5EF4-FFF2-40B4-BE49-F238E27FC236}">
                <a16:creationId xmlns:a16="http://schemas.microsoft.com/office/drawing/2014/main" id="{9B6DB54B-EFF8-979A-5900-322E87C40029}"/>
              </a:ext>
            </a:extLst>
          </p:cNvPr>
          <p:cNvSpPr txBox="1">
            <a:spLocks/>
          </p:cNvSpPr>
          <p:nvPr userDrawn="1"/>
        </p:nvSpPr>
        <p:spPr>
          <a:xfrm>
            <a:off x="6589388" y="5613383"/>
            <a:ext cx="2859892" cy="556935"/>
          </a:xfrm>
          <a:prstGeom prst="rect">
            <a:avLst/>
          </a:prstGeom>
          <a:noFill/>
        </p:spPr>
        <p:txBody>
          <a:bodyPr lIns="91440" anchor="ctr"/>
          <a:lstStyle>
            <a:lvl1pPr marL="339725" indent="-285750" algn="l" rtl="0" eaLnBrk="1" fontAlgn="base" hangingPunct="1">
              <a:spcBef>
                <a:spcPts val="800"/>
              </a:spcBef>
              <a:spcAft>
                <a:spcPct val="0"/>
              </a:spcAft>
              <a:buClr>
                <a:schemeClr val="dk1"/>
              </a:buClr>
              <a:buSzPct val="85000"/>
              <a:buFont typeface="Arial" panose="020B0604020202020204" pitchFamily="34" charset="0"/>
              <a:buChar char="n"/>
              <a:defRPr lang="en-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3975" indent="0">
              <a:buNone/>
            </a:pPr>
            <a:r>
              <a:rPr lang="en-CA" sz="1200" b="0" kern="0" noProof="0">
                <a:solidFill>
                  <a:schemeClr val="tx1"/>
                </a:solidFill>
                <a:latin typeface="+mn-lt"/>
                <a:cs typeface="+mn-cs"/>
              </a:rPr>
              <a:t>On the </a:t>
            </a:r>
            <a:r>
              <a:rPr lang="en-CA" sz="1200" b="0" i="1" kern="0" noProof="0">
                <a:solidFill>
                  <a:schemeClr val="accent1"/>
                </a:solidFill>
                <a:latin typeface="+mn-lt"/>
                <a:cs typeface="+mn-cs"/>
              </a:rPr>
              <a:t>Design menu </a:t>
            </a:r>
            <a:r>
              <a:rPr lang="en-CA" sz="1200" b="0" kern="0" noProof="0">
                <a:solidFill>
                  <a:schemeClr val="tx1"/>
                </a:solidFill>
                <a:latin typeface="+mn-lt"/>
                <a:cs typeface="+mn-cs"/>
              </a:rPr>
              <a:t>tab,</a:t>
            </a:r>
            <a:br>
              <a:rPr lang="en-CA" sz="1200" b="0" kern="0" noProof="0">
                <a:solidFill>
                  <a:schemeClr val="tx1"/>
                </a:solidFill>
                <a:latin typeface="+mn-lt"/>
                <a:cs typeface="+mn-cs"/>
              </a:rPr>
            </a:br>
            <a:r>
              <a:rPr lang="en-CA" sz="1200" b="0" kern="0" noProof="0">
                <a:solidFill>
                  <a:schemeClr val="tx1"/>
                </a:solidFill>
                <a:latin typeface="+mn-lt"/>
                <a:cs typeface="+mn-cs"/>
              </a:rPr>
              <a:t>click </a:t>
            </a:r>
            <a:r>
              <a:rPr lang="en-CA" sz="1200" b="0" i="1" kern="0" noProof="0">
                <a:solidFill>
                  <a:schemeClr val="accent1"/>
                </a:solidFill>
                <a:latin typeface="+mn-lt"/>
                <a:cs typeface="+mn-cs"/>
              </a:rPr>
              <a:t>Theme</a:t>
            </a:r>
            <a:endParaRPr lang="en-CA" sz="1200" b="0" i="1" kern="0" noProof="0">
              <a:solidFill>
                <a:schemeClr val="tx2"/>
              </a:solidFill>
              <a:latin typeface="+mn-lt"/>
              <a:cs typeface="+mn-cs"/>
            </a:endParaRPr>
          </a:p>
        </p:txBody>
      </p:sp>
      <p:sp>
        <p:nvSpPr>
          <p:cNvPr id="31" name="Ellipse 30">
            <a:extLst>
              <a:ext uri="{FF2B5EF4-FFF2-40B4-BE49-F238E27FC236}">
                <a16:creationId xmlns:a16="http://schemas.microsoft.com/office/drawing/2014/main" id="{99BEFE46-DC64-6F8B-674E-274E45DFA2B2}"/>
              </a:ext>
            </a:extLst>
          </p:cNvPr>
          <p:cNvSpPr/>
          <p:nvPr userDrawn="1"/>
        </p:nvSpPr>
        <p:spPr bwMode="auto">
          <a:xfrm>
            <a:off x="9695283" y="5663250"/>
            <a:ext cx="457200" cy="457200"/>
          </a:xfrm>
          <a:prstGeom prst="ellipse">
            <a:avLst/>
          </a:prstGeom>
          <a:solidFill>
            <a:schemeClr val="bg2"/>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r>
              <a:rPr kumimoji="0" lang="en-CA" sz="1400" b="0" i="0" u="none" strike="noStrike" cap="none" normalizeH="0" baseline="0" noProof="0">
                <a:ln>
                  <a:noFill/>
                </a:ln>
                <a:solidFill>
                  <a:schemeClr val="tx1"/>
                </a:solidFill>
                <a:effectLst/>
                <a:latin typeface="+mn-lt"/>
                <a:ea typeface="+mn-ea"/>
                <a:cs typeface="+mn-cs"/>
              </a:rPr>
              <a:t>3</a:t>
            </a:r>
          </a:p>
        </p:txBody>
      </p:sp>
      <p:sp>
        <p:nvSpPr>
          <p:cNvPr id="32" name="Text Placeholder 2">
            <a:extLst>
              <a:ext uri="{FF2B5EF4-FFF2-40B4-BE49-F238E27FC236}">
                <a16:creationId xmlns:a16="http://schemas.microsoft.com/office/drawing/2014/main" id="{98E4DEDF-2489-60A1-7254-9C5D979C5DBF}"/>
              </a:ext>
            </a:extLst>
          </p:cNvPr>
          <p:cNvSpPr txBox="1">
            <a:spLocks/>
          </p:cNvSpPr>
          <p:nvPr userDrawn="1"/>
        </p:nvSpPr>
        <p:spPr>
          <a:xfrm>
            <a:off x="10146000" y="5613383"/>
            <a:ext cx="1800000" cy="556935"/>
          </a:xfrm>
          <a:prstGeom prst="rect">
            <a:avLst/>
          </a:prstGeom>
          <a:noFill/>
        </p:spPr>
        <p:txBody>
          <a:bodyPr lIns="91440" anchor="ctr"/>
          <a:lstStyle>
            <a:lvl1pPr marL="339725" indent="-285750" algn="l" rtl="0" eaLnBrk="1" fontAlgn="base" hangingPunct="1">
              <a:spcBef>
                <a:spcPts val="800"/>
              </a:spcBef>
              <a:spcAft>
                <a:spcPct val="0"/>
              </a:spcAft>
              <a:buClr>
                <a:schemeClr val="dk1"/>
              </a:buClr>
              <a:buSzPct val="85000"/>
              <a:buFont typeface="Arial" panose="020B0604020202020204" pitchFamily="34" charset="0"/>
              <a:buChar char="n"/>
              <a:defRPr lang="en-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chemeClr val="dk1"/>
              </a:buClr>
              <a:buSzPct val="85000"/>
              <a:buFont typeface="Arial" panose="020B0604020202020204" pitchFamily="34"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chemeClr val="dk1"/>
              </a:buClr>
              <a:buSzPct val="80000"/>
              <a:buFont typeface="Arial" panose="020B0604020202020204" pitchFamily="34"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3975" indent="0">
              <a:buNone/>
            </a:pPr>
            <a:r>
              <a:rPr lang="en-CA" sz="1200" kern="0" noProof="0">
                <a:solidFill>
                  <a:schemeClr val="tx1"/>
                </a:solidFill>
                <a:latin typeface="+mn-lt"/>
                <a:cs typeface="+mn-cs"/>
              </a:rPr>
              <a:t>Select your theme</a:t>
            </a:r>
          </a:p>
        </p:txBody>
      </p:sp>
    </p:spTree>
    <p:extLst>
      <p:ext uri="{BB962C8B-B14F-4D97-AF65-F5344CB8AC3E}">
        <p14:creationId xmlns:p14="http://schemas.microsoft.com/office/powerpoint/2010/main" val="162173595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pCHECK page assessment checklist">
    <p:spTree>
      <p:nvGrpSpPr>
        <p:cNvPr id="1" name=""/>
        <p:cNvGrpSpPr/>
        <p:nvPr/>
      </p:nvGrpSpPr>
      <p:grpSpPr>
        <a:xfrm>
          <a:off x="0" y="0"/>
          <a:ext cx="0" cy="0"/>
          <a:chOff x="0" y="0"/>
          <a:chExt cx="0" cy="0"/>
        </a:xfrm>
      </p:grpSpPr>
      <p:sp>
        <p:nvSpPr>
          <p:cNvPr id="25" name="SUJET">
            <a:extLst>
              <a:ext uri="{FF2B5EF4-FFF2-40B4-BE49-F238E27FC236}">
                <a16:creationId xmlns:a16="http://schemas.microsoft.com/office/drawing/2014/main" id="{9F70D95C-81DA-6632-66FD-AE8132950A30}"/>
              </a:ext>
            </a:extLst>
          </p:cNvPr>
          <p:cNvSpPr>
            <a:spLocks noGrp="1"/>
          </p:cNvSpPr>
          <p:nvPr>
            <p:ph type="body" sz="quarter" idx="13" hasCustomPrompt="1"/>
          </p:nvPr>
        </p:nvSpPr>
        <p:spPr>
          <a:xfrm>
            <a:off x="246063" y="233999"/>
            <a:ext cx="5714937" cy="180001"/>
          </a:xfrm>
        </p:spPr>
        <p:txBody>
          <a:bodyPr lIns="18000" tIns="0" rIns="18000" bIns="0" anchor="ctr">
            <a:noAutofit/>
          </a:bodyPr>
          <a:lstStyle>
            <a:lvl1pPr marL="0" indent="0">
              <a:spcBef>
                <a:spcPts val="0"/>
              </a:spcBef>
              <a:buNone/>
              <a:defRPr sz="1000">
                <a:solidFill>
                  <a:schemeClr val="tx1"/>
                </a:solidFill>
              </a:defRPr>
            </a:lvl1pPr>
            <a:lvl2pPr>
              <a:defRPr sz="1200"/>
            </a:lvl2pPr>
            <a:lvl3pPr>
              <a:defRPr sz="1100"/>
            </a:lvl3pPr>
            <a:lvl4pPr>
              <a:defRPr sz="1050"/>
            </a:lvl4pPr>
            <a:lvl5pPr>
              <a:defRPr sz="1050"/>
            </a:lvl5pPr>
          </a:lstStyle>
          <a:p>
            <a:pPr lvl="0"/>
            <a:r>
              <a:rPr lang="en-CA"/>
              <a:t>Click to add a subject</a:t>
            </a:r>
          </a:p>
        </p:txBody>
      </p:sp>
      <p:sp>
        <p:nvSpPr>
          <p:cNvPr id="5" name="Rectangle 4">
            <a:extLst>
              <a:ext uri="{FF2B5EF4-FFF2-40B4-BE49-F238E27FC236}">
                <a16:creationId xmlns:a16="http://schemas.microsoft.com/office/drawing/2014/main" id="{F3BC9199-76E3-E4B1-18CC-119B22AF30DD}"/>
              </a:ext>
            </a:extLst>
          </p:cNvPr>
          <p:cNvSpPr/>
          <p:nvPr userDrawn="1"/>
        </p:nvSpPr>
        <p:spPr bwMode="auto">
          <a:xfrm>
            <a:off x="246000" y="413999"/>
            <a:ext cx="11699938" cy="765513"/>
          </a:xfrm>
          <a:prstGeom prst="rect">
            <a:avLst/>
          </a:prstGeom>
          <a:noFill/>
          <a:ln>
            <a:noFill/>
          </a:ln>
          <a:effectLst/>
        </p:spPr>
        <p:txBody>
          <a:bodyPr vert="horz" wrap="square" lIns="0" tIns="45720" rIns="72000" bIns="45720" numCol="1" rtlCol="0" anchor="t" anchorCtr="0" compatLnSpc="1">
            <a:prstTxWarp prst="textNoShape">
              <a:avLst/>
            </a:prstTxWarp>
          </a:bodyPr>
          <a:lstStyle/>
          <a:p>
            <a:pPr>
              <a:lnSpc>
                <a:spcPct val="90000"/>
              </a:lnSpc>
            </a:pPr>
            <a:r>
              <a:rPr lang="en-CA" sz="2800" b="0" i="1" noProof="0">
                <a:solidFill>
                  <a:schemeClr val="tx1"/>
                </a:solidFill>
                <a:latin typeface="+mn-lt"/>
                <a:cs typeface="+mn-cs"/>
              </a:rPr>
              <a:t>pCHECK</a:t>
            </a:r>
            <a:r>
              <a:rPr lang="en-CA" sz="1200" b="0" i="0" noProof="0">
                <a:solidFill>
                  <a:schemeClr val="tx1"/>
                </a:solidFill>
                <a:latin typeface="+mn-lt"/>
                <a:cs typeface="+mn-cs"/>
              </a:rPr>
              <a:t> </a:t>
            </a:r>
            <a:r>
              <a:rPr lang="en-CA" sz="2000" b="0" i="0" baseline="60000" noProof="0">
                <a:solidFill>
                  <a:schemeClr val="tx1"/>
                </a:solidFill>
                <a:latin typeface="+mn-lt"/>
                <a:cs typeface="+mn-cs"/>
              </a:rPr>
              <a:t>®</a:t>
            </a:r>
            <a:r>
              <a:rPr lang="en-CA" sz="2800" b="0" i="0" noProof="0">
                <a:solidFill>
                  <a:schemeClr val="tx1"/>
                </a:solidFill>
                <a:latin typeface="+mn-lt"/>
                <a:cs typeface="+mn-cs"/>
              </a:rPr>
              <a:t> page assessment checklist</a:t>
            </a:r>
          </a:p>
        </p:txBody>
      </p:sp>
      <p:graphicFrame>
        <p:nvGraphicFramePr>
          <p:cNvPr id="13" name="Tableau 12">
            <a:extLst>
              <a:ext uri="{FF2B5EF4-FFF2-40B4-BE49-F238E27FC236}">
                <a16:creationId xmlns:a16="http://schemas.microsoft.com/office/drawing/2014/main" id="{8B3C997E-C5CD-509A-07EB-E32DD5EF7C3B}"/>
              </a:ext>
            </a:extLst>
          </p:cNvPr>
          <p:cNvGraphicFramePr>
            <a:graphicFrameLocks noGrp="1"/>
          </p:cNvGraphicFramePr>
          <p:nvPr userDrawn="1">
            <p:extLst>
              <p:ext uri="{D42A27DB-BD31-4B8C-83A1-F6EECF244321}">
                <p14:modId xmlns:p14="http://schemas.microsoft.com/office/powerpoint/2010/main" val="621404380"/>
              </p:ext>
            </p:extLst>
          </p:nvPr>
        </p:nvGraphicFramePr>
        <p:xfrm>
          <a:off x="246001" y="1404000"/>
          <a:ext cx="11699875" cy="4665600"/>
        </p:xfrm>
        <a:graphic>
          <a:graphicData uri="http://schemas.openxmlformats.org/drawingml/2006/table">
            <a:tbl>
              <a:tblPr>
                <a:tableStyleId>{5C22544A-7EE6-4342-B048-85BDC9FD1C3A}</a:tableStyleId>
              </a:tblPr>
              <a:tblGrid>
                <a:gridCol w="2554569">
                  <a:extLst>
                    <a:ext uri="{9D8B030D-6E8A-4147-A177-3AD203B41FA5}">
                      <a16:colId xmlns:a16="http://schemas.microsoft.com/office/drawing/2014/main" val="566889257"/>
                    </a:ext>
                  </a:extLst>
                </a:gridCol>
                <a:gridCol w="510141">
                  <a:extLst>
                    <a:ext uri="{9D8B030D-6E8A-4147-A177-3AD203B41FA5}">
                      <a16:colId xmlns:a16="http://schemas.microsoft.com/office/drawing/2014/main" val="3205415789"/>
                    </a:ext>
                  </a:extLst>
                </a:gridCol>
                <a:gridCol w="8635165">
                  <a:extLst>
                    <a:ext uri="{9D8B030D-6E8A-4147-A177-3AD203B41FA5}">
                      <a16:colId xmlns:a16="http://schemas.microsoft.com/office/drawing/2014/main" val="2324330360"/>
                    </a:ext>
                  </a:extLst>
                </a:gridCol>
              </a:tblGrid>
              <a:tr h="583200">
                <a:tc>
                  <a:txBody>
                    <a:bodyPr/>
                    <a:lstStyle/>
                    <a:p>
                      <a:pPr algn="l">
                        <a:lnSpc>
                          <a:spcPct val="100000"/>
                        </a:lnSpc>
                      </a:pPr>
                      <a:r>
                        <a:rPr lang="en-CA" sz="1800" b="0" noProof="0">
                          <a:solidFill>
                            <a:schemeClr val="accent1"/>
                          </a:solidFill>
                          <a:latin typeface="+mj-lt"/>
                        </a:rPr>
                        <a:t>Page needed?</a:t>
                      </a:r>
                    </a:p>
                  </a:txBody>
                  <a:tcPr marL="0" marR="0" marT="46800" marB="4680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lnSpc>
                          <a:spcPct val="100000"/>
                        </a:lnSpc>
                      </a:pPr>
                      <a:r>
                        <a:rPr lang="en-CA" sz="1600" b="0" noProof="0">
                          <a:solidFill>
                            <a:schemeClr val="tx1"/>
                          </a:solidFill>
                          <a:latin typeface="+mn-lt"/>
                        </a:rPr>
                        <a:t>1</a:t>
                      </a:r>
                    </a:p>
                  </a:txBody>
                  <a:tcPr marL="0" marR="0" marT="46800" marB="4680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noProof="0">
                          <a:solidFill>
                            <a:schemeClr val="accent1"/>
                          </a:solidFill>
                          <a:latin typeface="+mn-lt"/>
                          <a:cs typeface="+mn-cs"/>
                        </a:rPr>
                        <a:t>Could you remove or merge this page </a:t>
                      </a:r>
                      <a:r>
                        <a:rPr lang="en-CA" sz="1600" b="0" noProof="0">
                          <a:solidFill>
                            <a:schemeClr val="tx1"/>
                          </a:solidFill>
                          <a:latin typeface="+mn-lt"/>
                          <a:cs typeface="+mn-cs"/>
                        </a:rPr>
                        <a:t>without affecting your storyline?</a:t>
                      </a:r>
                    </a:p>
                  </a:txBody>
                  <a:tcPr marL="0" marR="0" marT="46800" marB="4680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5144494"/>
                  </a:ext>
                </a:extLst>
              </a:tr>
              <a:tr h="583200">
                <a:tc>
                  <a:txBody>
                    <a:bodyPr/>
                    <a:lstStyle/>
                    <a:p>
                      <a:r>
                        <a:rPr lang="en-CA" sz="1800" b="0">
                          <a:solidFill>
                            <a:schemeClr val="accent1"/>
                          </a:solidFill>
                          <a:latin typeface="+mj-lt"/>
                          <a:ea typeface="+mn-ea"/>
                          <a:cs typeface="+mn-cs"/>
                        </a:rPr>
                        <a:t>Headline</a:t>
                      </a:r>
                    </a:p>
                  </a:txBody>
                  <a:tcPr marL="0" marR="0" marT="46800" marB="468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lnSpc>
                          <a:spcPct val="100000"/>
                        </a:lnSpc>
                      </a:pPr>
                      <a:r>
                        <a:rPr lang="en-CA" sz="1600" b="0" noProof="0">
                          <a:solidFill>
                            <a:schemeClr val="tx1"/>
                          </a:solidFill>
                          <a:latin typeface="+mn-lt"/>
                        </a:rPr>
                        <a:t>2</a:t>
                      </a:r>
                    </a:p>
                  </a:txBody>
                  <a:tcPr marL="0" marR="0" marT="46800" marB="468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noProof="0">
                          <a:solidFill>
                            <a:schemeClr val="accent1"/>
                          </a:solidFill>
                          <a:latin typeface="+mn-lt"/>
                          <a:cs typeface="+mn-cs"/>
                        </a:rPr>
                        <a:t>Did you use a headline </a:t>
                      </a:r>
                      <a:r>
                        <a:rPr lang="en-CA" sz="1600" b="0" noProof="0">
                          <a:solidFill>
                            <a:schemeClr val="tx1"/>
                          </a:solidFill>
                          <a:latin typeface="+mn-lt"/>
                          <a:cs typeface="+mn-cs"/>
                        </a:rPr>
                        <a:t>(maybe with a message box) to communicate the key message </a:t>
                      </a:r>
                      <a:br>
                        <a:rPr lang="en-CA" sz="1600" b="0" noProof="0">
                          <a:solidFill>
                            <a:schemeClr val="tx1"/>
                          </a:solidFill>
                          <a:latin typeface="+mn-lt"/>
                          <a:cs typeface="+mn-cs"/>
                        </a:rPr>
                      </a:br>
                      <a:r>
                        <a:rPr lang="en-CA" sz="1600" b="0" noProof="0">
                          <a:solidFill>
                            <a:schemeClr val="tx1"/>
                          </a:solidFill>
                          <a:latin typeface="+mn-lt"/>
                          <a:cs typeface="+mn-cs"/>
                        </a:rPr>
                        <a:t>of your page?</a:t>
                      </a:r>
                    </a:p>
                  </a:txBody>
                  <a:tcPr marL="0" marR="0" marT="46800" marB="468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0722726"/>
                  </a:ext>
                </a:extLst>
              </a:tr>
              <a:tr h="583200">
                <a:tc rowSpan="6">
                  <a:txBody>
                    <a:bodyPr/>
                    <a:lstStyle/>
                    <a:p>
                      <a:pPr algn="l">
                        <a:lnSpc>
                          <a:spcPct val="100000"/>
                        </a:lnSpc>
                      </a:pPr>
                      <a:r>
                        <a:rPr lang="en-CA" sz="1800" b="0" noProof="0">
                          <a:solidFill>
                            <a:schemeClr val="accent1"/>
                          </a:solidFill>
                          <a:latin typeface="+mj-lt"/>
                        </a:rPr>
                        <a:t>Page optimization</a:t>
                      </a:r>
                    </a:p>
                  </a:txBody>
                  <a:tcPr marL="0" marR="0" marT="46800" marB="46800">
                    <a:lnT w="6350" cap="flat" cmpd="sng" algn="ctr">
                      <a:solidFill>
                        <a:schemeClr val="tx1"/>
                      </a:solidFill>
                      <a:prstDash val="solid"/>
                      <a:round/>
                      <a:headEnd type="none" w="med" len="med"/>
                      <a:tailEnd type="none" w="med" len="med"/>
                    </a:lnT>
                    <a:noFill/>
                  </a:tcPr>
                </a:tc>
                <a:tc>
                  <a:txBody>
                    <a:bodyPr/>
                    <a:lstStyle/>
                    <a:p>
                      <a:pPr algn="ctr">
                        <a:lnSpc>
                          <a:spcPct val="100000"/>
                        </a:lnSpc>
                      </a:pPr>
                      <a:r>
                        <a:rPr lang="en-CA" sz="1600" b="0" noProof="0">
                          <a:solidFill>
                            <a:schemeClr val="tx1"/>
                          </a:solidFill>
                          <a:latin typeface="+mn-lt"/>
                        </a:rPr>
                        <a:t>3</a:t>
                      </a:r>
                    </a:p>
                  </a:txBody>
                  <a:tcPr marL="0" marR="0" marT="46800" marB="468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noProof="0">
                          <a:solidFill>
                            <a:schemeClr val="accent1"/>
                          </a:solidFill>
                          <a:latin typeface="+mn-lt"/>
                          <a:cs typeface="+mn-cs"/>
                        </a:rPr>
                        <a:t>Simplicity: </a:t>
                      </a:r>
                      <a:r>
                        <a:rPr lang="en-CA" sz="1600" b="0" noProof="0">
                          <a:solidFill>
                            <a:schemeClr val="tx1"/>
                          </a:solidFill>
                          <a:latin typeface="+mn-lt"/>
                          <a:cs typeface="+mn-cs"/>
                        </a:rPr>
                        <a:t>Could you </a:t>
                      </a:r>
                      <a:r>
                        <a:rPr lang="en-CA" sz="1600" b="0" noProof="0">
                          <a:solidFill>
                            <a:schemeClr val="accent1"/>
                          </a:solidFill>
                          <a:latin typeface="+mn-lt"/>
                          <a:cs typeface="+mn-cs"/>
                        </a:rPr>
                        <a:t>remove information </a:t>
                      </a:r>
                      <a:r>
                        <a:rPr lang="en-CA" sz="1600" b="0" noProof="0">
                          <a:solidFill>
                            <a:schemeClr val="tx1"/>
                          </a:solidFill>
                          <a:latin typeface="+mn-lt"/>
                          <a:cs typeface="+mn-cs"/>
                        </a:rPr>
                        <a:t>without diluting your key points? </a:t>
                      </a:r>
                      <a:br>
                        <a:rPr lang="en-CA" sz="1600" b="0" noProof="0">
                          <a:solidFill>
                            <a:schemeClr val="tx1"/>
                          </a:solidFill>
                          <a:latin typeface="+mn-lt"/>
                          <a:cs typeface="+mn-cs"/>
                        </a:rPr>
                      </a:br>
                      <a:r>
                        <a:rPr lang="en-CA" sz="1600" b="0" noProof="0">
                          <a:solidFill>
                            <a:schemeClr val="tx1"/>
                          </a:solidFill>
                          <a:latin typeface="+mn-lt"/>
                          <a:cs typeface="+mn-cs"/>
                        </a:rPr>
                        <a:t>Or split your page into 2?</a:t>
                      </a:r>
                    </a:p>
                  </a:txBody>
                  <a:tcPr marL="0" marR="0" marT="46800" marB="468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5998111"/>
                  </a:ext>
                </a:extLst>
              </a:tr>
              <a:tr h="583200">
                <a:tc vMerge="1">
                  <a:txBody>
                    <a:bodyPr/>
                    <a:lstStyle/>
                    <a:p>
                      <a:pPr algn="l">
                        <a:lnSpc>
                          <a:spcPct val="90000"/>
                        </a:lnSpc>
                      </a:pPr>
                      <a:endParaRPr lang="en-CA" sz="1800" b="0" noProof="0">
                        <a:solidFill>
                          <a:schemeClr val="tx1"/>
                        </a:solidFill>
                      </a:endParaRPr>
                    </a:p>
                  </a:txBody>
                  <a:tcPr marL="0" marR="0" marT="46800" marB="46800">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CA" sz="1600" b="0" noProof="0">
                          <a:solidFill>
                            <a:schemeClr val="tx1"/>
                          </a:solidFill>
                          <a:latin typeface="+mn-lt"/>
                        </a:rPr>
                        <a:t>4</a:t>
                      </a:r>
                    </a:p>
                  </a:txBody>
                  <a:tcPr marL="0" marR="0" marT="46800" marB="4680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noProof="0">
                          <a:solidFill>
                            <a:schemeClr val="accent1"/>
                          </a:solidFill>
                          <a:latin typeface="+mn-lt"/>
                          <a:cs typeface="+mn-cs"/>
                        </a:rPr>
                        <a:t>Chunking: </a:t>
                      </a:r>
                      <a:r>
                        <a:rPr lang="en-CA" sz="1600" b="0" noProof="0">
                          <a:solidFill>
                            <a:schemeClr val="tx1"/>
                          </a:solidFill>
                          <a:latin typeface="+mn-lt"/>
                          <a:cs typeface="+mn-cs"/>
                        </a:rPr>
                        <a:t>Did you </a:t>
                      </a:r>
                      <a:r>
                        <a:rPr lang="en-CA" sz="1600" b="0" noProof="0">
                          <a:solidFill>
                            <a:schemeClr val="accent1"/>
                          </a:solidFill>
                          <a:latin typeface="+mn-lt"/>
                          <a:cs typeface="+mn-cs"/>
                        </a:rPr>
                        <a:t>visually group information </a:t>
                      </a:r>
                      <a:r>
                        <a:rPr lang="en-CA" sz="1600" b="0" noProof="0">
                          <a:solidFill>
                            <a:schemeClr val="tx1"/>
                          </a:solidFill>
                          <a:latin typeface="+mn-lt"/>
                          <a:cs typeface="+mn-cs"/>
                        </a:rPr>
                        <a:t>that belongs together?</a:t>
                      </a:r>
                    </a:p>
                  </a:txBody>
                  <a:tcPr marL="0" marR="0" marT="46800" marB="4680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4613774"/>
                  </a:ext>
                </a:extLst>
              </a:tr>
              <a:tr h="583200">
                <a:tc vMerge="1">
                  <a:txBody>
                    <a:bodyPr/>
                    <a:lstStyle/>
                    <a:p>
                      <a:pPr algn="l">
                        <a:lnSpc>
                          <a:spcPct val="90000"/>
                        </a:lnSpc>
                      </a:pPr>
                      <a:endParaRPr lang="en-CA" sz="1800" b="0" noProof="0">
                        <a:solidFill>
                          <a:schemeClr val="tx1"/>
                        </a:solidFill>
                      </a:endParaRPr>
                    </a:p>
                  </a:txBody>
                  <a:tcPr marL="0" marR="0" marT="46800" marB="46800">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CA" sz="1600" b="0" noProof="0">
                          <a:solidFill>
                            <a:schemeClr val="tx1"/>
                          </a:solidFill>
                          <a:latin typeface="+mn-lt"/>
                        </a:rPr>
                        <a:t>5</a:t>
                      </a:r>
                    </a:p>
                  </a:txBody>
                  <a:tcPr marL="0" marR="0" marT="46800" marB="468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noProof="0">
                          <a:solidFill>
                            <a:schemeClr val="accent1"/>
                          </a:solidFill>
                          <a:latin typeface="+mn-lt"/>
                          <a:cs typeface="+mn-cs"/>
                        </a:rPr>
                        <a:t>Page layout: </a:t>
                      </a:r>
                      <a:r>
                        <a:rPr lang="en-CA" sz="1600" b="0" noProof="0">
                          <a:solidFill>
                            <a:schemeClr val="tx1"/>
                          </a:solidFill>
                          <a:latin typeface="+mn-lt"/>
                          <a:cs typeface="+mn-cs"/>
                        </a:rPr>
                        <a:t>Is your page layout </a:t>
                      </a:r>
                      <a:r>
                        <a:rPr lang="en-CA" sz="1600" b="0" noProof="0">
                          <a:solidFill>
                            <a:schemeClr val="accent1"/>
                          </a:solidFill>
                          <a:latin typeface="+mn-lt"/>
                          <a:cs typeface="+mn-cs"/>
                        </a:rPr>
                        <a:t>intuitive</a:t>
                      </a:r>
                      <a:r>
                        <a:rPr lang="en-CA" sz="1600" b="0" noProof="0">
                          <a:solidFill>
                            <a:schemeClr val="tx1"/>
                          </a:solidFill>
                          <a:latin typeface="+mn-lt"/>
                          <a:cs typeface="+mn-cs"/>
                        </a:rPr>
                        <a:t>? For example, did you use vertical blocks </a:t>
                      </a:r>
                      <a:br>
                        <a:rPr lang="en-CA" sz="1600" b="0" noProof="0">
                          <a:solidFill>
                            <a:schemeClr val="tx1"/>
                          </a:solidFill>
                          <a:latin typeface="+mn-lt"/>
                          <a:cs typeface="+mn-cs"/>
                        </a:rPr>
                      </a:br>
                      <a:r>
                        <a:rPr lang="en-CA" sz="1600" b="0" noProof="0">
                          <a:solidFill>
                            <a:schemeClr val="tx1"/>
                          </a:solidFill>
                          <a:latin typeface="+mn-lt"/>
                          <a:cs typeface="+mn-cs"/>
                        </a:rPr>
                        <a:t>for comparison, horizontal blocks for sequencing, left / right optimization?</a:t>
                      </a:r>
                    </a:p>
                  </a:txBody>
                  <a:tcPr marL="0" marR="0" marT="46800" marB="468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0534314"/>
                  </a:ext>
                </a:extLst>
              </a:tr>
              <a:tr h="583200">
                <a:tc vMerge="1">
                  <a:txBody>
                    <a:bodyPr/>
                    <a:lstStyle/>
                    <a:p>
                      <a:pPr algn="l">
                        <a:lnSpc>
                          <a:spcPct val="90000"/>
                        </a:lnSpc>
                      </a:pPr>
                      <a:endParaRPr lang="en-CA" sz="1800" b="0" noProof="0">
                        <a:solidFill>
                          <a:schemeClr val="tx1"/>
                        </a:solidFill>
                      </a:endParaRPr>
                    </a:p>
                  </a:txBody>
                  <a:tcPr marL="0" marR="0" marT="46800" marB="46800">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CA" sz="1600" b="0" noProof="0">
                          <a:solidFill>
                            <a:schemeClr val="tx1"/>
                          </a:solidFill>
                          <a:latin typeface="+mn-lt"/>
                        </a:rPr>
                        <a:t>6</a:t>
                      </a:r>
                    </a:p>
                  </a:txBody>
                  <a:tcPr marL="0" marR="0" marT="46800" marB="468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noProof="0">
                          <a:solidFill>
                            <a:schemeClr val="accent1"/>
                          </a:solidFill>
                          <a:latin typeface="+mn-lt"/>
                          <a:cs typeface="+mn-cs"/>
                        </a:rPr>
                        <a:t>Contrast and hierarchy: </a:t>
                      </a:r>
                      <a:r>
                        <a:rPr lang="en-CA" sz="1600" b="0" noProof="0">
                          <a:solidFill>
                            <a:schemeClr val="tx1"/>
                          </a:solidFill>
                          <a:latin typeface="+mn-lt"/>
                          <a:cs typeface="+mn-cs"/>
                        </a:rPr>
                        <a:t>Are you using </a:t>
                      </a:r>
                      <a:r>
                        <a:rPr lang="en-CA" sz="1600" b="0" noProof="0">
                          <a:solidFill>
                            <a:schemeClr val="accent1"/>
                          </a:solidFill>
                          <a:latin typeface="+mn-lt"/>
                          <a:cs typeface="+mn-cs"/>
                        </a:rPr>
                        <a:t>size</a:t>
                      </a:r>
                      <a:r>
                        <a:rPr lang="en-CA" sz="1600" b="0" noProof="0">
                          <a:solidFill>
                            <a:schemeClr val="tx1"/>
                          </a:solidFill>
                          <a:latin typeface="+mn-lt"/>
                          <a:cs typeface="+mn-cs"/>
                        </a:rPr>
                        <a:t>, </a:t>
                      </a:r>
                      <a:r>
                        <a:rPr lang="en-CA" sz="1600" b="0" noProof="0">
                          <a:solidFill>
                            <a:schemeClr val="accent1"/>
                          </a:solidFill>
                          <a:latin typeface="+mn-lt"/>
                          <a:cs typeface="+mn-cs"/>
                        </a:rPr>
                        <a:t>colour</a:t>
                      </a:r>
                      <a:r>
                        <a:rPr lang="en-CA" sz="1600" b="0" noProof="0">
                          <a:solidFill>
                            <a:schemeClr val="tx1"/>
                          </a:solidFill>
                          <a:latin typeface="+mn-lt"/>
                          <a:cs typeface="+mn-cs"/>
                        </a:rPr>
                        <a:t>, </a:t>
                      </a:r>
                      <a:r>
                        <a:rPr lang="en-CA" sz="1600" b="0" noProof="0">
                          <a:solidFill>
                            <a:schemeClr val="accent1"/>
                          </a:solidFill>
                          <a:latin typeface="+mn-lt"/>
                          <a:cs typeface="+mn-cs"/>
                        </a:rPr>
                        <a:t>shapes</a:t>
                      </a:r>
                      <a:r>
                        <a:rPr lang="en-CA" sz="1600" b="0" noProof="0">
                          <a:solidFill>
                            <a:schemeClr val="tx1"/>
                          </a:solidFill>
                          <a:latin typeface="+mn-lt"/>
                          <a:cs typeface="+mn-cs"/>
                        </a:rPr>
                        <a:t> and </a:t>
                      </a:r>
                      <a:r>
                        <a:rPr lang="en-CA" sz="1600" b="0" noProof="0">
                          <a:solidFill>
                            <a:schemeClr val="accent1"/>
                          </a:solidFill>
                          <a:latin typeface="+mn-lt"/>
                          <a:cs typeface="+mn-cs"/>
                        </a:rPr>
                        <a:t>font styles </a:t>
                      </a:r>
                      <a:br>
                        <a:rPr lang="en-CA" sz="1600" b="0" noProof="0">
                          <a:solidFill>
                            <a:schemeClr val="tx1"/>
                          </a:solidFill>
                          <a:latin typeface="+mn-lt"/>
                          <a:cs typeface="+mn-cs"/>
                        </a:rPr>
                      </a:br>
                      <a:r>
                        <a:rPr lang="en-CA" sz="1600" b="0" noProof="0">
                          <a:solidFill>
                            <a:schemeClr val="tx1"/>
                          </a:solidFill>
                          <a:latin typeface="+mn-lt"/>
                          <a:cs typeface="+mn-cs"/>
                        </a:rPr>
                        <a:t>to create contrast and hierarchy?</a:t>
                      </a:r>
                    </a:p>
                  </a:txBody>
                  <a:tcPr marL="0" marR="0" marT="46800" marB="468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9333912"/>
                  </a:ext>
                </a:extLst>
              </a:tr>
              <a:tr h="583200">
                <a:tc vMerge="1">
                  <a:txBody>
                    <a:bodyPr/>
                    <a:lstStyle/>
                    <a:p>
                      <a:pPr algn="l">
                        <a:lnSpc>
                          <a:spcPct val="90000"/>
                        </a:lnSpc>
                      </a:pPr>
                      <a:endParaRPr lang="en-CA" sz="1800" b="0" noProof="0">
                        <a:solidFill>
                          <a:schemeClr val="tx1"/>
                        </a:solidFill>
                      </a:endParaRPr>
                    </a:p>
                  </a:txBody>
                  <a:tcPr marL="0" marR="0" marT="46800" marB="46800">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CA" sz="1600" b="0" noProof="0">
                          <a:solidFill>
                            <a:schemeClr val="tx1"/>
                          </a:solidFill>
                          <a:latin typeface="+mn-lt"/>
                        </a:rPr>
                        <a:t>7</a:t>
                      </a:r>
                    </a:p>
                  </a:txBody>
                  <a:tcPr marL="0" marR="0" marT="46800" marB="4680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noProof="0">
                          <a:solidFill>
                            <a:schemeClr val="accent1"/>
                          </a:solidFill>
                          <a:latin typeface="+mn-lt"/>
                          <a:cs typeface="+mn-cs"/>
                        </a:rPr>
                        <a:t>9 elements: </a:t>
                      </a:r>
                      <a:r>
                        <a:rPr lang="en-CA" sz="1600" b="0" noProof="0">
                          <a:solidFill>
                            <a:schemeClr val="tx1"/>
                          </a:solidFill>
                          <a:latin typeface="+mn-lt"/>
                          <a:cs typeface="+mn-cs"/>
                        </a:rPr>
                        <a:t>Are you applying the </a:t>
                      </a:r>
                      <a:r>
                        <a:rPr lang="en-CA" sz="1600" b="0" noProof="0">
                          <a:solidFill>
                            <a:schemeClr val="accent1"/>
                          </a:solidFill>
                          <a:latin typeface="+mn-lt"/>
                          <a:cs typeface="+mn-cs"/>
                        </a:rPr>
                        <a:t>PrezExpert best practices </a:t>
                      </a:r>
                      <a:r>
                        <a:rPr lang="en-CA" sz="1600" b="0" noProof="0">
                          <a:solidFill>
                            <a:schemeClr val="tx1"/>
                          </a:solidFill>
                          <a:latin typeface="+mn-lt"/>
                          <a:cs typeface="+mn-cs"/>
                        </a:rPr>
                        <a:t>to use all 9 elements effectively? </a:t>
                      </a:r>
                    </a:p>
                  </a:txBody>
                  <a:tcPr marL="0" marR="0" marT="46800" marB="46800" anchor="ct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1632058"/>
                  </a:ext>
                </a:extLst>
              </a:tr>
              <a:tr h="583200">
                <a:tc vMerge="1">
                  <a:txBody>
                    <a:bodyPr/>
                    <a:lstStyle/>
                    <a:p>
                      <a:pPr algn="l">
                        <a:lnSpc>
                          <a:spcPct val="90000"/>
                        </a:lnSpc>
                      </a:pPr>
                      <a:endParaRPr lang="en-CA" sz="1800" b="0" noProof="0">
                        <a:solidFill>
                          <a:schemeClr val="tx1"/>
                        </a:solidFill>
                      </a:endParaRPr>
                    </a:p>
                  </a:txBody>
                  <a:tcPr marL="0" marR="0" marT="46800" marB="46800">
                    <a:lnT w="6350" cap="flat" cmpd="sng" algn="ctr">
                      <a:noFill/>
                      <a:prstDash val="solid"/>
                      <a:round/>
                      <a:headEnd type="none" w="med" len="med"/>
                      <a:tailEnd type="none" w="med" len="med"/>
                    </a:lnT>
                    <a:noFill/>
                  </a:tcPr>
                </a:tc>
                <a:tc>
                  <a:txBody>
                    <a:bodyPr/>
                    <a:lstStyle/>
                    <a:p>
                      <a:pPr algn="ctr">
                        <a:lnSpc>
                          <a:spcPct val="100000"/>
                        </a:lnSpc>
                      </a:pPr>
                      <a:r>
                        <a:rPr lang="en-CA" sz="1600" b="0" noProof="0">
                          <a:solidFill>
                            <a:schemeClr val="tx1"/>
                          </a:solidFill>
                          <a:latin typeface="+mn-lt"/>
                        </a:rPr>
                        <a:t>8</a:t>
                      </a:r>
                    </a:p>
                  </a:txBody>
                  <a:tcPr marL="0" marR="0" marT="46800" marB="46800">
                    <a:lnT w="6350" cap="flat" cmpd="sng" algn="ctr">
                      <a:solidFill>
                        <a:schemeClr val="tx1"/>
                      </a:solidFill>
                      <a:prstDash val="solid"/>
                      <a:round/>
                      <a:headEnd type="none" w="med" len="med"/>
                      <a:tailEnd type="none" w="med" len="med"/>
                    </a:lnT>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b="0" noProof="0">
                          <a:solidFill>
                            <a:schemeClr val="accent1"/>
                          </a:solidFill>
                          <a:latin typeface="+mn-lt"/>
                          <a:cs typeface="+mn-cs"/>
                        </a:rPr>
                        <a:t>White space: </a:t>
                      </a:r>
                      <a:r>
                        <a:rPr lang="en-CA" sz="1600" b="0" noProof="0">
                          <a:solidFill>
                            <a:schemeClr val="tx1"/>
                          </a:solidFill>
                          <a:latin typeface="+mn-lt"/>
                          <a:cs typeface="+mn-cs"/>
                        </a:rPr>
                        <a:t>Do you have enough white space?</a:t>
                      </a:r>
                      <a:br>
                        <a:rPr lang="en-CA" sz="1600" b="0" noProof="0">
                          <a:solidFill>
                            <a:schemeClr val="tx1"/>
                          </a:solidFill>
                          <a:latin typeface="+mn-lt"/>
                          <a:cs typeface="+mn-cs"/>
                        </a:rPr>
                      </a:br>
                      <a:r>
                        <a:rPr lang="en-CA" sz="1600" b="0" noProof="0">
                          <a:solidFill>
                            <a:schemeClr val="tx1"/>
                          </a:solidFill>
                          <a:latin typeface="+mn-lt"/>
                          <a:cs typeface="+mn-cs"/>
                        </a:rPr>
                        <a:t>Is it evenly distributed to make your </a:t>
                      </a:r>
                      <a:r>
                        <a:rPr lang="en-CA" sz="1600" b="0" noProof="0">
                          <a:solidFill>
                            <a:schemeClr val="accent1"/>
                          </a:solidFill>
                          <a:latin typeface="+mn-lt"/>
                          <a:cs typeface="+mn-cs"/>
                        </a:rPr>
                        <a:t>page breathe </a:t>
                      </a:r>
                      <a:r>
                        <a:rPr lang="en-CA" sz="1600" b="0" noProof="0">
                          <a:solidFill>
                            <a:schemeClr val="tx1"/>
                          </a:solidFill>
                          <a:latin typeface="+mn-lt"/>
                          <a:cs typeface="+mn-cs"/>
                        </a:rPr>
                        <a:t>properly?</a:t>
                      </a:r>
                      <a:endParaRPr lang="en-CA" sz="1600" b="0" noProof="0">
                        <a:solidFill>
                          <a:schemeClr val="tx2"/>
                        </a:solidFill>
                        <a:latin typeface="+mn-lt"/>
                        <a:cs typeface="+mn-cs"/>
                      </a:endParaRPr>
                    </a:p>
                  </a:txBody>
                  <a:tcPr marL="0" marR="0" marT="46800" marB="46800">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541161211"/>
                  </a:ext>
                </a:extLst>
              </a:tr>
            </a:tbl>
          </a:graphicData>
        </a:graphic>
      </p:graphicFrame>
      <p:sp>
        <p:nvSpPr>
          <p:cNvPr id="14" name="Text Box 25">
            <a:extLst>
              <a:ext uri="{FF2B5EF4-FFF2-40B4-BE49-F238E27FC236}">
                <a16:creationId xmlns:a16="http://schemas.microsoft.com/office/drawing/2014/main" id="{12899298-CF50-6ACC-2BC6-82C79DDDDB17}"/>
              </a:ext>
            </a:extLst>
          </p:cNvPr>
          <p:cNvSpPr txBox="1">
            <a:spLocks noChangeArrowheads="1"/>
          </p:cNvSpPr>
          <p:nvPr userDrawn="1"/>
        </p:nvSpPr>
        <p:spPr bwMode="auto">
          <a:xfrm>
            <a:off x="246063" y="6489000"/>
            <a:ext cx="11699875" cy="230832"/>
          </a:xfrm>
          <a:prstGeom prst="rect">
            <a:avLst/>
          </a:prstGeom>
          <a:noFill/>
          <a:ln>
            <a:noFill/>
          </a:ln>
          <a:effectLst/>
        </p:spPr>
        <p:txBody>
          <a:bodyPr wrap="square" lIns="0" rIns="0">
            <a:spAutoFit/>
          </a:bodyPr>
          <a:lstStyle>
            <a:lvl1pPr>
              <a:defRPr sz="1400">
                <a:solidFill>
                  <a:schemeClr val="tx1"/>
                </a:solidFill>
                <a:latin typeface="+mn-lt"/>
                <a:ea typeface="+mn-ea"/>
                <a:cs typeface="+mn-cs"/>
              </a:defRPr>
            </a:lvl1pPr>
            <a:lvl2pPr marL="742950" indent="-285750">
              <a:defRPr sz="1400">
                <a:solidFill>
                  <a:schemeClr val="tx1"/>
                </a:solidFill>
                <a:latin typeface="+mn-lt"/>
                <a:ea typeface="+mn-ea"/>
              </a:defRPr>
            </a:lvl2pPr>
            <a:lvl3pPr marL="1143000" indent="-228600">
              <a:defRPr sz="1400">
                <a:solidFill>
                  <a:schemeClr val="tx1"/>
                </a:solidFill>
                <a:latin typeface="+mn-lt"/>
                <a:ea typeface="+mn-ea"/>
              </a:defRPr>
            </a:lvl3pPr>
            <a:lvl4pPr marL="1600200" indent="-228600">
              <a:defRPr sz="1400">
                <a:solidFill>
                  <a:schemeClr val="tx1"/>
                </a:solidFill>
                <a:latin typeface="+mn-lt"/>
                <a:ea typeface="+mn-ea"/>
              </a:defRPr>
            </a:lvl4pPr>
            <a:lvl5pPr marL="2057400" indent="-228600">
              <a:defRPr sz="1400">
                <a:solidFill>
                  <a:schemeClr val="tx1"/>
                </a:solidFill>
                <a:latin typeface="+mn-lt"/>
                <a:ea typeface="+mn-ea"/>
              </a:defRPr>
            </a:lvl5pPr>
            <a:lvl6pPr marL="2514600" indent="-228600" algn="ctr" eaLnBrk="0" fontAlgn="base" hangingPunct="0">
              <a:spcBef>
                <a:spcPct val="50000"/>
              </a:spcBef>
              <a:spcAft>
                <a:spcPct val="0"/>
              </a:spcAft>
              <a:defRPr sz="1400">
                <a:solidFill>
                  <a:schemeClr val="tx1"/>
                </a:solidFill>
                <a:latin typeface="+mn-lt"/>
                <a:ea typeface="+mn-ea"/>
              </a:defRPr>
            </a:lvl6pPr>
            <a:lvl7pPr marL="2971800" indent="-228600" algn="ctr" eaLnBrk="0" fontAlgn="base" hangingPunct="0">
              <a:spcBef>
                <a:spcPct val="50000"/>
              </a:spcBef>
              <a:spcAft>
                <a:spcPct val="0"/>
              </a:spcAft>
              <a:defRPr sz="1400">
                <a:solidFill>
                  <a:schemeClr val="tx1"/>
                </a:solidFill>
                <a:latin typeface="+mn-lt"/>
                <a:ea typeface="+mn-ea"/>
              </a:defRPr>
            </a:lvl7pPr>
            <a:lvl8pPr marL="3429000" indent="-228600" algn="ctr" eaLnBrk="0" fontAlgn="base" hangingPunct="0">
              <a:spcBef>
                <a:spcPct val="50000"/>
              </a:spcBef>
              <a:spcAft>
                <a:spcPct val="0"/>
              </a:spcAft>
              <a:defRPr sz="1400">
                <a:solidFill>
                  <a:schemeClr val="tx1"/>
                </a:solidFill>
                <a:latin typeface="+mn-lt"/>
                <a:ea typeface="+mn-ea"/>
              </a:defRPr>
            </a:lvl8pPr>
            <a:lvl9pPr marL="3886200" indent="-228600" algn="ctr" eaLnBrk="0" fontAlgn="base" hangingPunct="0">
              <a:spcBef>
                <a:spcPct val="50000"/>
              </a:spcBef>
              <a:spcAft>
                <a:spcPct val="0"/>
              </a:spcAft>
              <a:defRPr sz="1400">
                <a:solidFill>
                  <a:schemeClr val="tx1"/>
                </a:solidFill>
                <a:latin typeface="+mn-lt"/>
                <a:ea typeface="+mn-ea"/>
              </a:defRPr>
            </a:lvl9pPr>
          </a:lstStyle>
          <a:p>
            <a:pPr algn="l">
              <a:defRPr/>
            </a:pPr>
            <a:r>
              <a:rPr lang="en-CA" sz="900" b="0">
                <a:solidFill>
                  <a:schemeClr val="tx1"/>
                </a:solidFill>
                <a:latin typeface="+mn-lt"/>
                <a:cs typeface="+mn-cs"/>
              </a:rPr>
              <a:t>© PREZEXPERT INTL Inc., 2014, updated in 2015-2025.  All rights reserved. Any copy, modification or use without the authorisation of the copyright owner is prohibited.    		                www.prezexpert.com </a:t>
            </a:r>
          </a:p>
        </p:txBody>
      </p:sp>
      <p:pic>
        <p:nvPicPr>
          <p:cNvPr id="2" name="Picture 1" descr="A blue and grey text on a black background&#10;&#10;AI-generated content may be incorrect.">
            <a:extLst>
              <a:ext uri="{FF2B5EF4-FFF2-40B4-BE49-F238E27FC236}">
                <a16:creationId xmlns:a16="http://schemas.microsoft.com/office/drawing/2014/main" id="{BBE5CACC-F312-A8A6-020B-C3BBE9F7AEF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49856" y="350872"/>
            <a:ext cx="2606400" cy="648128"/>
          </a:xfrm>
          <a:prstGeom prst="rect">
            <a:avLst/>
          </a:prstGeom>
        </p:spPr>
      </p:pic>
    </p:spTree>
    <p:extLst>
      <p:ext uri="{BB962C8B-B14F-4D97-AF65-F5344CB8AC3E}">
        <p14:creationId xmlns:p14="http://schemas.microsoft.com/office/powerpoint/2010/main" val="36980582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Warning">
    <p:bg>
      <p:bgPr>
        <a:solidFill>
          <a:schemeClr val="accent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6B413FA-A402-C68A-45FB-D5608FB6B340}"/>
              </a:ext>
            </a:extLst>
          </p:cNvPr>
          <p:cNvSpPr txBox="1"/>
          <p:nvPr userDrawn="1"/>
        </p:nvSpPr>
        <p:spPr>
          <a:xfrm>
            <a:off x="246064" y="279400"/>
            <a:ext cx="11699874" cy="6299200"/>
          </a:xfrm>
          <a:prstGeom prst="rect">
            <a:avLst/>
          </a:prstGeom>
          <a:noFill/>
        </p:spPr>
        <p:txBody>
          <a:bodyPr wrap="square" lIns="0" rIns="0" rtlCol="0" anchor="ctr">
            <a:noAutofit/>
          </a:bodyPr>
          <a:lstStyle/>
          <a:p>
            <a:pPr algn="ctr">
              <a:lnSpc>
                <a:spcPct val="80000"/>
              </a:lnSpc>
            </a:pPr>
            <a:r>
              <a:rPr lang="en-CA" sz="9600"/>
              <a:t>WARNING</a:t>
            </a:r>
            <a:br>
              <a:rPr lang="en-CA" sz="9600"/>
            </a:br>
            <a:r>
              <a:rPr lang="en-CA" sz="9600"/>
              <a:t>do not use any of</a:t>
            </a:r>
            <a:br>
              <a:rPr lang="en-CA" sz="9600"/>
            </a:br>
            <a:r>
              <a:rPr lang="en-CA" sz="9600"/>
              <a:t>the layouts that may appear after this one</a:t>
            </a:r>
          </a:p>
        </p:txBody>
      </p:sp>
    </p:spTree>
    <p:extLst>
      <p:ext uri="{BB962C8B-B14F-4D97-AF65-F5344CB8AC3E}">
        <p14:creationId xmlns:p14="http://schemas.microsoft.com/office/powerpoint/2010/main" val="302053700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5EF98BF-F482-A151-AA01-B5E6F8F25780}"/>
              </a:ext>
            </a:extLst>
          </p:cNvPr>
          <p:cNvSpPr>
            <a:spLocks noGrp="1"/>
          </p:cNvSpPr>
          <p:nvPr>
            <p:ph type="title"/>
          </p:nvPr>
        </p:nvSpPr>
        <p:spPr>
          <a:xfrm>
            <a:off x="246063" y="414000"/>
            <a:ext cx="11699875" cy="765514"/>
          </a:xfrm>
          <a:prstGeom prst="rect">
            <a:avLst/>
          </a:prstGeom>
        </p:spPr>
        <p:txBody>
          <a:bodyPr vert="horz" lIns="0" tIns="0" rIns="0" bIns="0" rtlCol="0" anchor="t">
            <a:noAutofit/>
          </a:bodyPr>
          <a:lstStyle/>
          <a:p>
            <a:r>
              <a:rPr lang="en-CA"/>
              <a:t>Click to add a headline</a:t>
            </a:r>
          </a:p>
        </p:txBody>
      </p:sp>
      <p:sp>
        <p:nvSpPr>
          <p:cNvPr id="3" name="Espace réservé du texte 2">
            <a:extLst>
              <a:ext uri="{FF2B5EF4-FFF2-40B4-BE49-F238E27FC236}">
                <a16:creationId xmlns:a16="http://schemas.microsoft.com/office/drawing/2014/main" id="{B71C2883-FAAB-538F-6B56-40E3CA0065B7}"/>
              </a:ext>
            </a:extLst>
          </p:cNvPr>
          <p:cNvSpPr>
            <a:spLocks noGrp="1"/>
          </p:cNvSpPr>
          <p:nvPr>
            <p:ph type="body" idx="1"/>
          </p:nvPr>
        </p:nvSpPr>
        <p:spPr>
          <a:xfrm>
            <a:off x="246063" y="1314450"/>
            <a:ext cx="11699875" cy="5040313"/>
          </a:xfrm>
          <a:prstGeom prst="rect">
            <a:avLst/>
          </a:prstGeom>
        </p:spPr>
        <p:txBody>
          <a:bodyPr vert="horz" lIns="0" tIns="45720" rIns="0" bIns="45720" rtlCol="0">
            <a:noAutofit/>
          </a:bodyPr>
          <a:lstStyle/>
          <a:p>
            <a:pPr lvl="0"/>
            <a:r>
              <a:rPr lang="en-CA"/>
              <a:t>Click to add text</a:t>
            </a:r>
          </a:p>
          <a:p>
            <a:pPr lvl="1"/>
            <a:r>
              <a:rPr lang="en-CA"/>
              <a:t>Second level</a:t>
            </a:r>
          </a:p>
          <a:p>
            <a:pPr lvl="2"/>
            <a:r>
              <a:rPr lang="en-CA"/>
              <a:t>Third level</a:t>
            </a:r>
          </a:p>
          <a:p>
            <a:pPr lvl="3"/>
            <a:r>
              <a:rPr lang="en-CA"/>
              <a:t>Fourth level</a:t>
            </a:r>
          </a:p>
          <a:p>
            <a:pPr lvl="4"/>
            <a:r>
              <a:rPr lang="en-CA"/>
              <a:t>Fifth level</a:t>
            </a:r>
          </a:p>
        </p:txBody>
      </p:sp>
      <p:sp>
        <p:nvSpPr>
          <p:cNvPr id="5" name="Espace réservé du pied de page 4">
            <a:extLst>
              <a:ext uri="{FF2B5EF4-FFF2-40B4-BE49-F238E27FC236}">
                <a16:creationId xmlns:a16="http://schemas.microsoft.com/office/drawing/2014/main" id="{4935BE21-7740-8E97-66E6-A8281ABFDD20}"/>
              </a:ext>
            </a:extLst>
          </p:cNvPr>
          <p:cNvSpPr>
            <a:spLocks noGrp="1"/>
          </p:cNvSpPr>
          <p:nvPr>
            <p:ph type="ftr" sz="quarter" idx="3"/>
          </p:nvPr>
        </p:nvSpPr>
        <p:spPr>
          <a:xfrm>
            <a:off x="7446000" y="6464920"/>
            <a:ext cx="4114800" cy="223200"/>
          </a:xfrm>
          <a:prstGeom prst="rect">
            <a:avLst/>
          </a:prstGeom>
        </p:spPr>
        <p:txBody>
          <a:bodyPr vert="horz" lIns="91440" tIns="45720" rIns="91440" bIns="45720" rtlCol="0" anchor="ctr"/>
          <a:lstStyle>
            <a:lvl1pPr algn="r">
              <a:defRPr sz="800">
                <a:solidFill>
                  <a:schemeClr val="tx1"/>
                </a:solidFill>
              </a:defRPr>
            </a:lvl1pPr>
          </a:lstStyle>
          <a:p>
            <a:endParaRPr lang="en-CA"/>
          </a:p>
        </p:txBody>
      </p:sp>
      <p:sp>
        <p:nvSpPr>
          <p:cNvPr id="6" name="Espace réservé du numéro de diapositive 5">
            <a:extLst>
              <a:ext uri="{FF2B5EF4-FFF2-40B4-BE49-F238E27FC236}">
                <a16:creationId xmlns:a16="http://schemas.microsoft.com/office/drawing/2014/main" id="{F8018439-D11C-FA3B-399B-19267E471089}"/>
              </a:ext>
            </a:extLst>
          </p:cNvPr>
          <p:cNvSpPr>
            <a:spLocks noGrp="1"/>
          </p:cNvSpPr>
          <p:nvPr>
            <p:ph type="sldNum" sz="quarter" idx="4"/>
          </p:nvPr>
        </p:nvSpPr>
        <p:spPr>
          <a:xfrm>
            <a:off x="11586000" y="6464920"/>
            <a:ext cx="359938" cy="223200"/>
          </a:xfrm>
          <a:prstGeom prst="rect">
            <a:avLst/>
          </a:prstGeom>
        </p:spPr>
        <p:txBody>
          <a:bodyPr vert="horz" lIns="0" tIns="0" rIns="0" bIns="0" rtlCol="0" anchor="ctr"/>
          <a:lstStyle>
            <a:lvl1pPr algn="r">
              <a:defRPr sz="800">
                <a:solidFill>
                  <a:schemeClr val="tx1"/>
                </a:solidFill>
              </a:defRPr>
            </a:lvl1pPr>
          </a:lstStyle>
          <a:p>
            <a:fld id="{21DAE3DD-E46F-48E2-BAED-1C2B457B4828}" type="slidenum">
              <a:rPr lang="en-CA" smtClean="0"/>
              <a:pPr/>
              <a:t>‹#›</a:t>
            </a:fld>
            <a:endParaRPr lang="en-CA"/>
          </a:p>
        </p:txBody>
      </p:sp>
      <p:cxnSp>
        <p:nvCxnSpPr>
          <p:cNvPr id="7" name="Connecteur droit 6">
            <a:extLst>
              <a:ext uri="{FF2B5EF4-FFF2-40B4-BE49-F238E27FC236}">
                <a16:creationId xmlns:a16="http://schemas.microsoft.com/office/drawing/2014/main" id="{44B8A17E-F2D6-5678-44DF-BDE3D80723F4}"/>
              </a:ext>
              <a:ext uri="{C183D7F6-B498-43B3-948B-1728B52AA6E4}">
                <adec:decorative xmlns:adec="http://schemas.microsoft.com/office/drawing/2017/decorative" val="1"/>
              </a:ext>
            </a:extLst>
          </p:cNvPr>
          <p:cNvCxnSpPr/>
          <p:nvPr userDrawn="1"/>
        </p:nvCxnSpPr>
        <p:spPr>
          <a:xfrm flipV="1">
            <a:off x="246000" y="-216000"/>
            <a:ext cx="0" cy="18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74215A5B-9B0D-CB9E-0AA7-427DFD7B83CB}"/>
              </a:ext>
              <a:ext uri="{C183D7F6-B498-43B3-948B-1728B52AA6E4}">
                <adec:decorative xmlns:adec="http://schemas.microsoft.com/office/drawing/2017/decorative" val="1"/>
              </a:ext>
            </a:extLst>
          </p:cNvPr>
          <p:cNvCxnSpPr/>
          <p:nvPr userDrawn="1"/>
        </p:nvCxnSpPr>
        <p:spPr>
          <a:xfrm flipV="1">
            <a:off x="11946000" y="-216000"/>
            <a:ext cx="0" cy="18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F1E6D00B-CA13-6548-BF44-2CD5A015BED8}"/>
              </a:ext>
              <a:ext uri="{C183D7F6-B498-43B3-948B-1728B52AA6E4}">
                <adec:decorative xmlns:adec="http://schemas.microsoft.com/office/drawing/2017/decorative" val="1"/>
              </a:ext>
            </a:extLst>
          </p:cNvPr>
          <p:cNvCxnSpPr/>
          <p:nvPr userDrawn="1"/>
        </p:nvCxnSpPr>
        <p:spPr>
          <a:xfrm>
            <a:off x="12216000" y="279000"/>
            <a:ext cx="1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1765002-8C65-83BD-E210-D54EC737CEBE}"/>
              </a:ext>
              <a:ext uri="{C183D7F6-B498-43B3-948B-1728B52AA6E4}">
                <adec:decorative xmlns:adec="http://schemas.microsoft.com/office/drawing/2017/decorative" val="1"/>
              </a:ext>
            </a:extLst>
          </p:cNvPr>
          <p:cNvCxnSpPr/>
          <p:nvPr userDrawn="1"/>
        </p:nvCxnSpPr>
        <p:spPr>
          <a:xfrm>
            <a:off x="12216000" y="1314000"/>
            <a:ext cx="1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39514AD-A660-4A18-6F3A-15E3E20A32B3}"/>
              </a:ext>
              <a:ext uri="{C183D7F6-B498-43B3-948B-1728B52AA6E4}">
                <adec:decorative xmlns:adec="http://schemas.microsoft.com/office/drawing/2017/decorative" val="1"/>
              </a:ext>
            </a:extLst>
          </p:cNvPr>
          <p:cNvCxnSpPr/>
          <p:nvPr userDrawn="1"/>
        </p:nvCxnSpPr>
        <p:spPr>
          <a:xfrm>
            <a:off x="12216000" y="6354000"/>
            <a:ext cx="1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275E276E-EA5A-D53E-BBD2-9D52F2B439D7}"/>
              </a:ext>
              <a:ext uri="{C183D7F6-B498-43B3-948B-1728B52AA6E4}">
                <adec:decorative xmlns:adec="http://schemas.microsoft.com/office/drawing/2017/decorative" val="1"/>
              </a:ext>
            </a:extLst>
          </p:cNvPr>
          <p:cNvCxnSpPr/>
          <p:nvPr userDrawn="1"/>
        </p:nvCxnSpPr>
        <p:spPr>
          <a:xfrm flipV="1">
            <a:off x="11946000" y="6894000"/>
            <a:ext cx="0" cy="18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653FE9C1-FD08-4AA3-DA84-EF217A52623B}"/>
              </a:ext>
              <a:ext uri="{C183D7F6-B498-43B3-948B-1728B52AA6E4}">
                <adec:decorative xmlns:adec="http://schemas.microsoft.com/office/drawing/2017/decorative" val="1"/>
              </a:ext>
            </a:extLst>
          </p:cNvPr>
          <p:cNvCxnSpPr/>
          <p:nvPr userDrawn="1"/>
        </p:nvCxnSpPr>
        <p:spPr>
          <a:xfrm flipV="1">
            <a:off x="246000" y="6894000"/>
            <a:ext cx="0" cy="18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A5BCDC0E-659F-98FC-C578-0795F81A5A8B}"/>
              </a:ext>
              <a:ext uri="{C183D7F6-B498-43B3-948B-1728B52AA6E4}">
                <adec:decorative xmlns:adec="http://schemas.microsoft.com/office/drawing/2017/decorative" val="1"/>
              </a:ext>
            </a:extLst>
          </p:cNvPr>
          <p:cNvCxnSpPr/>
          <p:nvPr userDrawn="1"/>
        </p:nvCxnSpPr>
        <p:spPr>
          <a:xfrm>
            <a:off x="-204000" y="6354000"/>
            <a:ext cx="1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9A6C3BC6-A2A0-82A4-0DF1-6B8413A884DF}"/>
              </a:ext>
              <a:ext uri="{C183D7F6-B498-43B3-948B-1728B52AA6E4}">
                <adec:decorative xmlns:adec="http://schemas.microsoft.com/office/drawing/2017/decorative" val="1"/>
              </a:ext>
            </a:extLst>
          </p:cNvPr>
          <p:cNvCxnSpPr/>
          <p:nvPr userDrawn="1"/>
        </p:nvCxnSpPr>
        <p:spPr>
          <a:xfrm>
            <a:off x="-204000" y="1314000"/>
            <a:ext cx="18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07513C83-CACD-DFB5-F1B5-DDBD942F1901}"/>
              </a:ext>
              <a:ext uri="{C183D7F6-B498-43B3-948B-1728B52AA6E4}">
                <adec:decorative xmlns:adec="http://schemas.microsoft.com/office/drawing/2017/decorative" val="1"/>
              </a:ext>
            </a:extLst>
          </p:cNvPr>
          <p:cNvCxnSpPr/>
          <p:nvPr userDrawn="1"/>
        </p:nvCxnSpPr>
        <p:spPr>
          <a:xfrm>
            <a:off x="-204000" y="279000"/>
            <a:ext cx="180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3560241"/>
      </p:ext>
    </p:extLst>
  </p:cSld>
  <p:clrMap bg1="lt1" tx1="dk1" bg2="lt2" tx2="dk2" accent1="accent1" accent2="accent2" accent3="accent3" accent4="accent4" accent5="accent5" accent6="accent6" hlink="hlink" folHlink="folHlink"/>
  <p:sldLayoutIdLst>
    <p:sldLayoutId id="2147483671" r:id="rId1"/>
    <p:sldLayoutId id="2147483768" r:id="rId2"/>
    <p:sldLayoutId id="2147483660" r:id="rId3"/>
    <p:sldLayoutId id="2147483673" r:id="rId4"/>
    <p:sldLayoutId id="2147483681" r:id="rId5"/>
    <p:sldLayoutId id="2147483691" r:id="rId6"/>
    <p:sldLayoutId id="2147483692" r:id="rId7"/>
    <p:sldLayoutId id="2147483694" r:id="rId8"/>
    <p:sldLayoutId id="2147483680" r:id="rId9"/>
    <p:sldLayoutId id="2147483697" r:id="rId10"/>
    <p:sldLayoutId id="2147483696" r:id="rId11"/>
    <p:sldLayoutId id="2147483695" r:id="rId12"/>
    <p:sldLayoutId id="2147483679" r:id="rId13"/>
    <p:sldLayoutId id="2147483661" r:id="rId14"/>
    <p:sldLayoutId id="2147483674" r:id="rId15"/>
    <p:sldLayoutId id="2147483675" r:id="rId16"/>
    <p:sldLayoutId id="2147483676" r:id="rId17"/>
    <p:sldLayoutId id="2147483677" r:id="rId18"/>
    <p:sldLayoutId id="2147483678" r:id="rId19"/>
    <p:sldLayoutId id="2147483682" r:id="rId20"/>
    <p:sldLayoutId id="2147483662" r:id="rId21"/>
    <p:sldLayoutId id="2147483749" r:id="rId22"/>
    <p:sldLayoutId id="2147483706" r:id="rId23"/>
    <p:sldLayoutId id="2147483698" r:id="rId24"/>
    <p:sldLayoutId id="2147483750" r:id="rId25"/>
    <p:sldLayoutId id="2147483663" r:id="rId26"/>
    <p:sldLayoutId id="2147483751" r:id="rId27"/>
    <p:sldLayoutId id="2147483752" r:id="rId28"/>
    <p:sldLayoutId id="2147483699" r:id="rId29"/>
    <p:sldLayoutId id="2147483664" r:id="rId30"/>
    <p:sldLayoutId id="2147483700" r:id="rId31"/>
    <p:sldLayoutId id="2147483683" r:id="rId32"/>
    <p:sldLayoutId id="2147483665" r:id="rId33"/>
    <p:sldLayoutId id="2147483753" r:id="rId34"/>
    <p:sldLayoutId id="2147483701" r:id="rId35"/>
    <p:sldLayoutId id="2147483754" r:id="rId36"/>
    <p:sldLayoutId id="2147483666" r:id="rId37"/>
    <p:sldLayoutId id="2147483755" r:id="rId38"/>
    <p:sldLayoutId id="2147483667" r:id="rId39"/>
    <p:sldLayoutId id="2147483704" r:id="rId40"/>
    <p:sldLayoutId id="2147483756" r:id="rId41"/>
    <p:sldLayoutId id="2147483705" r:id="rId42"/>
    <p:sldLayoutId id="2147483742" r:id="rId43"/>
    <p:sldLayoutId id="2147483743" r:id="rId44"/>
    <p:sldLayoutId id="2147483709" r:id="rId45"/>
    <p:sldLayoutId id="2147483710" r:id="rId46"/>
    <p:sldLayoutId id="2147483684" r:id="rId47"/>
    <p:sldLayoutId id="2147483711" r:id="rId48"/>
    <p:sldLayoutId id="2147483713" r:id="rId49"/>
    <p:sldLayoutId id="2147483757" r:id="rId50"/>
    <p:sldLayoutId id="2147483712" r:id="rId51"/>
    <p:sldLayoutId id="2147483758" r:id="rId52"/>
    <p:sldLayoutId id="2147483714" r:id="rId53"/>
    <p:sldLayoutId id="2147483715" r:id="rId54"/>
    <p:sldLayoutId id="2147483759" r:id="rId55"/>
    <p:sldLayoutId id="2147483716" r:id="rId56"/>
    <p:sldLayoutId id="2147483760" r:id="rId57"/>
    <p:sldLayoutId id="2147483685" r:id="rId58"/>
    <p:sldLayoutId id="2147483720" r:id="rId59"/>
    <p:sldLayoutId id="2147483721" r:id="rId60"/>
    <p:sldLayoutId id="2147483761" r:id="rId61"/>
    <p:sldLayoutId id="2147483718" r:id="rId62"/>
    <p:sldLayoutId id="2147483719" r:id="rId63"/>
    <p:sldLayoutId id="2147483762" r:id="rId64"/>
    <p:sldLayoutId id="2147483722" r:id="rId65"/>
    <p:sldLayoutId id="2147483724" r:id="rId66"/>
    <p:sldLayoutId id="2147483723" r:id="rId67"/>
    <p:sldLayoutId id="2147483726" r:id="rId68"/>
    <p:sldLayoutId id="2147483725" r:id="rId69"/>
    <p:sldLayoutId id="2147483688" r:id="rId70"/>
    <p:sldLayoutId id="2147483727" r:id="rId71"/>
    <p:sldLayoutId id="2147483731" r:id="rId72"/>
    <p:sldLayoutId id="2147483728" r:id="rId73"/>
    <p:sldLayoutId id="2147483732" r:id="rId74"/>
    <p:sldLayoutId id="2147483729" r:id="rId75"/>
    <p:sldLayoutId id="2147483733" r:id="rId76"/>
    <p:sldLayoutId id="2147483730" r:id="rId77"/>
    <p:sldLayoutId id="2147483686" r:id="rId78"/>
    <p:sldLayoutId id="2147483734" r:id="rId79"/>
    <p:sldLayoutId id="2147483735" r:id="rId80"/>
    <p:sldLayoutId id="2147483736" r:id="rId81"/>
    <p:sldLayoutId id="2147483687" r:id="rId82"/>
    <p:sldLayoutId id="2147483744" r:id="rId83"/>
    <p:sldLayoutId id="2147483738" r:id="rId84"/>
    <p:sldLayoutId id="2147483764" r:id="rId85"/>
    <p:sldLayoutId id="2147483737" r:id="rId86"/>
    <p:sldLayoutId id="2147483763" r:id="rId87"/>
    <p:sldLayoutId id="2147483745" r:id="rId88"/>
    <p:sldLayoutId id="2147483747" r:id="rId89"/>
    <p:sldLayoutId id="2147483746" r:id="rId90"/>
    <p:sldLayoutId id="2147483748" r:id="rId91"/>
    <p:sldLayoutId id="2147483765" r:id="rId92"/>
    <p:sldLayoutId id="2147483717" r:id="rId93"/>
    <p:sldLayoutId id="2147483689" r:id="rId94"/>
    <p:sldLayoutId id="2147483741" r:id="rId95"/>
    <p:sldLayoutId id="2147483740" r:id="rId96"/>
    <p:sldLayoutId id="2147483739" r:id="rId97"/>
    <p:sldLayoutId id="2147483690" r:id="rId98"/>
  </p:sldLayoutIdLst>
  <p:hf hd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1pPr>
      <a:lvl2pPr marL="216000" indent="-216000" algn="l" defTabSz="914400" rtl="0" eaLnBrk="1" latinLnBrk="0" hangingPunct="1">
        <a:lnSpc>
          <a:spcPct val="100000"/>
        </a:lnSpc>
        <a:spcBef>
          <a:spcPts val="500"/>
        </a:spcBef>
        <a:buClrTx/>
        <a:buFont typeface="Arial" panose="020B0604020202020204" pitchFamily="34" charset="0"/>
        <a:buChar char="•"/>
        <a:defRPr sz="1800" kern="1200">
          <a:solidFill>
            <a:schemeClr val="tx1"/>
          </a:solidFill>
          <a:latin typeface="+mn-lt"/>
          <a:ea typeface="+mn-ea"/>
          <a:cs typeface="+mn-cs"/>
        </a:defRPr>
      </a:lvl2pPr>
      <a:lvl3pPr marL="406800" indent="-180000" algn="l" defTabSz="914400" rtl="0" eaLnBrk="1" latinLnBrk="0" hangingPunct="1">
        <a:lnSpc>
          <a:spcPct val="100000"/>
        </a:lnSpc>
        <a:spcBef>
          <a:spcPts val="200"/>
        </a:spcBef>
        <a:buFont typeface="Arial" panose="020B0604020202020204" pitchFamily="34" charset="0"/>
        <a:buChar char="•"/>
        <a:defRPr sz="1600" kern="1200">
          <a:solidFill>
            <a:schemeClr val="tx1"/>
          </a:solidFill>
          <a:latin typeface="+mn-lt"/>
          <a:ea typeface="+mn-ea"/>
          <a:cs typeface="+mn-cs"/>
        </a:defRPr>
      </a:lvl3pPr>
      <a:lvl4pPr marL="406800" indent="-40680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4pPr>
      <a:lvl5pPr marL="0" indent="0" algn="l" defTabSz="914400" rtl="0" eaLnBrk="1" latinLnBrk="0" hangingPunct="1">
        <a:lnSpc>
          <a:spcPct val="90000"/>
        </a:lnSpc>
        <a:spcBef>
          <a:spcPts val="14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8" orient="horz" pos="2132" userDrawn="1">
          <p15:clr>
            <a:srgbClr val="F26B43"/>
          </p15:clr>
        </p15:guide>
        <p15:guide id="39" pos="3812" userDrawn="1">
          <p15:clr>
            <a:srgbClr val="F26B43"/>
          </p15:clr>
        </p15:guide>
        <p15:guide id="40" orient="horz" pos="176" userDrawn="1">
          <p15:clr>
            <a:srgbClr val="F26B43"/>
          </p15:clr>
        </p15:guide>
        <p15:guide id="41" orient="horz" pos="743" userDrawn="1">
          <p15:clr>
            <a:srgbClr val="F26B43"/>
          </p15:clr>
        </p15:guide>
        <p15:guide id="42" pos="155" userDrawn="1">
          <p15:clr>
            <a:srgbClr val="F26B43"/>
          </p15:clr>
        </p15:guide>
        <p15:guide id="43" orient="horz" pos="828" userDrawn="1">
          <p15:clr>
            <a:srgbClr val="F26B43"/>
          </p15:clr>
        </p15:guide>
        <p15:guide id="44" orient="horz" pos="1395" userDrawn="1">
          <p15:clr>
            <a:srgbClr val="F26B43"/>
          </p15:clr>
        </p15:guide>
        <p15:guide id="45" orient="horz" pos="1480" userDrawn="1">
          <p15:clr>
            <a:srgbClr val="F26B43"/>
          </p15:clr>
        </p15:guide>
        <p15:guide id="46" orient="horz" pos="2047" userDrawn="1">
          <p15:clr>
            <a:srgbClr val="F26B43"/>
          </p15:clr>
        </p15:guide>
        <p15:guide id="47" orient="horz" pos="2699" userDrawn="1">
          <p15:clr>
            <a:srgbClr val="F26B43"/>
          </p15:clr>
        </p15:guide>
        <p15:guide id="48" orient="horz" pos="2784" userDrawn="1">
          <p15:clr>
            <a:srgbClr val="F26B43"/>
          </p15:clr>
        </p15:guide>
        <p15:guide id="49" orient="horz" pos="3351" userDrawn="1">
          <p15:clr>
            <a:srgbClr val="F26B43"/>
          </p15:clr>
        </p15:guide>
        <p15:guide id="50" orient="horz" pos="3436" userDrawn="1">
          <p15:clr>
            <a:srgbClr val="F26B43"/>
          </p15:clr>
        </p15:guide>
        <p15:guide id="51" orient="horz" pos="4003" userDrawn="1">
          <p15:clr>
            <a:srgbClr val="F26B43"/>
          </p15:clr>
        </p15:guide>
        <p15:guide id="52" orient="horz" pos="4144" userDrawn="1">
          <p15:clr>
            <a:srgbClr val="F26B43"/>
          </p15:clr>
        </p15:guide>
        <p15:guide id="53" pos="7525" userDrawn="1">
          <p15:clr>
            <a:srgbClr val="F26B43"/>
          </p15:clr>
        </p15:guide>
        <p15:guide id="54" pos="697" userDrawn="1">
          <p15:clr>
            <a:srgbClr val="F26B43"/>
          </p15:clr>
        </p15:guide>
        <p15:guide id="55" pos="779" userDrawn="1">
          <p15:clr>
            <a:srgbClr val="F26B43"/>
          </p15:clr>
        </p15:guide>
        <p15:guide id="56" pos="1317" userDrawn="1">
          <p15:clr>
            <a:srgbClr val="F26B43"/>
          </p15:clr>
        </p15:guide>
        <p15:guide id="57" pos="1402" userDrawn="1">
          <p15:clr>
            <a:srgbClr val="F26B43"/>
          </p15:clr>
        </p15:guide>
        <p15:guide id="58" pos="1941" userDrawn="1">
          <p15:clr>
            <a:srgbClr val="F26B43"/>
          </p15:clr>
        </p15:guide>
        <p15:guide id="59" pos="2026" userDrawn="1">
          <p15:clr>
            <a:srgbClr val="F26B43"/>
          </p15:clr>
        </p15:guide>
        <p15:guide id="60" pos="2564" userDrawn="1">
          <p15:clr>
            <a:srgbClr val="F26B43"/>
          </p15:clr>
        </p15:guide>
        <p15:guide id="61" pos="2649" userDrawn="1">
          <p15:clr>
            <a:srgbClr val="F26B43"/>
          </p15:clr>
        </p15:guide>
        <p15:guide id="62" pos="3188" userDrawn="1">
          <p15:clr>
            <a:srgbClr val="F26B43"/>
          </p15:clr>
        </p15:guide>
        <p15:guide id="63" pos="3273" userDrawn="1">
          <p15:clr>
            <a:srgbClr val="F26B43"/>
          </p15:clr>
        </p15:guide>
        <p15:guide id="64" pos="3868" userDrawn="1">
          <p15:clr>
            <a:srgbClr val="F26B43"/>
          </p15:clr>
        </p15:guide>
        <p15:guide id="65" pos="4407" userDrawn="1">
          <p15:clr>
            <a:srgbClr val="F26B43"/>
          </p15:clr>
        </p15:guide>
        <p15:guide id="66" pos="4492" userDrawn="1">
          <p15:clr>
            <a:srgbClr val="F26B43"/>
          </p15:clr>
        </p15:guide>
        <p15:guide id="67" pos="5031" userDrawn="1">
          <p15:clr>
            <a:srgbClr val="F26B43"/>
          </p15:clr>
        </p15:guide>
        <p15:guide id="68" pos="5116" userDrawn="1">
          <p15:clr>
            <a:srgbClr val="F26B43"/>
          </p15:clr>
        </p15:guide>
        <p15:guide id="69" pos="5654" userDrawn="1">
          <p15:clr>
            <a:srgbClr val="F26B43"/>
          </p15:clr>
        </p15:guide>
        <p15:guide id="70" pos="5739" userDrawn="1">
          <p15:clr>
            <a:srgbClr val="F26B43"/>
          </p15:clr>
        </p15:guide>
        <p15:guide id="71" pos="6278" userDrawn="1">
          <p15:clr>
            <a:srgbClr val="F26B43"/>
          </p15:clr>
        </p15:guide>
        <p15:guide id="72" pos="6363" userDrawn="1">
          <p15:clr>
            <a:srgbClr val="F26B43"/>
          </p15:clr>
        </p15:guide>
        <p15:guide id="73" pos="6901" userDrawn="1">
          <p15:clr>
            <a:srgbClr val="F26B43"/>
          </p15:clr>
        </p15:guide>
        <p15:guide id="74" pos="6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microsoft.com/office/2018/10/relationships/comments" Target="../comments/modernComment_7FFFFFB3_7AE49B4A.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microsoft.com/office/2018/10/relationships/comments" Target="../comments/modernComment_7FFFFFB3_7AE49B4A.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a:extLst>
              <a:ext uri="{FF2B5EF4-FFF2-40B4-BE49-F238E27FC236}">
                <a16:creationId xmlns:a16="http://schemas.microsoft.com/office/drawing/2014/main" id="{3DD6D0A5-253F-F31D-32B9-4364ED08EB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13977"/>
            <a:ext cx="2579583" cy="819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re 1">
            <a:extLst>
              <a:ext uri="{FF2B5EF4-FFF2-40B4-BE49-F238E27FC236}">
                <a16:creationId xmlns:a16="http://schemas.microsoft.com/office/drawing/2014/main" id="{971C0073-C809-3A44-8D09-D3C534C850EA}"/>
              </a:ext>
            </a:extLst>
          </p:cNvPr>
          <p:cNvSpPr>
            <a:spLocks noGrp="1"/>
          </p:cNvSpPr>
          <p:nvPr>
            <p:ph type="ctrTitle"/>
          </p:nvPr>
        </p:nvSpPr>
        <p:spPr>
          <a:xfrm>
            <a:off x="246000" y="1313999"/>
            <a:ext cx="4478400" cy="2970663"/>
          </a:xfrm>
        </p:spPr>
        <p:txBody>
          <a:bodyPr/>
          <a:lstStyle/>
          <a:p>
            <a:r>
              <a:rPr lang="fr-CA">
                <a:latin typeface="Aptos" panose="020B0004020202020204" pitchFamily="34" charset="0"/>
              </a:rPr>
              <a:t>F&amp;UM Deep-Dive </a:t>
            </a:r>
            <a:br>
              <a:rPr lang="fr-CA">
                <a:latin typeface="Aptos" panose="020B0004020202020204" pitchFamily="34" charset="0"/>
              </a:rPr>
            </a:br>
            <a:r>
              <a:rPr lang="fr-CA" sz="3200" err="1">
                <a:solidFill>
                  <a:schemeClr val="bg1">
                    <a:lumMod val="65000"/>
                  </a:schemeClr>
                </a:solidFill>
                <a:latin typeface="Aptos" panose="020B0004020202020204" pitchFamily="34" charset="0"/>
              </a:rPr>
              <a:t>with</a:t>
            </a:r>
            <a:r>
              <a:rPr lang="fr-CA" sz="3200">
                <a:solidFill>
                  <a:schemeClr val="bg1">
                    <a:lumMod val="65000"/>
                  </a:schemeClr>
                </a:solidFill>
                <a:latin typeface="Aptos" panose="020B0004020202020204" pitchFamily="34" charset="0"/>
              </a:rPr>
              <a:t> Ray</a:t>
            </a:r>
          </a:p>
        </p:txBody>
      </p:sp>
      <p:sp>
        <p:nvSpPr>
          <p:cNvPr id="3" name="Sous-titre 2">
            <a:extLst>
              <a:ext uri="{FF2B5EF4-FFF2-40B4-BE49-F238E27FC236}">
                <a16:creationId xmlns:a16="http://schemas.microsoft.com/office/drawing/2014/main" id="{52BF119A-8329-2631-986E-02C0FDDB8F52}"/>
              </a:ext>
            </a:extLst>
          </p:cNvPr>
          <p:cNvSpPr>
            <a:spLocks noGrp="1"/>
          </p:cNvSpPr>
          <p:nvPr>
            <p:ph type="subTitle" idx="1"/>
          </p:nvPr>
        </p:nvSpPr>
        <p:spPr>
          <a:xfrm>
            <a:off x="246000" y="6321670"/>
            <a:ext cx="4365000" cy="270485"/>
          </a:xfrm>
        </p:spPr>
        <p:txBody>
          <a:bodyPr vert="horz" lIns="18000" tIns="45720" rIns="0" bIns="45720" rtlCol="0" anchor="t">
            <a:noAutofit/>
          </a:bodyPr>
          <a:lstStyle/>
          <a:p>
            <a:r>
              <a:rPr lang="fr-CA" sz="1400">
                <a:latin typeface="Aptos" panose="020B0004020202020204" pitchFamily="34" charset="0"/>
              </a:rPr>
              <a:t>20 October 2026</a:t>
            </a:r>
          </a:p>
        </p:txBody>
      </p:sp>
    </p:spTree>
    <p:extLst>
      <p:ext uri="{BB962C8B-B14F-4D97-AF65-F5344CB8AC3E}">
        <p14:creationId xmlns:p14="http://schemas.microsoft.com/office/powerpoint/2010/main" val="4240701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692605-08F5-5C25-7CDF-44F97976F194}"/>
              </a:ext>
            </a:extLst>
          </p:cNvPr>
          <p:cNvSpPr>
            <a:spLocks noGrp="1"/>
          </p:cNvSpPr>
          <p:nvPr>
            <p:ph type="body" sz="quarter" idx="13"/>
          </p:nvPr>
        </p:nvSpPr>
        <p:spPr/>
        <p:txBody>
          <a:bodyPr/>
          <a:lstStyle/>
          <a:p>
            <a:r>
              <a:rPr lang="en-US"/>
              <a:t>Contents</a:t>
            </a:r>
          </a:p>
        </p:txBody>
      </p:sp>
      <p:sp>
        <p:nvSpPr>
          <p:cNvPr id="3" name="Text Placeholder 2">
            <a:extLst>
              <a:ext uri="{FF2B5EF4-FFF2-40B4-BE49-F238E27FC236}">
                <a16:creationId xmlns:a16="http://schemas.microsoft.com/office/drawing/2014/main" id="{1256E563-D751-98D1-2A8B-858B33ADC3BD}"/>
              </a:ext>
            </a:extLst>
          </p:cNvPr>
          <p:cNvSpPr>
            <a:spLocks noGrp="1"/>
          </p:cNvSpPr>
          <p:nvPr>
            <p:ph type="body" sz="quarter" idx="14"/>
          </p:nvPr>
        </p:nvSpPr>
        <p:spPr/>
        <p:txBody>
          <a:bodyPr/>
          <a:lstStyle/>
          <a:p>
            <a:r>
              <a:rPr lang="en-US"/>
              <a:t>1</a:t>
            </a:r>
          </a:p>
        </p:txBody>
      </p:sp>
      <p:sp>
        <p:nvSpPr>
          <p:cNvPr id="4" name="Text Placeholder 3">
            <a:extLst>
              <a:ext uri="{FF2B5EF4-FFF2-40B4-BE49-F238E27FC236}">
                <a16:creationId xmlns:a16="http://schemas.microsoft.com/office/drawing/2014/main" id="{25DDB6A8-1E2B-B98C-AADB-B25A5D6B9363}"/>
              </a:ext>
            </a:extLst>
          </p:cNvPr>
          <p:cNvSpPr>
            <a:spLocks noGrp="1"/>
          </p:cNvSpPr>
          <p:nvPr>
            <p:ph type="body" sz="quarter" idx="16"/>
          </p:nvPr>
        </p:nvSpPr>
        <p:spPr/>
        <p:txBody>
          <a:bodyPr vert="horz" lIns="0" tIns="72000" rIns="0" bIns="0" rtlCol="0" anchor="t">
            <a:noAutofit/>
          </a:bodyPr>
          <a:lstStyle/>
          <a:p>
            <a:r>
              <a:rPr lang="en-US"/>
              <a:t>Where we are and what is ahead</a:t>
            </a:r>
            <a:endParaRPr lang="en-US">
              <a:cs typeface="Arial"/>
            </a:endParaRPr>
          </a:p>
        </p:txBody>
      </p:sp>
      <p:sp>
        <p:nvSpPr>
          <p:cNvPr id="9" name="Text Placeholder 8">
            <a:extLst>
              <a:ext uri="{FF2B5EF4-FFF2-40B4-BE49-F238E27FC236}">
                <a16:creationId xmlns:a16="http://schemas.microsoft.com/office/drawing/2014/main" id="{EE59749C-2672-ECF2-4AE8-877FE1C2CA7C}"/>
              </a:ext>
            </a:extLst>
          </p:cNvPr>
          <p:cNvSpPr>
            <a:spLocks noGrp="1"/>
          </p:cNvSpPr>
          <p:nvPr>
            <p:ph type="body" sz="quarter" idx="26"/>
          </p:nvPr>
        </p:nvSpPr>
        <p:spPr>
          <a:xfrm>
            <a:off x="4205288" y="777480"/>
            <a:ext cx="7740650" cy="468000"/>
          </a:xfrm>
        </p:spPr>
        <p:txBody>
          <a:bodyPr/>
          <a:lstStyle/>
          <a:p>
            <a:r>
              <a:rPr lang="en-US"/>
              <a:t>2</a:t>
            </a:r>
          </a:p>
        </p:txBody>
      </p:sp>
      <p:sp>
        <p:nvSpPr>
          <p:cNvPr id="10" name="Text Placeholder 9">
            <a:extLst>
              <a:ext uri="{FF2B5EF4-FFF2-40B4-BE49-F238E27FC236}">
                <a16:creationId xmlns:a16="http://schemas.microsoft.com/office/drawing/2014/main" id="{BA2B3850-0977-2E1B-571B-CDDEAA034606}"/>
              </a:ext>
            </a:extLst>
          </p:cNvPr>
          <p:cNvSpPr>
            <a:spLocks noGrp="1"/>
          </p:cNvSpPr>
          <p:nvPr>
            <p:ph type="body" sz="quarter" idx="28"/>
          </p:nvPr>
        </p:nvSpPr>
        <p:spPr>
          <a:xfrm>
            <a:off x="5195888" y="777480"/>
            <a:ext cx="6750050" cy="468000"/>
          </a:xfrm>
        </p:spPr>
        <p:txBody>
          <a:bodyPr vert="horz" lIns="0" tIns="72000" rIns="0" bIns="0" rtlCol="0" anchor="t">
            <a:noAutofit/>
          </a:bodyPr>
          <a:lstStyle/>
          <a:p>
            <a:r>
              <a:rPr lang="en-US"/>
              <a:t>Unified Access Request Management</a:t>
            </a:r>
          </a:p>
        </p:txBody>
      </p:sp>
      <p:sp>
        <p:nvSpPr>
          <p:cNvPr id="27" name="Footer Placeholder 26">
            <a:extLst>
              <a:ext uri="{FF2B5EF4-FFF2-40B4-BE49-F238E27FC236}">
                <a16:creationId xmlns:a16="http://schemas.microsoft.com/office/drawing/2014/main" id="{46E6D1CC-5303-D80A-9FE7-34CEF9947AF7}"/>
              </a:ext>
            </a:extLst>
          </p:cNvPr>
          <p:cNvSpPr>
            <a:spLocks noGrp="1"/>
          </p:cNvSpPr>
          <p:nvPr>
            <p:ph type="ftr" sz="quarter" idx="62"/>
          </p:nvPr>
        </p:nvSpPr>
        <p:spPr/>
        <p:txBody>
          <a:bodyPr/>
          <a:lstStyle/>
          <a:p>
            <a:endParaRPr lang="en-CA"/>
          </a:p>
        </p:txBody>
      </p:sp>
      <p:sp>
        <p:nvSpPr>
          <p:cNvPr id="28" name="Slide Number Placeholder 27">
            <a:extLst>
              <a:ext uri="{FF2B5EF4-FFF2-40B4-BE49-F238E27FC236}">
                <a16:creationId xmlns:a16="http://schemas.microsoft.com/office/drawing/2014/main" id="{66C502D4-3A60-F818-0802-297173638047}"/>
              </a:ext>
            </a:extLst>
          </p:cNvPr>
          <p:cNvSpPr>
            <a:spLocks noGrp="1"/>
          </p:cNvSpPr>
          <p:nvPr>
            <p:ph type="sldNum" sz="quarter" idx="63"/>
          </p:nvPr>
        </p:nvSpPr>
        <p:spPr/>
        <p:txBody>
          <a:bodyPr/>
          <a:lstStyle/>
          <a:p>
            <a:fld id="{21DAE3DD-E46F-48E2-BAED-1C2B457B4828}" type="slidenum">
              <a:rPr lang="en-CA" smtClean="0"/>
              <a:pPr/>
              <a:t>2</a:t>
            </a:fld>
            <a:endParaRPr lang="en-CA"/>
          </a:p>
        </p:txBody>
      </p:sp>
      <p:sp>
        <p:nvSpPr>
          <p:cNvPr id="35" name="Text Placeholder 8">
            <a:extLst>
              <a:ext uri="{FF2B5EF4-FFF2-40B4-BE49-F238E27FC236}">
                <a16:creationId xmlns:a16="http://schemas.microsoft.com/office/drawing/2014/main" id="{9AA330EB-3B0A-A928-5836-E17392E20EF3}"/>
              </a:ext>
            </a:extLst>
          </p:cNvPr>
          <p:cNvSpPr txBox="1">
            <a:spLocks/>
          </p:cNvSpPr>
          <p:nvPr/>
        </p:nvSpPr>
        <p:spPr>
          <a:xfrm>
            <a:off x="4204576" y="1297066"/>
            <a:ext cx="7740650" cy="468000"/>
          </a:xfrm>
          <a:prstGeom prst="rect">
            <a:avLst/>
          </a:prstGeom>
          <a:solidFill>
            <a:schemeClr val="bg1"/>
          </a:solidFill>
          <a:effectLst>
            <a:innerShdw dist="6350" dir="16200000">
              <a:prstClr val="black"/>
            </a:innerShdw>
          </a:effectLst>
        </p:spPr>
        <p:txBody>
          <a:bodyPr vert="horz" lIns="0" tIns="45720" rIns="0" bIns="45720" rtlCol="0">
            <a:noAutofit/>
          </a:bodyPr>
          <a:lstStyle>
            <a:lvl1pPr marL="0" indent="0" algn="l" defTabSz="914400" rtl="0" eaLnBrk="1" latinLnBrk="0" hangingPunct="1">
              <a:lnSpc>
                <a:spcPct val="100000"/>
              </a:lnSpc>
              <a:spcBef>
                <a:spcPts val="0"/>
              </a:spcBef>
              <a:buFont typeface="Arial" panose="020B0604020202020204" pitchFamily="34" charset="0"/>
              <a:buChar char="​"/>
              <a:defRPr sz="1200" kern="1200">
                <a:solidFill>
                  <a:schemeClr val="tx1"/>
                </a:solidFill>
                <a:latin typeface="+mn-lt"/>
                <a:ea typeface="+mn-ea"/>
                <a:cs typeface="+mn-cs"/>
              </a:defRPr>
            </a:lvl1pPr>
            <a:lvl2pPr marL="216000" indent="-216000" algn="l" defTabSz="914400" rtl="0" eaLnBrk="1" latinLnBrk="0" hangingPunct="1">
              <a:lnSpc>
                <a:spcPct val="100000"/>
              </a:lnSpc>
              <a:spcBef>
                <a:spcPts val="500"/>
              </a:spcBef>
              <a:buClrTx/>
              <a:buFont typeface="Arial" panose="020B0604020202020204" pitchFamily="34" charset="0"/>
              <a:buChar char="•"/>
              <a:defRPr sz="1800" kern="1200">
                <a:solidFill>
                  <a:schemeClr val="tx1"/>
                </a:solidFill>
                <a:latin typeface="+mn-lt"/>
                <a:ea typeface="+mn-ea"/>
                <a:cs typeface="+mn-cs"/>
              </a:defRPr>
            </a:lvl2pPr>
            <a:lvl3pPr marL="406800" indent="-180000" algn="l" defTabSz="914400" rtl="0" eaLnBrk="1" latinLnBrk="0" hangingPunct="1">
              <a:lnSpc>
                <a:spcPct val="100000"/>
              </a:lnSpc>
              <a:spcBef>
                <a:spcPts val="200"/>
              </a:spcBef>
              <a:buFont typeface="Arial" panose="020B0604020202020204" pitchFamily="34" charset="0"/>
              <a:buChar char="•"/>
              <a:defRPr sz="1600" kern="1200">
                <a:solidFill>
                  <a:schemeClr val="tx1"/>
                </a:solidFill>
                <a:latin typeface="+mn-lt"/>
                <a:ea typeface="+mn-ea"/>
                <a:cs typeface="+mn-cs"/>
              </a:defRPr>
            </a:lvl3pPr>
            <a:lvl4pPr marL="406800" indent="-40680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4pPr>
            <a:lvl5pPr marL="0" indent="0" algn="l" defTabSz="914400" rtl="0" eaLnBrk="1" latinLnBrk="0" hangingPunct="1">
              <a:lnSpc>
                <a:spcPct val="90000"/>
              </a:lnSpc>
              <a:spcBef>
                <a:spcPts val="14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p>
        </p:txBody>
      </p:sp>
      <p:sp>
        <p:nvSpPr>
          <p:cNvPr id="36" name="Text Placeholder 9">
            <a:extLst>
              <a:ext uri="{FF2B5EF4-FFF2-40B4-BE49-F238E27FC236}">
                <a16:creationId xmlns:a16="http://schemas.microsoft.com/office/drawing/2014/main" id="{36ED9EE3-13FB-AACB-B72F-3B45939F6BDE}"/>
              </a:ext>
            </a:extLst>
          </p:cNvPr>
          <p:cNvSpPr txBox="1">
            <a:spLocks/>
          </p:cNvSpPr>
          <p:nvPr/>
        </p:nvSpPr>
        <p:spPr>
          <a:xfrm>
            <a:off x="5195176" y="1297066"/>
            <a:ext cx="6750050" cy="468000"/>
          </a:xfrm>
          <a:prstGeom prst="rect">
            <a:avLst/>
          </a:prstGeom>
          <a:noFill/>
          <a:effectLst/>
        </p:spPr>
        <p:txBody>
          <a:bodyPr vert="horz" lIns="0" tIns="72000" rIns="0" bIns="0" rtlCol="0">
            <a:noAutofit/>
          </a:bodyPr>
          <a:lstStyle>
            <a:lvl1pPr marL="0" indent="0" algn="l" defTabSz="914400" rtl="0" eaLnBrk="1" latinLnBrk="0" hangingPunct="1">
              <a:lnSpc>
                <a:spcPct val="85000"/>
              </a:lnSpc>
              <a:spcBef>
                <a:spcPts val="0"/>
              </a:spcBef>
              <a:buFont typeface="Arial" panose="020B0604020202020204" pitchFamily="34" charset="0"/>
              <a:buChar char="​"/>
              <a:defRPr sz="3000" kern="1200">
                <a:solidFill>
                  <a:schemeClr val="tx1"/>
                </a:solidFill>
                <a:latin typeface="+mn-lt"/>
                <a:ea typeface="+mn-ea"/>
                <a:cs typeface="+mn-cs"/>
              </a:defRPr>
            </a:lvl1pPr>
            <a:lvl2pPr marL="216000" indent="-216000" algn="l" defTabSz="914400" rtl="0" eaLnBrk="1" latinLnBrk="0" hangingPunct="1">
              <a:lnSpc>
                <a:spcPct val="100000"/>
              </a:lnSpc>
              <a:spcBef>
                <a:spcPts val="500"/>
              </a:spcBef>
              <a:buClrTx/>
              <a:buFont typeface="Arial" panose="020B0604020202020204" pitchFamily="34" charset="0"/>
              <a:buChar char="•"/>
              <a:defRPr sz="1800" kern="1200">
                <a:solidFill>
                  <a:schemeClr val="tx1"/>
                </a:solidFill>
                <a:latin typeface="+mn-lt"/>
                <a:ea typeface="+mn-ea"/>
                <a:cs typeface="+mn-cs"/>
              </a:defRPr>
            </a:lvl2pPr>
            <a:lvl3pPr marL="406800" indent="-180000" algn="l" defTabSz="914400" rtl="0" eaLnBrk="1" latinLnBrk="0" hangingPunct="1">
              <a:lnSpc>
                <a:spcPct val="100000"/>
              </a:lnSpc>
              <a:spcBef>
                <a:spcPts val="200"/>
              </a:spcBef>
              <a:buFont typeface="Arial" panose="020B0604020202020204" pitchFamily="34" charset="0"/>
              <a:buChar char="•"/>
              <a:defRPr sz="1600" kern="1200">
                <a:solidFill>
                  <a:schemeClr val="tx1"/>
                </a:solidFill>
                <a:latin typeface="+mn-lt"/>
                <a:ea typeface="+mn-ea"/>
                <a:cs typeface="+mn-cs"/>
              </a:defRPr>
            </a:lvl3pPr>
            <a:lvl4pPr marL="406800" indent="-40680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4pPr>
            <a:lvl5pPr marL="0" indent="0" algn="l" defTabSz="914400" rtl="0" eaLnBrk="1" latinLnBrk="0" hangingPunct="1">
              <a:lnSpc>
                <a:spcPct val="90000"/>
              </a:lnSpc>
              <a:spcBef>
                <a:spcPts val="14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Multi-Firm: parent firms &amp; sub-advisors</a:t>
            </a:r>
          </a:p>
        </p:txBody>
      </p:sp>
      <p:sp>
        <p:nvSpPr>
          <p:cNvPr id="16" name="Text Placeholder 8">
            <a:extLst>
              <a:ext uri="{FF2B5EF4-FFF2-40B4-BE49-F238E27FC236}">
                <a16:creationId xmlns:a16="http://schemas.microsoft.com/office/drawing/2014/main" id="{1A8A65AB-95DB-0FB5-D5B6-5080AF8B8097}"/>
              </a:ext>
            </a:extLst>
          </p:cNvPr>
          <p:cNvSpPr txBox="1">
            <a:spLocks/>
          </p:cNvSpPr>
          <p:nvPr/>
        </p:nvSpPr>
        <p:spPr>
          <a:xfrm>
            <a:off x="4204576" y="1816652"/>
            <a:ext cx="7740650" cy="468000"/>
          </a:xfrm>
          <a:prstGeom prst="rect">
            <a:avLst/>
          </a:prstGeom>
          <a:solidFill>
            <a:schemeClr val="bg1"/>
          </a:solidFill>
          <a:effectLst>
            <a:innerShdw dist="6350" dir="16200000">
              <a:prstClr val="black"/>
            </a:innerShdw>
          </a:effectLst>
        </p:spPr>
        <p:txBody>
          <a:bodyPr vert="horz" lIns="0" tIns="45720" rIns="0" bIns="45720" rtlCol="0">
            <a:noAutofit/>
          </a:bodyPr>
          <a:lstStyle>
            <a:lvl1pPr marL="0" indent="0" algn="l" defTabSz="914400" rtl="0" eaLnBrk="1" latinLnBrk="0" hangingPunct="1">
              <a:lnSpc>
                <a:spcPct val="100000"/>
              </a:lnSpc>
              <a:spcBef>
                <a:spcPts val="0"/>
              </a:spcBef>
              <a:buFont typeface="Arial" panose="020B0604020202020204" pitchFamily="34" charset="0"/>
              <a:buChar char="​"/>
              <a:defRPr sz="1200" kern="1200">
                <a:solidFill>
                  <a:schemeClr val="tx1"/>
                </a:solidFill>
                <a:latin typeface="+mn-lt"/>
                <a:ea typeface="+mn-ea"/>
                <a:cs typeface="+mn-cs"/>
              </a:defRPr>
            </a:lvl1pPr>
            <a:lvl2pPr marL="216000" indent="-216000" algn="l" defTabSz="914400" rtl="0" eaLnBrk="1" latinLnBrk="0" hangingPunct="1">
              <a:lnSpc>
                <a:spcPct val="100000"/>
              </a:lnSpc>
              <a:spcBef>
                <a:spcPts val="500"/>
              </a:spcBef>
              <a:buClrTx/>
              <a:buFont typeface="Arial" panose="020B0604020202020204" pitchFamily="34" charset="0"/>
              <a:buChar char="•"/>
              <a:defRPr sz="1800" kern="1200">
                <a:solidFill>
                  <a:schemeClr val="tx1"/>
                </a:solidFill>
                <a:latin typeface="+mn-lt"/>
                <a:ea typeface="+mn-ea"/>
                <a:cs typeface="+mn-cs"/>
              </a:defRPr>
            </a:lvl2pPr>
            <a:lvl3pPr marL="406800" indent="-180000" algn="l" defTabSz="914400" rtl="0" eaLnBrk="1" latinLnBrk="0" hangingPunct="1">
              <a:lnSpc>
                <a:spcPct val="100000"/>
              </a:lnSpc>
              <a:spcBef>
                <a:spcPts val="200"/>
              </a:spcBef>
              <a:buFont typeface="Arial" panose="020B0604020202020204" pitchFamily="34" charset="0"/>
              <a:buChar char="•"/>
              <a:defRPr sz="1600" kern="1200">
                <a:solidFill>
                  <a:schemeClr val="tx1"/>
                </a:solidFill>
                <a:latin typeface="+mn-lt"/>
                <a:ea typeface="+mn-ea"/>
                <a:cs typeface="+mn-cs"/>
              </a:defRPr>
            </a:lvl3pPr>
            <a:lvl4pPr marL="406800" indent="-40680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4pPr>
            <a:lvl5pPr marL="0" indent="0" algn="l" defTabSz="914400" rtl="0" eaLnBrk="1" latinLnBrk="0" hangingPunct="1">
              <a:lnSpc>
                <a:spcPct val="90000"/>
              </a:lnSpc>
              <a:spcBef>
                <a:spcPts val="14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p>
        </p:txBody>
      </p:sp>
      <p:sp>
        <p:nvSpPr>
          <p:cNvPr id="17" name="Text Placeholder 9">
            <a:extLst>
              <a:ext uri="{FF2B5EF4-FFF2-40B4-BE49-F238E27FC236}">
                <a16:creationId xmlns:a16="http://schemas.microsoft.com/office/drawing/2014/main" id="{CB6BA116-E2AF-9C75-0710-F8A400315D59}"/>
              </a:ext>
            </a:extLst>
          </p:cNvPr>
          <p:cNvSpPr txBox="1">
            <a:spLocks/>
          </p:cNvSpPr>
          <p:nvPr/>
        </p:nvSpPr>
        <p:spPr>
          <a:xfrm>
            <a:off x="5195176" y="1816652"/>
            <a:ext cx="6750050" cy="468000"/>
          </a:xfrm>
          <a:prstGeom prst="rect">
            <a:avLst/>
          </a:prstGeom>
          <a:noFill/>
          <a:effectLst/>
        </p:spPr>
        <p:txBody>
          <a:bodyPr vert="horz" lIns="0" tIns="72000" rIns="0" bIns="0" rtlCol="0">
            <a:noAutofit/>
          </a:bodyPr>
          <a:lstStyle>
            <a:lvl1pPr marL="0" indent="0" algn="l" defTabSz="914400" rtl="0" eaLnBrk="1" latinLnBrk="0" hangingPunct="1">
              <a:lnSpc>
                <a:spcPct val="85000"/>
              </a:lnSpc>
              <a:spcBef>
                <a:spcPts val="0"/>
              </a:spcBef>
              <a:buFont typeface="Arial" panose="020B0604020202020204" pitchFamily="34" charset="0"/>
              <a:buChar char="​"/>
              <a:defRPr sz="3000" kern="1200">
                <a:solidFill>
                  <a:schemeClr val="tx1"/>
                </a:solidFill>
                <a:latin typeface="+mn-lt"/>
                <a:ea typeface="+mn-ea"/>
                <a:cs typeface="+mn-cs"/>
              </a:defRPr>
            </a:lvl1pPr>
            <a:lvl2pPr marL="216000" indent="-216000" algn="l" defTabSz="914400" rtl="0" eaLnBrk="1" latinLnBrk="0" hangingPunct="1">
              <a:lnSpc>
                <a:spcPct val="100000"/>
              </a:lnSpc>
              <a:spcBef>
                <a:spcPts val="500"/>
              </a:spcBef>
              <a:buClrTx/>
              <a:buFont typeface="Arial" panose="020B0604020202020204" pitchFamily="34" charset="0"/>
              <a:buChar char="•"/>
              <a:defRPr sz="1800" kern="1200">
                <a:solidFill>
                  <a:schemeClr val="tx1"/>
                </a:solidFill>
                <a:latin typeface="+mn-lt"/>
                <a:ea typeface="+mn-ea"/>
                <a:cs typeface="+mn-cs"/>
              </a:defRPr>
            </a:lvl2pPr>
            <a:lvl3pPr marL="406800" indent="-180000" algn="l" defTabSz="914400" rtl="0" eaLnBrk="1" latinLnBrk="0" hangingPunct="1">
              <a:lnSpc>
                <a:spcPct val="100000"/>
              </a:lnSpc>
              <a:spcBef>
                <a:spcPts val="200"/>
              </a:spcBef>
              <a:buFont typeface="Arial" panose="020B0604020202020204" pitchFamily="34" charset="0"/>
              <a:buChar char="•"/>
              <a:defRPr sz="1600" kern="1200">
                <a:solidFill>
                  <a:schemeClr val="tx1"/>
                </a:solidFill>
                <a:latin typeface="+mn-lt"/>
                <a:ea typeface="+mn-ea"/>
                <a:cs typeface="+mn-cs"/>
              </a:defRPr>
            </a:lvl3pPr>
            <a:lvl4pPr marL="406800" indent="-40680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4pPr>
            <a:lvl5pPr marL="0" indent="0" algn="l" defTabSz="914400" rtl="0" eaLnBrk="1" latinLnBrk="0" hangingPunct="1">
              <a:lnSpc>
                <a:spcPct val="90000"/>
              </a:lnSpc>
              <a:spcBef>
                <a:spcPts val="14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Self-serve User Management</a:t>
            </a:r>
          </a:p>
        </p:txBody>
      </p:sp>
      <p:sp>
        <p:nvSpPr>
          <p:cNvPr id="108" name="Text Placeholder 8">
            <a:extLst>
              <a:ext uri="{FF2B5EF4-FFF2-40B4-BE49-F238E27FC236}">
                <a16:creationId xmlns:a16="http://schemas.microsoft.com/office/drawing/2014/main" id="{1A8A65AB-95DB-0FB5-D5B6-5080AF8B8097}"/>
              </a:ext>
            </a:extLst>
          </p:cNvPr>
          <p:cNvSpPr txBox="1">
            <a:spLocks/>
          </p:cNvSpPr>
          <p:nvPr/>
        </p:nvSpPr>
        <p:spPr>
          <a:xfrm>
            <a:off x="4204576" y="2315132"/>
            <a:ext cx="7740650" cy="468000"/>
          </a:xfrm>
          <a:prstGeom prst="rect">
            <a:avLst/>
          </a:prstGeom>
          <a:solidFill>
            <a:schemeClr val="bg1"/>
          </a:solidFill>
          <a:effectLst>
            <a:innerShdw dist="6350" dir="16200000">
              <a:prstClr val="black"/>
            </a:innerShdw>
          </a:effectLst>
        </p:spPr>
        <p:txBody>
          <a:bodyPr vert="horz" lIns="0" tIns="45720" rIns="0" bIns="45720" rtlCol="0">
            <a:noAutofit/>
          </a:bodyPr>
          <a:lstStyle>
            <a:lvl1pPr marL="0" indent="0" algn="l" defTabSz="914400" rtl="0" eaLnBrk="1" latinLnBrk="0" hangingPunct="1">
              <a:lnSpc>
                <a:spcPct val="100000"/>
              </a:lnSpc>
              <a:spcBef>
                <a:spcPts val="0"/>
              </a:spcBef>
              <a:buFont typeface="Arial" panose="020B0604020202020204" pitchFamily="34" charset="0"/>
              <a:buChar char="​"/>
              <a:defRPr sz="1200" kern="1200">
                <a:solidFill>
                  <a:schemeClr val="tx1"/>
                </a:solidFill>
                <a:latin typeface="+mn-lt"/>
                <a:ea typeface="+mn-ea"/>
                <a:cs typeface="+mn-cs"/>
              </a:defRPr>
            </a:lvl1pPr>
            <a:lvl2pPr marL="216000" indent="-216000" algn="l" defTabSz="914400" rtl="0" eaLnBrk="1" latinLnBrk="0" hangingPunct="1">
              <a:lnSpc>
                <a:spcPct val="100000"/>
              </a:lnSpc>
              <a:spcBef>
                <a:spcPts val="500"/>
              </a:spcBef>
              <a:buClrTx/>
              <a:buFont typeface="Arial" panose="020B0604020202020204" pitchFamily="34" charset="0"/>
              <a:buChar char="•"/>
              <a:defRPr sz="1800" kern="1200">
                <a:solidFill>
                  <a:schemeClr val="tx1"/>
                </a:solidFill>
                <a:latin typeface="+mn-lt"/>
                <a:ea typeface="+mn-ea"/>
                <a:cs typeface="+mn-cs"/>
              </a:defRPr>
            </a:lvl2pPr>
            <a:lvl3pPr marL="406800" indent="-180000" algn="l" defTabSz="914400" rtl="0" eaLnBrk="1" latinLnBrk="0" hangingPunct="1">
              <a:lnSpc>
                <a:spcPct val="100000"/>
              </a:lnSpc>
              <a:spcBef>
                <a:spcPts val="200"/>
              </a:spcBef>
              <a:buFont typeface="Arial" panose="020B0604020202020204" pitchFamily="34" charset="0"/>
              <a:buChar char="•"/>
              <a:defRPr sz="1600" kern="1200">
                <a:solidFill>
                  <a:schemeClr val="tx1"/>
                </a:solidFill>
                <a:latin typeface="+mn-lt"/>
                <a:ea typeface="+mn-ea"/>
                <a:cs typeface="+mn-cs"/>
              </a:defRPr>
            </a:lvl3pPr>
            <a:lvl4pPr marL="406800" indent="-40680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4pPr>
            <a:lvl5pPr marL="0" indent="0" algn="l" defTabSz="914400" rtl="0" eaLnBrk="1" latinLnBrk="0" hangingPunct="1">
              <a:lnSpc>
                <a:spcPct val="90000"/>
              </a:lnSpc>
              <a:spcBef>
                <a:spcPts val="14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p>
        </p:txBody>
      </p:sp>
      <p:sp>
        <p:nvSpPr>
          <p:cNvPr id="109" name="Text Placeholder 9">
            <a:extLst>
              <a:ext uri="{FF2B5EF4-FFF2-40B4-BE49-F238E27FC236}">
                <a16:creationId xmlns:a16="http://schemas.microsoft.com/office/drawing/2014/main" id="{CB6BA116-E2AF-9C75-0710-F8A400315D59}"/>
              </a:ext>
            </a:extLst>
          </p:cNvPr>
          <p:cNvSpPr txBox="1">
            <a:spLocks/>
          </p:cNvSpPr>
          <p:nvPr/>
        </p:nvSpPr>
        <p:spPr>
          <a:xfrm>
            <a:off x="5195176" y="2315132"/>
            <a:ext cx="6750050" cy="468000"/>
          </a:xfrm>
          <a:prstGeom prst="rect">
            <a:avLst/>
          </a:prstGeom>
          <a:noFill/>
          <a:effectLst/>
        </p:spPr>
        <p:txBody>
          <a:bodyPr vert="horz" lIns="0" tIns="72000" rIns="0" bIns="0" rtlCol="0">
            <a:noAutofit/>
          </a:bodyPr>
          <a:lstStyle>
            <a:lvl1pPr marL="0" indent="0" algn="l" defTabSz="914400" rtl="0" eaLnBrk="1" latinLnBrk="0" hangingPunct="1">
              <a:lnSpc>
                <a:spcPct val="85000"/>
              </a:lnSpc>
              <a:spcBef>
                <a:spcPts val="0"/>
              </a:spcBef>
              <a:buFont typeface="Arial" panose="020B0604020202020204" pitchFamily="34" charset="0"/>
              <a:buChar char="​"/>
              <a:defRPr sz="3000" kern="1200">
                <a:solidFill>
                  <a:schemeClr val="tx1"/>
                </a:solidFill>
                <a:latin typeface="+mn-lt"/>
                <a:ea typeface="+mn-ea"/>
                <a:cs typeface="+mn-cs"/>
              </a:defRPr>
            </a:lvl1pPr>
            <a:lvl2pPr marL="216000" indent="-216000" algn="l" defTabSz="914400" rtl="0" eaLnBrk="1" latinLnBrk="0" hangingPunct="1">
              <a:lnSpc>
                <a:spcPct val="100000"/>
              </a:lnSpc>
              <a:spcBef>
                <a:spcPts val="500"/>
              </a:spcBef>
              <a:buClrTx/>
              <a:buFont typeface="Arial" panose="020B0604020202020204" pitchFamily="34" charset="0"/>
              <a:buChar char="•"/>
              <a:defRPr sz="1800" kern="1200">
                <a:solidFill>
                  <a:schemeClr val="tx1"/>
                </a:solidFill>
                <a:latin typeface="+mn-lt"/>
                <a:ea typeface="+mn-ea"/>
                <a:cs typeface="+mn-cs"/>
              </a:defRPr>
            </a:lvl2pPr>
            <a:lvl3pPr marL="406800" indent="-180000" algn="l" defTabSz="914400" rtl="0" eaLnBrk="1" latinLnBrk="0" hangingPunct="1">
              <a:lnSpc>
                <a:spcPct val="100000"/>
              </a:lnSpc>
              <a:spcBef>
                <a:spcPts val="200"/>
              </a:spcBef>
              <a:buFont typeface="Arial" panose="020B0604020202020204" pitchFamily="34" charset="0"/>
              <a:buChar char="•"/>
              <a:defRPr sz="1600" kern="1200">
                <a:solidFill>
                  <a:schemeClr val="tx1"/>
                </a:solidFill>
                <a:latin typeface="+mn-lt"/>
                <a:ea typeface="+mn-ea"/>
                <a:cs typeface="+mn-cs"/>
              </a:defRPr>
            </a:lvl3pPr>
            <a:lvl4pPr marL="406800" indent="-40680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4pPr>
            <a:lvl5pPr marL="0" indent="0" algn="l" defTabSz="914400" rtl="0" eaLnBrk="1" latinLnBrk="0" hangingPunct="1">
              <a:lnSpc>
                <a:spcPct val="90000"/>
              </a:lnSpc>
              <a:spcBef>
                <a:spcPts val="14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Unified CX User Attestations</a:t>
            </a:r>
          </a:p>
        </p:txBody>
      </p:sp>
      <p:sp>
        <p:nvSpPr>
          <p:cNvPr id="110" name="Text Placeholder 8">
            <a:extLst>
              <a:ext uri="{FF2B5EF4-FFF2-40B4-BE49-F238E27FC236}">
                <a16:creationId xmlns:a16="http://schemas.microsoft.com/office/drawing/2014/main" id="{1A8A65AB-95DB-0FB5-D5B6-5080AF8B8097}"/>
              </a:ext>
            </a:extLst>
          </p:cNvPr>
          <p:cNvSpPr txBox="1">
            <a:spLocks/>
          </p:cNvSpPr>
          <p:nvPr/>
        </p:nvSpPr>
        <p:spPr>
          <a:xfrm>
            <a:off x="4204576" y="2813612"/>
            <a:ext cx="7740650" cy="468000"/>
          </a:xfrm>
          <a:prstGeom prst="rect">
            <a:avLst/>
          </a:prstGeom>
          <a:solidFill>
            <a:schemeClr val="bg1"/>
          </a:solidFill>
          <a:effectLst>
            <a:innerShdw dist="6350" dir="16200000">
              <a:prstClr val="black"/>
            </a:innerShdw>
          </a:effectLst>
        </p:spPr>
        <p:txBody>
          <a:bodyPr vert="horz" lIns="0" tIns="45720" rIns="0" bIns="45720" rtlCol="0">
            <a:noAutofit/>
          </a:bodyPr>
          <a:lstStyle>
            <a:lvl1pPr marL="0" indent="0" algn="l" defTabSz="914400" rtl="0" eaLnBrk="1" latinLnBrk="0" hangingPunct="1">
              <a:lnSpc>
                <a:spcPct val="100000"/>
              </a:lnSpc>
              <a:spcBef>
                <a:spcPts val="0"/>
              </a:spcBef>
              <a:buFont typeface="Arial" panose="020B0604020202020204" pitchFamily="34" charset="0"/>
              <a:buChar char="​"/>
              <a:defRPr sz="1200" kern="1200">
                <a:solidFill>
                  <a:schemeClr val="tx1"/>
                </a:solidFill>
                <a:latin typeface="+mn-lt"/>
                <a:ea typeface="+mn-ea"/>
                <a:cs typeface="+mn-cs"/>
              </a:defRPr>
            </a:lvl1pPr>
            <a:lvl2pPr marL="216000" indent="-216000" algn="l" defTabSz="914400" rtl="0" eaLnBrk="1" latinLnBrk="0" hangingPunct="1">
              <a:lnSpc>
                <a:spcPct val="100000"/>
              </a:lnSpc>
              <a:spcBef>
                <a:spcPts val="500"/>
              </a:spcBef>
              <a:buClrTx/>
              <a:buFont typeface="Arial" panose="020B0604020202020204" pitchFamily="34" charset="0"/>
              <a:buChar char="•"/>
              <a:defRPr sz="1800" kern="1200">
                <a:solidFill>
                  <a:schemeClr val="tx1"/>
                </a:solidFill>
                <a:latin typeface="+mn-lt"/>
                <a:ea typeface="+mn-ea"/>
                <a:cs typeface="+mn-cs"/>
              </a:defRPr>
            </a:lvl2pPr>
            <a:lvl3pPr marL="406800" indent="-180000" algn="l" defTabSz="914400" rtl="0" eaLnBrk="1" latinLnBrk="0" hangingPunct="1">
              <a:lnSpc>
                <a:spcPct val="100000"/>
              </a:lnSpc>
              <a:spcBef>
                <a:spcPts val="200"/>
              </a:spcBef>
              <a:buFont typeface="Arial" panose="020B0604020202020204" pitchFamily="34" charset="0"/>
              <a:buChar char="•"/>
              <a:defRPr sz="1600" kern="1200">
                <a:solidFill>
                  <a:schemeClr val="tx1"/>
                </a:solidFill>
                <a:latin typeface="+mn-lt"/>
                <a:ea typeface="+mn-ea"/>
                <a:cs typeface="+mn-cs"/>
              </a:defRPr>
            </a:lvl3pPr>
            <a:lvl4pPr marL="406800" indent="-40680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4pPr>
            <a:lvl5pPr marL="0" indent="0" algn="l" defTabSz="914400" rtl="0" eaLnBrk="1" latinLnBrk="0" hangingPunct="1">
              <a:lnSpc>
                <a:spcPct val="90000"/>
              </a:lnSpc>
              <a:spcBef>
                <a:spcPts val="14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6</a:t>
            </a:r>
          </a:p>
        </p:txBody>
      </p:sp>
      <p:sp>
        <p:nvSpPr>
          <p:cNvPr id="111" name="Text Placeholder 9">
            <a:extLst>
              <a:ext uri="{FF2B5EF4-FFF2-40B4-BE49-F238E27FC236}">
                <a16:creationId xmlns:a16="http://schemas.microsoft.com/office/drawing/2014/main" id="{CB6BA116-E2AF-9C75-0710-F8A400315D59}"/>
              </a:ext>
            </a:extLst>
          </p:cNvPr>
          <p:cNvSpPr txBox="1">
            <a:spLocks/>
          </p:cNvSpPr>
          <p:nvPr/>
        </p:nvSpPr>
        <p:spPr>
          <a:xfrm>
            <a:off x="5195176" y="2813612"/>
            <a:ext cx="6750050" cy="468000"/>
          </a:xfrm>
          <a:prstGeom prst="rect">
            <a:avLst/>
          </a:prstGeom>
          <a:noFill/>
          <a:effectLst/>
        </p:spPr>
        <p:txBody>
          <a:bodyPr vert="horz" lIns="0" tIns="72000" rIns="0" bIns="0" rtlCol="0">
            <a:noAutofit/>
          </a:bodyPr>
          <a:lstStyle>
            <a:lvl1pPr marL="0" indent="0" algn="l" defTabSz="914400" rtl="0" eaLnBrk="1" latinLnBrk="0" hangingPunct="1">
              <a:lnSpc>
                <a:spcPct val="85000"/>
              </a:lnSpc>
              <a:spcBef>
                <a:spcPts val="0"/>
              </a:spcBef>
              <a:buFont typeface="Arial" panose="020B0604020202020204" pitchFamily="34" charset="0"/>
              <a:buChar char="​"/>
              <a:defRPr sz="3000" kern="1200">
                <a:solidFill>
                  <a:schemeClr val="tx1"/>
                </a:solidFill>
                <a:latin typeface="+mn-lt"/>
                <a:ea typeface="+mn-ea"/>
                <a:cs typeface="+mn-cs"/>
              </a:defRPr>
            </a:lvl1pPr>
            <a:lvl2pPr marL="216000" indent="-216000" algn="l" defTabSz="914400" rtl="0" eaLnBrk="1" latinLnBrk="0" hangingPunct="1">
              <a:lnSpc>
                <a:spcPct val="100000"/>
              </a:lnSpc>
              <a:spcBef>
                <a:spcPts val="500"/>
              </a:spcBef>
              <a:buClrTx/>
              <a:buFont typeface="Arial" panose="020B0604020202020204" pitchFamily="34" charset="0"/>
              <a:buChar char="•"/>
              <a:defRPr sz="1800" kern="1200">
                <a:solidFill>
                  <a:schemeClr val="tx1"/>
                </a:solidFill>
                <a:latin typeface="+mn-lt"/>
                <a:ea typeface="+mn-ea"/>
                <a:cs typeface="+mn-cs"/>
              </a:defRPr>
            </a:lvl2pPr>
            <a:lvl3pPr marL="406800" indent="-180000" algn="l" defTabSz="914400" rtl="0" eaLnBrk="1" latinLnBrk="0" hangingPunct="1">
              <a:lnSpc>
                <a:spcPct val="100000"/>
              </a:lnSpc>
              <a:spcBef>
                <a:spcPts val="200"/>
              </a:spcBef>
              <a:buFont typeface="Arial" panose="020B0604020202020204" pitchFamily="34" charset="0"/>
              <a:buChar char="•"/>
              <a:defRPr sz="1600" kern="1200">
                <a:solidFill>
                  <a:schemeClr val="tx1"/>
                </a:solidFill>
                <a:latin typeface="+mn-lt"/>
                <a:ea typeface="+mn-ea"/>
                <a:cs typeface="+mn-cs"/>
              </a:defRPr>
            </a:lvl3pPr>
            <a:lvl4pPr marL="406800" indent="-406800" algn="l" defTabSz="914400" rtl="0" eaLnBrk="1" latinLnBrk="0" hangingPunct="1">
              <a:lnSpc>
                <a:spcPct val="100000"/>
              </a:lnSpc>
              <a:spcBef>
                <a:spcPts val="1000"/>
              </a:spcBef>
              <a:buFont typeface="+mj-lt"/>
              <a:buAutoNum type="arabicPeriod"/>
              <a:defRPr sz="1800" kern="1200">
                <a:solidFill>
                  <a:schemeClr val="tx1"/>
                </a:solidFill>
                <a:latin typeface="+mn-lt"/>
                <a:ea typeface="+mn-ea"/>
                <a:cs typeface="+mn-cs"/>
              </a:defRPr>
            </a:lvl4pPr>
            <a:lvl5pPr marL="0" indent="0" algn="l" defTabSz="914400" rtl="0" eaLnBrk="1" latinLnBrk="0" hangingPunct="1">
              <a:lnSpc>
                <a:spcPct val="90000"/>
              </a:lnSpc>
              <a:spcBef>
                <a:spcPts val="14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Decisions and asks</a:t>
            </a:r>
          </a:p>
        </p:txBody>
      </p:sp>
    </p:spTree>
    <p:extLst>
      <p:ext uri="{BB962C8B-B14F-4D97-AF65-F5344CB8AC3E}">
        <p14:creationId xmlns:p14="http://schemas.microsoft.com/office/powerpoint/2010/main" val="2907168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A5452-F73D-B144-B880-8F4E5785C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DE45E-D095-5644-4CA5-3D74749ADDE6}"/>
              </a:ext>
            </a:extLst>
          </p:cNvPr>
          <p:cNvSpPr>
            <a:spLocks noGrp="1"/>
          </p:cNvSpPr>
          <p:nvPr>
            <p:ph type="title"/>
          </p:nvPr>
        </p:nvSpPr>
        <p:spPr/>
        <p:txBody>
          <a:bodyPr/>
          <a:lstStyle/>
          <a:p>
            <a:r>
              <a:rPr lang="en-US"/>
              <a:t>Executive Summaries</a:t>
            </a:r>
          </a:p>
        </p:txBody>
      </p:sp>
      <p:sp>
        <p:nvSpPr>
          <p:cNvPr id="3" name="Footer Placeholder 2">
            <a:extLst>
              <a:ext uri="{FF2B5EF4-FFF2-40B4-BE49-F238E27FC236}">
                <a16:creationId xmlns:a16="http://schemas.microsoft.com/office/drawing/2014/main" id="{6F638FEC-DD54-015C-4E90-554993A4F595}"/>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51E1E58-79FB-9784-7654-79CCA648A378}"/>
              </a:ext>
            </a:extLst>
          </p:cNvPr>
          <p:cNvSpPr>
            <a:spLocks noGrp="1"/>
          </p:cNvSpPr>
          <p:nvPr>
            <p:ph type="sldNum" sz="quarter" idx="12"/>
          </p:nvPr>
        </p:nvSpPr>
        <p:spPr/>
        <p:txBody>
          <a:bodyPr/>
          <a:lstStyle/>
          <a:p>
            <a:fld id="{21DAE3DD-E46F-48E2-BAED-1C2B457B4828}" type="slidenum">
              <a:rPr lang="en-CA" smtClean="0"/>
              <a:pPr/>
              <a:t>3</a:t>
            </a:fld>
            <a:endParaRPr lang="en-CA"/>
          </a:p>
        </p:txBody>
      </p:sp>
    </p:spTree>
    <p:extLst>
      <p:ext uri="{BB962C8B-B14F-4D97-AF65-F5344CB8AC3E}">
        <p14:creationId xmlns:p14="http://schemas.microsoft.com/office/powerpoint/2010/main" val="2373404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8366A-8508-08F7-8CFE-2F71E5B25EA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4159CE-2CB7-FA41-304B-23449B88CAD3}"/>
              </a:ext>
            </a:extLst>
          </p:cNvPr>
          <p:cNvSpPr>
            <a:spLocks noGrp="1"/>
          </p:cNvSpPr>
          <p:nvPr>
            <p:ph type="body" sz="quarter" idx="13"/>
          </p:nvPr>
        </p:nvSpPr>
        <p:spPr/>
        <p:txBody>
          <a:bodyPr/>
          <a:lstStyle/>
          <a:p>
            <a:r>
              <a:rPr lang="en-US" b="1">
                <a:solidFill>
                  <a:schemeClr val="bg1">
                    <a:lumMod val="50000"/>
                  </a:schemeClr>
                </a:solidFill>
              </a:rPr>
              <a:t>F&amp;UM Deep-Dive with Ray</a:t>
            </a:r>
          </a:p>
        </p:txBody>
      </p:sp>
      <p:sp>
        <p:nvSpPr>
          <p:cNvPr id="3" name="Title 2">
            <a:extLst>
              <a:ext uri="{FF2B5EF4-FFF2-40B4-BE49-F238E27FC236}">
                <a16:creationId xmlns:a16="http://schemas.microsoft.com/office/drawing/2014/main" id="{C9F6E79E-CD2E-0EF8-C642-42CCC756DD97}"/>
              </a:ext>
            </a:extLst>
          </p:cNvPr>
          <p:cNvSpPr>
            <a:spLocks noGrp="1"/>
          </p:cNvSpPr>
          <p:nvPr>
            <p:ph type="title"/>
          </p:nvPr>
        </p:nvSpPr>
        <p:spPr>
          <a:xfrm>
            <a:off x="246064" y="414000"/>
            <a:ext cx="9601200" cy="542840"/>
          </a:xfrm>
        </p:spPr>
        <p:txBody>
          <a:bodyPr/>
          <a:lstStyle/>
          <a:p>
            <a:r>
              <a:rPr lang="en-US"/>
              <a:t>Unified Access Request Management</a:t>
            </a:r>
            <a:endParaRPr lang="en-US">
              <a:solidFill>
                <a:schemeClr val="bg1">
                  <a:lumMod val="50000"/>
                </a:schemeClr>
              </a:solidFill>
            </a:endParaRPr>
          </a:p>
        </p:txBody>
      </p:sp>
      <p:sp>
        <p:nvSpPr>
          <p:cNvPr id="5" name="Slide Number Placeholder 4">
            <a:extLst>
              <a:ext uri="{FF2B5EF4-FFF2-40B4-BE49-F238E27FC236}">
                <a16:creationId xmlns:a16="http://schemas.microsoft.com/office/drawing/2014/main" id="{0372CC49-7463-8F55-F164-A8816679E9F9}"/>
              </a:ext>
            </a:extLst>
          </p:cNvPr>
          <p:cNvSpPr>
            <a:spLocks noGrp="1"/>
          </p:cNvSpPr>
          <p:nvPr>
            <p:ph type="sldNum" sz="quarter" idx="12"/>
          </p:nvPr>
        </p:nvSpPr>
        <p:spPr/>
        <p:txBody>
          <a:bodyPr/>
          <a:lstStyle/>
          <a:p>
            <a:fld id="{21DAE3DD-E46F-48E2-BAED-1C2B457B4828}" type="slidenum">
              <a:rPr lang="en-CA" smtClean="0"/>
              <a:t>4</a:t>
            </a:fld>
            <a:endParaRPr lang="en-CA"/>
          </a:p>
        </p:txBody>
      </p:sp>
      <p:graphicFrame>
        <p:nvGraphicFramePr>
          <p:cNvPr id="12" name="Table 11">
            <a:extLst>
              <a:ext uri="{FF2B5EF4-FFF2-40B4-BE49-F238E27FC236}">
                <a16:creationId xmlns:a16="http://schemas.microsoft.com/office/drawing/2014/main" id="{40E8B1D0-143D-1778-B65A-F35FD870D353}"/>
              </a:ext>
            </a:extLst>
          </p:cNvPr>
          <p:cNvGraphicFramePr>
            <a:graphicFrameLocks noGrp="1"/>
          </p:cNvGraphicFramePr>
          <p:nvPr>
            <p:extLst>
              <p:ext uri="{D42A27DB-BD31-4B8C-83A1-F6EECF244321}">
                <p14:modId xmlns:p14="http://schemas.microsoft.com/office/powerpoint/2010/main" val="2489594629"/>
              </p:ext>
            </p:extLst>
          </p:nvPr>
        </p:nvGraphicFramePr>
        <p:xfrm>
          <a:off x="232651" y="1682496"/>
          <a:ext cx="5162310" cy="1847088"/>
        </p:xfrm>
        <a:graphic>
          <a:graphicData uri="http://schemas.openxmlformats.org/drawingml/2006/table">
            <a:tbl>
              <a:tblPr firstRow="1" bandRow="1">
                <a:tableStyleId>{72833802-FEF1-4C79-8D5D-14CF1EAF98D9}</a:tableStyleId>
              </a:tblPr>
              <a:tblGrid>
                <a:gridCol w="5162310">
                  <a:extLst>
                    <a:ext uri="{9D8B030D-6E8A-4147-A177-3AD203B41FA5}">
                      <a16:colId xmlns:a16="http://schemas.microsoft.com/office/drawing/2014/main" val="3860667342"/>
                    </a:ext>
                  </a:extLst>
                </a:gridCol>
              </a:tblGrid>
              <a:tr h="292608">
                <a:tc>
                  <a:txBody>
                    <a:bodyPr/>
                    <a:lstStyle/>
                    <a:p>
                      <a:pPr lvl="0">
                        <a:buNone/>
                      </a:pPr>
                      <a:r>
                        <a:rPr lang="en-US" sz="1200" dirty="0">
                          <a:latin typeface="Arial"/>
                        </a:rPr>
                        <a:t>Executive Summary</a:t>
                      </a:r>
                    </a:p>
                  </a:txBody>
                  <a:tcPr anchor="ctr"/>
                </a:tc>
                <a:extLst>
                  <a:ext uri="{0D108BD9-81ED-4DB2-BD59-A6C34878D82A}">
                    <a16:rowId xmlns:a16="http://schemas.microsoft.com/office/drawing/2014/main" val="908975722"/>
                  </a:ext>
                </a:extLst>
              </a:tr>
              <a:tr h="1554480">
                <a:tc>
                  <a:txBody>
                    <a:bodyPr/>
                    <a:lstStyle/>
                    <a:p>
                      <a:pPr lvl="0" marL="171450" indent="-171450">
                        <a:spcAft>
                          <a:spcPts val="250"/>
                        </a:spcAft>
                        <a:buFont typeface="Arial" panose="020B0604020202020204" pitchFamily="34" charset="0"/>
                        <a:buChar char="•"/>
                      </a:pPr>
                      <a:r>
                        <a:rPr lang="en-US" sz="950" dirty="0">
                          <a:latin typeface="Arial"/>
                        </a:rPr>
                        <a:t>Design complete: six user-flow specifications (manage integrations, features, firm users, requests, monitoring, processing) with Figma, plus a clickable prototype validated against 20 production Okta packages</a:t>
                      </a:r>
                    </a:p>
                    <a:p>
                      <a:pPr lvl="0" marL="171450" indent="-171450">
                        <a:spcAft>
                          <a:spcPts val="250"/>
                        </a:spcAft>
                        <a:buFont typeface="Arial" panose="020B0604020202020204" pitchFamily="34" charset="0"/>
                        <a:buChar char="•"/>
                      </a:pPr>
                      <a:r>
                        <a:rPr lang="en-US" sz="950" dirty="0">
                          <a:latin typeface="Arial"/>
                        </a:rPr>
                        <a:t>Feature Onboarding Plan written for engineering: P0–P3 prioritization and alpha → beta → pre-prod → prod gates; handover to the delivery team is the next step</a:t>
                      </a:r>
                    </a:p>
                    <a:p>
                      <a:pPr lvl="0" marL="171450" indent="-171450">
                        <a:spcAft>
                          <a:spcPts val="250"/>
                        </a:spcAft>
                        <a:buFont typeface="Arial" panose="020B0604020202020204" pitchFamily="34" charset="0"/>
                        <a:buChar char="•"/>
                      </a:pPr>
                      <a:r>
                        <a:rPr lang="en-US" sz="950" dirty="0">
                          <a:latin typeface="Arial"/>
                        </a:rPr>
                        <a:t>Scope trimmed to what reaches production in Q1: provisioning automation, NetRep and external apps, and case management are deferred (legacy forms stay for those)</a:t>
                      </a:r>
                    </a:p>
                    <a:p>
                      <a:pPr lvl="0" marL="171450" indent="-171450">
                        <a:spcAft>
                          <a:spcPts val="250"/>
                        </a:spcAft>
                        <a:buFont typeface="Arial" panose="020B0604020202020204" pitchFamily="34" charset="0"/>
                        <a:buChar char="•"/>
                      </a:pPr>
                      <a:r>
                        <a:rPr lang="en-US" sz="950" dirty="0">
                          <a:latin typeface="Arial"/>
                        </a:rPr>
                        <a:t>Enabler for Multi-Firm: the request form, feature registry and catalogue are what parent/child and delegated access will extend</a:t>
                      </a:r>
                    </a:p>
                  </a:txBody>
                  <a:tcPr/>
                </a:tc>
                <a:extLst>
                  <a:ext uri="{0D108BD9-81ED-4DB2-BD59-A6C34878D82A}">
                    <a16:rowId xmlns:a16="http://schemas.microsoft.com/office/drawing/2014/main" val="704698289"/>
                  </a:ext>
                </a:extLst>
              </a:tr>
            </a:tbl>
          </a:graphicData>
        </a:graphic>
      </p:graphicFrame>
      <p:graphicFrame>
        <p:nvGraphicFramePr>
          <p:cNvPr id="14" name="Table 13">
            <a:extLst>
              <a:ext uri="{FF2B5EF4-FFF2-40B4-BE49-F238E27FC236}">
                <a16:creationId xmlns:a16="http://schemas.microsoft.com/office/drawing/2014/main" id="{BCBC5A8E-28AB-2F1F-6850-BBBA21D14131}"/>
              </a:ext>
            </a:extLst>
          </p:cNvPr>
          <p:cNvGraphicFramePr>
            <a:graphicFrameLocks noGrp="1"/>
          </p:cNvGraphicFramePr>
          <p:nvPr>
            <p:extLst>
              <p:ext uri="{D42A27DB-BD31-4B8C-83A1-F6EECF244321}">
                <p14:modId xmlns:p14="http://schemas.microsoft.com/office/powerpoint/2010/main" val="2664711512"/>
              </p:ext>
            </p:extLst>
          </p:nvPr>
        </p:nvGraphicFramePr>
        <p:xfrm>
          <a:off x="5486401" y="1682496"/>
          <a:ext cx="6358485" cy="1828800"/>
        </p:xfrm>
        <a:graphic>
          <a:graphicData uri="http://schemas.openxmlformats.org/drawingml/2006/table">
            <a:tbl>
              <a:tblPr firstRow="1" bandRow="1">
                <a:tableStyleId>{72833802-FEF1-4C79-8D5D-14CF1EAF98D9}</a:tableStyleId>
              </a:tblPr>
              <a:tblGrid>
                <a:gridCol w="1371599">
                  <a:extLst>
                    <a:ext uri="{9D8B030D-6E8A-4147-A177-3AD203B41FA5}">
                      <a16:colId xmlns:a16="http://schemas.microsoft.com/office/drawing/2014/main" val="845858488"/>
                    </a:ext>
                  </a:extLst>
                </a:gridCol>
                <a:gridCol w="4986886">
                  <a:extLst>
                    <a:ext uri="{9D8B030D-6E8A-4147-A177-3AD203B41FA5}">
                      <a16:colId xmlns:a16="http://schemas.microsoft.com/office/drawing/2014/main" val="727706782"/>
                    </a:ext>
                  </a:extLst>
                </a:gridCol>
              </a:tblGrid>
              <a:tr h="292608">
                <a:tc gridSpan="2">
                  <a:txBody>
                    <a:bodyPr/>
                    <a:lstStyle/>
                    <a:p>
                      <a:pPr>
                        <a:buNone/>
                      </a:pPr>
                      <a:r>
                        <a:rPr lang="en-US" sz="1200" dirty="0">
                          <a:latin typeface="Arial"/>
                        </a:rPr>
                        <a:t>Top Three Discussion / Decision Points</a:t>
                      </a:r>
                    </a:p>
                  </a:txBody>
                  <a:tcPr anchor="ctr"/>
                </a:tc>
                <a:tc hMerge="1">
                  <a:txBody>
                    <a:bodyPr/>
                    <a:lstStyle/>
                    <a:p>
                      <a:pPr algn="ctr"/>
                      <a:endParaRPr lang="en-US" sz="1600"/>
                    </a:p>
                  </a:txBody>
                  <a:tcPr anchor="ctr"/>
                </a:tc>
                <a:extLst>
                  <a:ext uri="{0D108BD9-81ED-4DB2-BD59-A6C34878D82A}">
                    <a16:rowId xmlns:a16="http://schemas.microsoft.com/office/drawing/2014/main" val="4048482078"/>
                  </a:ext>
                </a:extLst>
              </a:tr>
              <a:tr h="512064">
                <a:tc>
                  <a:txBody>
                    <a:bodyPr/>
                    <a:lstStyle/>
                    <a:p>
                      <a:pPr marR="0" lvl="0" algn="l">
                        <a:lnSpc>
                          <a:spcPct val="100000"/>
                        </a:lnSpc>
                        <a:spcBef>
                          <a:spcPts val="0"/>
                        </a:spcBef>
                        <a:buNone/>
                      </a:pPr>
                      <a:r>
                        <a:rPr lang="en-US" sz="900" dirty="0" b="1">
                          <a:latin typeface="Arial"/>
                        </a:rPr>
                        <a:t>Scope &amp; estimation</a:t>
                      </a:r>
                    </a:p>
                  </a:txBody>
                  <a:tcPr>
                    <a:lnR w="12700" cap="flat" cmpd="sng" algn="ctr">
                      <a:solidFill>
                        <a:schemeClr val="tx1"/>
                      </a:solidFill>
                      <a:prstDash val="solid"/>
                      <a:round/>
                      <a:headEnd type="none" w="med" len="med"/>
                      <a:tailEnd type="none" w="med" len="med"/>
                    </a:lnR>
                  </a:tcPr>
                </a:tc>
                <a:tc>
                  <a:txBody>
                    <a:bodyPr/>
                    <a:lstStyle/>
                    <a:p>
                      <a:pPr algn="l">
                        <a:buClr>
                          <a:srgbClr val="000000"/>
                        </a:buClr>
                        <a:buNone/>
                      </a:pPr>
                      <a:r>
                        <a:rPr lang="en-US" sz="900" dirty="0">
                          <a:latin typeface="Arial"/>
                        </a:rPr>
                        <a:t>Engineering estimate pending. Hold v1 to P0 plus the provisioning diff and steward monitoring so build completes by end of Q1 and Multi-Firm can start in March.</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68293742"/>
                  </a:ext>
                </a:extLst>
              </a:tr>
              <a:tr h="512064">
                <a:tc>
                  <a:txBody>
                    <a:bodyPr/>
                    <a:lstStyle/>
                    <a:p>
                      <a:pPr lvl="0" algn="l">
                        <a:lnSpc>
                          <a:spcPct val="100000"/>
                        </a:lnSpc>
                        <a:spcBef>
                          <a:spcPts val="0"/>
                        </a:spcBef>
                        <a:buNone/>
                      </a:pPr>
                      <a:r>
                        <a:rPr lang="en-US" sz="900" dirty="0" b="1">
                          <a:latin typeface="Arial"/>
                        </a:rPr>
                        <a:t>Non-standard IDs</a:t>
                      </a:r>
                    </a:p>
                  </a:txBody>
                  <a:tcPr>
                    <a:lnR w="12700" cap="flat" cmpd="sng" algn="ctr">
                      <a:solidFill>
                        <a:schemeClr val="tx1"/>
                      </a:solidFill>
                      <a:prstDash val="solid"/>
                      <a:round/>
                      <a:headEnd type="none" w="med" len="med"/>
                      <a:tailEnd type="none" w="med" len="med"/>
                    </a:lnR>
                  </a:tcPr>
                </a:tc>
                <a:tc>
                  <a:txBody>
                    <a:bodyPr/>
                    <a:lstStyle/>
                    <a:p>
                      <a:pPr algn="l">
                        <a:buNone/>
                      </a:pPr>
                      <a:r>
                        <a:rPr lang="en-US" sz="900" dirty="0">
                          <a:latin typeface="Arial"/>
                        </a:rPr>
                        <a:t>About 600 of ~9,000 users (multi-firm RR codes, SZ/NetRep-only IDs) will not fit the new form. Approve the tactical path — legacy forms and tickets via Radhika and ID Admin — until Multi-Firm removes the need.</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64039503"/>
                  </a:ext>
                </a:extLst>
              </a:tr>
              <a:tr h="512064">
                <a:tc>
                  <a:txBody>
                    <a:bodyPr/>
                    <a:lstStyle/>
                    <a:p>
                      <a:pPr marR="0" lvl="0" algn="l" defTabSz="914400" rtl="0" eaLnBrk="1" fontAlgn="auto" latinLnBrk="0" hangingPunct="1">
                        <a:lnSpc>
                          <a:spcPct val="100000"/>
                        </a:lnSpc>
                        <a:spcBef>
                          <a:spcPts val="0"/>
                        </a:spcBef>
                        <a:buClrTx/>
                        <a:buSzTx/>
                        <a:buFontTx/>
                        <a:tabLst/>
                        <a:defRPr/>
                        <a:buNone/>
                      </a:pPr>
                      <a:r>
                        <a:rPr lang="en-US" sz="900" dirty="0" b="1">
                          <a:latin typeface="Arial"/>
                        </a:rPr>
                        <a:t>Client change</a:t>
                      </a:r>
                    </a:p>
                  </a:txBody>
                  <a:tcPr>
                    <a:lnR w="12700" cap="flat" cmpd="sng" algn="ctr">
                      <a:solidFill>
                        <a:schemeClr val="tx1"/>
                      </a:solidFill>
                      <a:prstDash val="solid"/>
                      <a:round/>
                      <a:headEnd type="none" w="med" len="med"/>
                      <a:tailEnd type="none" w="med" len="med"/>
                    </a:lnR>
                  </a:tcPr>
                </a:tc>
                <a:tc>
                  <a:txBody>
                    <a:bodyPr/>
                    <a:lstStyle/>
                    <a:p>
                      <a:pPr algn="l">
                        <a:buNone/>
                      </a:pPr>
                      <a:r>
                        <a:rPr lang="en-US" sz="900" dirty="0">
                          <a:latin typeface="Arial"/>
                        </a:rPr>
                        <a:t>Retire R2 myRequest, the iMOST Unified Access Form and the R2 steward portal only after adoption; announce how NetRep and external-app requests continue.</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65637357"/>
                  </a:ext>
                </a:extLst>
              </a:tr>
            </a:tbl>
          </a:graphicData>
        </a:graphic>
      </p:graphicFrame>
      <p:graphicFrame>
        <p:nvGraphicFramePr>
          <p:cNvPr id="4" name="Table 3">
            <a:extLst>
              <a:ext uri="{FF2B5EF4-FFF2-40B4-BE49-F238E27FC236}">
                <a16:creationId xmlns:a16="http://schemas.microsoft.com/office/drawing/2014/main" id="{1B0CCEC2-5096-73CE-1D15-7B512BBDDD01}"/>
              </a:ext>
            </a:extLst>
          </p:cNvPr>
          <p:cNvGraphicFramePr>
            <a:graphicFrameLocks noGrp="1"/>
          </p:cNvGraphicFramePr>
          <p:nvPr>
            <p:extLst>
              <p:ext uri="{D42A27DB-BD31-4B8C-83A1-F6EECF244321}">
                <p14:modId xmlns:p14="http://schemas.microsoft.com/office/powerpoint/2010/main" val="2386673707"/>
              </p:ext>
            </p:extLst>
          </p:nvPr>
        </p:nvGraphicFramePr>
        <p:xfrm>
          <a:off x="232651" y="3639312"/>
          <a:ext cx="2918626" cy="2798064"/>
        </p:xfrm>
        <a:graphic>
          <a:graphicData uri="http://schemas.openxmlformats.org/drawingml/2006/table">
            <a:tbl>
              <a:tblPr firstRow="1" bandRow="1">
                <a:tableStyleId>{72833802-FEF1-4C79-8D5D-14CF1EAF98D9}</a:tableStyleId>
              </a:tblPr>
              <a:tblGrid>
                <a:gridCol w="2918626">
                  <a:extLst>
                    <a:ext uri="{9D8B030D-6E8A-4147-A177-3AD203B41FA5}">
                      <a16:colId xmlns:a16="http://schemas.microsoft.com/office/drawing/2014/main" val="3373326334"/>
                    </a:ext>
                  </a:extLst>
                </a:gridCol>
              </a:tblGrid>
              <a:tr h="292608">
                <a:tc>
                  <a:txBody>
                    <a:bodyPr/>
                    <a:lstStyle/>
                    <a:p>
                      <a:pPr>
                        <a:buNone/>
                      </a:pPr>
                      <a:r>
                        <a:rPr lang="en-US" sz="1200" dirty="0">
                          <a:latin typeface="Arial"/>
                        </a:rPr>
                        <a:t>Objective(s) / Purpose(s)</a:t>
                      </a:r>
                    </a:p>
                  </a:txBody>
                  <a:tcPr anchor="ctr"/>
                </a:tc>
                <a:extLst>
                  <a:ext uri="{0D108BD9-81ED-4DB2-BD59-A6C34878D82A}">
                    <a16:rowId xmlns:a16="http://schemas.microsoft.com/office/drawing/2014/main" val="4048482078"/>
                  </a:ext>
                </a:extLst>
              </a:tr>
              <a:tr h="2505456">
                <a:tc>
                  <a:txBody>
                    <a:bodyPr/>
                    <a:lstStyle/>
                    <a:p>
                      <a:pPr lvl="0" algn="l" marL="171450" indent="-171450">
                        <a:spcAft>
                          <a:spcPts val="250"/>
                        </a:spcAft>
                        <a:lnSpc>
                          <a:spcPct val="100000"/>
                        </a:lnSpc>
                        <a:buFont typeface="Arial" panose="020B0604020202020204" pitchFamily="34" charset="0"/>
                        <a:buChar char="•"/>
                      </a:pPr>
                      <a:r>
                        <a:rPr lang="en-US" sz="1000" dirty="0">
                          <a:latin typeface="Arial"/>
                        </a:rPr>
                        <a:t>One intake in CX to create, update and deactivate access across CX, Secured Zone and R2</a:t>
                      </a:r>
                    </a:p>
                    <a:p>
                      <a:pPr lvl="0" algn="l" marL="171450" indent="-171450">
                        <a:spcAft>
                          <a:spcPts val="250"/>
                        </a:spcAft>
                        <a:lnSpc>
                          <a:spcPct val="100000"/>
                        </a:lnSpc>
                        <a:buFont typeface="Arial" panose="020B0604020202020204" pitchFamily="34" charset="0"/>
                        <a:buChar char="•"/>
                      </a:pPr>
                      <a:r>
                        <a:rPr lang="en-US" sz="1000" dirty="0">
                          <a:latin typeface="Arial"/>
                        </a:rPr>
                        <a:t>A catalogue (system → capability → feature → module) replacing the registry spreadsheet</a:t>
                      </a:r>
                    </a:p>
                    <a:p>
                      <a:pPr lvl="0" algn="l" marL="171450" indent="-171450">
                        <a:spcAft>
                          <a:spcPts val="250"/>
                        </a:spcAft>
                        <a:lnSpc>
                          <a:spcPct val="100000"/>
                        </a:lnSpc>
                        <a:buFont typeface="Arial" panose="020B0604020202020204" pitchFamily="34" charset="0"/>
                        <a:buChar char="•"/>
                      </a:pPr>
                      <a:r>
                        <a:rPr lang="en-US" sz="1000" dirty="0">
                          <a:latin typeface="Arial"/>
                        </a:rPr>
                        <a:t>ID Admin works from structured, per-system instructions within the 48-hour SLA</a:t>
                      </a:r>
                    </a:p>
                    <a:p>
                      <a:pPr lvl="0" algn="l" marL="171450" indent="-171450">
                        <a:spcAft>
                          <a:spcPts val="250"/>
                        </a:spcAft>
                        <a:lnSpc>
                          <a:spcPct val="100000"/>
                        </a:lnSpc>
                        <a:buFont typeface="Arial" panose="020B0604020202020204" pitchFamily="34" charset="0"/>
                        <a:buChar char="•"/>
                      </a:pPr>
                      <a:r>
                        <a:rPr lang="en-US" sz="1000" dirty="0">
                          <a:latin typeface="Arial"/>
                        </a:rPr>
                        <a:t>Firm security stewards see request status and their user list in CX</a:t>
                      </a:r>
                    </a:p>
                  </a:txBody>
                  <a:tcPr/>
                </a:tc>
                <a:extLst>
                  <a:ext uri="{0D108BD9-81ED-4DB2-BD59-A6C34878D82A}">
                    <a16:rowId xmlns:a16="http://schemas.microsoft.com/office/drawing/2014/main" val="3704394858"/>
                  </a:ext>
                </a:extLst>
              </a:tr>
            </a:tbl>
          </a:graphicData>
        </a:graphic>
      </p:graphicFrame>
      <p:graphicFrame>
        <p:nvGraphicFramePr>
          <p:cNvPr id="10" name="Table 9">
            <a:extLst>
              <a:ext uri="{FF2B5EF4-FFF2-40B4-BE49-F238E27FC236}">
                <a16:creationId xmlns:a16="http://schemas.microsoft.com/office/drawing/2014/main" id="{DF36B36D-1661-D9E7-DC88-F3415F5B2681}"/>
              </a:ext>
            </a:extLst>
          </p:cNvPr>
          <p:cNvGraphicFramePr>
            <a:graphicFrameLocks noGrp="1"/>
          </p:cNvGraphicFramePr>
          <p:nvPr>
            <p:extLst>
              <p:ext uri="{D42A27DB-BD31-4B8C-83A1-F6EECF244321}">
                <p14:modId xmlns:p14="http://schemas.microsoft.com/office/powerpoint/2010/main" val="3899771632"/>
              </p:ext>
            </p:extLst>
          </p:nvPr>
        </p:nvGraphicFramePr>
        <p:xfrm>
          <a:off x="3233026" y="3639312"/>
          <a:ext cx="2918626" cy="2798064"/>
        </p:xfrm>
        <a:graphic>
          <a:graphicData uri="http://schemas.openxmlformats.org/drawingml/2006/table">
            <a:tbl>
              <a:tblPr firstRow="1" bandRow="1">
                <a:tableStyleId>{72833802-FEF1-4C79-8D5D-14CF1EAF98D9}</a:tableStyleId>
              </a:tblPr>
              <a:tblGrid>
                <a:gridCol w="2918626">
                  <a:extLst>
                    <a:ext uri="{9D8B030D-6E8A-4147-A177-3AD203B41FA5}">
                      <a16:colId xmlns:a16="http://schemas.microsoft.com/office/drawing/2014/main" val="3373326334"/>
                    </a:ext>
                  </a:extLst>
                </a:gridCol>
              </a:tblGrid>
              <a:tr h="292608">
                <a:tc>
                  <a:txBody>
                    <a:bodyPr/>
                    <a:lstStyle/>
                    <a:p>
                      <a:pPr>
                        <a:buNone/>
                      </a:pPr>
                      <a:r>
                        <a:rPr lang="en-US" sz="1200" dirty="0">
                          <a:latin typeface="Arial"/>
                        </a:rPr>
                        <a:t>Benefit(s) / Problem(s) to Solve</a:t>
                      </a:r>
                    </a:p>
                  </a:txBody>
                  <a:tcPr anchor="ctr"/>
                </a:tc>
                <a:extLst>
                  <a:ext uri="{0D108BD9-81ED-4DB2-BD59-A6C34878D82A}">
                    <a16:rowId xmlns:a16="http://schemas.microsoft.com/office/drawing/2014/main" val="4048482078"/>
                  </a:ext>
                </a:extLst>
              </a:tr>
              <a:tr h="2505456">
                <a:tc>
                  <a:txBody>
                    <a:bodyPr/>
                    <a:lstStyle/>
                    <a:p>
                      <a:pPr lvl="0" marL="171450" indent="-171450">
                        <a:spcAft>
                          <a:spcPts val="250"/>
                        </a:spcAft>
                        <a:buFont typeface="Arial" panose="020B0604020202020204" pitchFamily="34" charset="0"/>
                        <a:buChar char="•"/>
                      </a:pPr>
                      <a:r>
                        <a:rPr lang="en-US" sz="1000" dirty="0">
                          <a:latin typeface="Arial"/>
                        </a:rPr>
                        <a:t>Three request channels today, free-text RR instructions, 2 days to 2 weeks to provision</a:t>
                      </a:r>
                    </a:p>
                    <a:p>
                      <a:pPr lvl="0" marL="171450" indent="-171450">
                        <a:spcAft>
                          <a:spcPts val="250"/>
                        </a:spcAft>
                        <a:buFont typeface="Arial" panose="020B0604020202020204" pitchFamily="34" charset="0"/>
                        <a:buChar char="•"/>
                      </a:pPr>
                      <a:r>
                        <a:rPr lang="en-US" sz="1000" dirty="0">
                          <a:latin typeface="Arial"/>
                        </a:rPr>
                        <a:t>Three misregistration incidents in 2026, plus a live client given an untested orders module (Nov 2025)</a:t>
                      </a:r>
                    </a:p>
                    <a:p>
                      <a:pPr lvl="0" marL="171450" indent="-171450">
                        <a:spcAft>
                          <a:spcPts val="250"/>
                        </a:spcAft>
                        <a:buFont typeface="Arial" panose="020B0604020202020204" pitchFamily="34" charset="0"/>
                        <a:buChar char="•"/>
                      </a:pPr>
                      <a:r>
                        <a:rPr lang="en-US" sz="1000" dirty="0">
                          <a:latin typeface="Arial"/>
                        </a:rPr>
                        <a:t>Auditable trail from request to access; one-time credential handling</a:t>
                      </a:r>
                    </a:p>
                    <a:p>
                      <a:pPr lvl="0" marL="171450" indent="-171450">
                        <a:spcAft>
                          <a:spcPts val="250"/>
                        </a:spcAft>
                        <a:buFont typeface="Arial" panose="020B0604020202020204" pitchFamily="34" charset="0"/>
                        <a:buChar char="•"/>
                      </a:pPr>
                      <a:r>
                        <a:rPr lang="en-US" sz="1000" dirty="0">
                          <a:latin typeface="Arial"/>
                        </a:rPr>
                        <a:t>Foundation for Multi-Firm, self-serve user management and CX attestations</a:t>
                      </a:r>
                    </a:p>
                  </a:txBody>
                  <a:tcPr/>
                </a:tc>
                <a:extLst>
                  <a:ext uri="{0D108BD9-81ED-4DB2-BD59-A6C34878D82A}">
                    <a16:rowId xmlns:a16="http://schemas.microsoft.com/office/drawing/2014/main" val="3704394858"/>
                  </a:ext>
                </a:extLst>
              </a:tr>
            </a:tbl>
          </a:graphicData>
        </a:graphic>
      </p:graphicFrame>
      <p:graphicFrame>
        <p:nvGraphicFramePr>
          <p:cNvPr id="6" name="Table 5">
            <a:extLst>
              <a:ext uri="{FF2B5EF4-FFF2-40B4-BE49-F238E27FC236}">
                <a16:creationId xmlns:a16="http://schemas.microsoft.com/office/drawing/2014/main" id="{7F097627-CB81-1125-ECE1-3FEFDF8DBD89}"/>
              </a:ext>
            </a:extLst>
          </p:cNvPr>
          <p:cNvGraphicFramePr>
            <a:graphicFrameLocks noGrp="1"/>
          </p:cNvGraphicFramePr>
          <p:nvPr>
            <p:extLst>
              <p:ext uri="{D42A27DB-BD31-4B8C-83A1-F6EECF244321}">
                <p14:modId xmlns:p14="http://schemas.microsoft.com/office/powerpoint/2010/main" val="2209537198"/>
              </p:ext>
            </p:extLst>
          </p:nvPr>
        </p:nvGraphicFramePr>
        <p:xfrm>
          <a:off x="6240385" y="3639312"/>
          <a:ext cx="5605388" cy="2798064"/>
        </p:xfrm>
        <a:graphic>
          <a:graphicData uri="http://schemas.openxmlformats.org/drawingml/2006/table">
            <a:tbl>
              <a:tblPr firstRow="1" bandRow="1">
                <a:tableStyleId>{72833802-FEF1-4C79-8D5D-14CF1EAF98D9}</a:tableStyleId>
              </a:tblPr>
              <a:tblGrid>
                <a:gridCol w="5605388">
                  <a:extLst>
                    <a:ext uri="{9D8B030D-6E8A-4147-A177-3AD203B41FA5}">
                      <a16:colId xmlns:a16="http://schemas.microsoft.com/office/drawing/2014/main" val="3373326334"/>
                    </a:ext>
                  </a:extLst>
                </a:gridCol>
              </a:tblGrid>
              <a:tr h="292608">
                <a:tc>
                  <a:txBody>
                    <a:bodyPr/>
                    <a:lstStyle/>
                    <a:p>
                      <a:pPr lvl="0" algn="l">
                        <a:lnSpc>
                          <a:spcPct val="100000"/>
                        </a:lnSpc>
                        <a:spcBef>
                          <a:spcPts val="0"/>
                        </a:spcBef>
                        <a:buNone/>
                      </a:pPr>
                      <a:r>
                        <a:rPr lang="en-US" sz="1200" dirty="0">
                          <a:latin typeface="Arial"/>
                        </a:rPr>
                        <a:t>Solution Approach</a:t>
                      </a:r>
                    </a:p>
                  </a:txBody>
                  <a:tcPr anchor="ctr"/>
                </a:tc>
                <a:extLst>
                  <a:ext uri="{0D108BD9-81ED-4DB2-BD59-A6C34878D82A}">
                    <a16:rowId xmlns:a16="http://schemas.microsoft.com/office/drawing/2014/main" val="4048482078"/>
                  </a:ext>
                </a:extLst>
              </a:tr>
              <a:tr h="2505456">
                <a:tc>
                  <a:txBody>
                    <a:bodyPr/>
                    <a:lstStyle/>
                    <a:p>
                      <a:pPr lvl="0" marL="171450" indent="-171450">
                        <a:spcAft>
                          <a:spcPts val="250"/>
                        </a:spcAft>
                        <a:buClr>
                          <a:srgbClr val="000000"/>
                        </a:buClr>
                        <a:buFont typeface="Arial" panose="020B0604020202020204" pitchFamily="34" charset="0"/>
                        <a:buChar char="•"/>
                      </a:pPr>
                      <a:r>
                        <a:rPr lang="en-US" sz="1000" dirty="0">
                          <a:latin typeface="Arial"/>
                        </a:rPr>
                        <a:t>System Access Configuration (integration registry), platform inventory and feature-management enhancements feed the form</a:t>
                      </a:r>
                    </a:p>
                    <a:p>
                      <a:pPr lvl="0" marL="171450" indent="-171450">
                        <a:spcAft>
                          <a:spcPts val="250"/>
                        </a:spcAft>
                        <a:buClr>
                          <a:srgbClr val="000000"/>
                        </a:buClr>
                        <a:buFont typeface="Arial" panose="020B0604020202020204" pitchFamily="34" charset="0"/>
                        <a:buChar char="•"/>
                      </a:pPr>
                      <a:r>
                        <a:rPr lang="en-US" sz="1000" dirty="0">
                          <a:latin typeface="Arial"/>
                        </a:rPr>
                        <a:t>PCR schema: service, capability, access right, instruction, parameter, system, request, requested user, secret</a:t>
                      </a:r>
                    </a:p>
                    <a:p>
                      <a:pPr lvl="0" marL="171450" indent="-171450">
                        <a:spcAft>
                          <a:spcPts val="250"/>
                        </a:spcAft>
                        <a:buClr>
                          <a:srgbClr val="000000"/>
                        </a:buClr>
                        <a:buFont typeface="Arial" panose="020B0604020202020204" pitchFamily="34" charset="0"/>
                        <a:buChar char="•"/>
                      </a:pPr>
                      <a:r>
                        <a:rPr lang="en-US" sz="1000" dirty="0">
                          <a:latin typeface="Arial"/>
                        </a:rPr>
                        <a:t>Unified request form with firm filtering and required parameters; lifecycle submitting → submitted → under review → complete / rejected / cancelled</a:t>
                      </a:r>
                    </a:p>
                    <a:p>
                      <a:pPr lvl="0" marL="171450" indent="-171450">
                        <a:spcAft>
                          <a:spcPts val="250"/>
                        </a:spcAft>
                        <a:buClr>
                          <a:srgbClr val="000000"/>
                        </a:buClr>
                        <a:buFont typeface="Arial" panose="020B0604020202020204" pitchFamily="34" charset="0"/>
                        <a:buChar char="•"/>
                      </a:pPr>
                      <a:r>
                        <a:rPr lang="en-US" sz="1000" dirty="0">
                          <a:latin typeface="Arial"/>
                        </a:rPr>
                        <a:t>ID Admin processing workspace with provisioning diff, one-time credential release and steward monitoring</a:t>
                      </a:r>
                    </a:p>
                    <a:p>
                      <a:pPr lvl="0" marL="171450" indent="-171450">
                        <a:spcAft>
                          <a:spcPts val="250"/>
                        </a:spcAft>
                        <a:buClr>
                          <a:srgbClr val="000000"/>
                        </a:buClr>
                        <a:buFont typeface="Arial" panose="020B0604020202020204" pitchFamily="34" charset="0"/>
                        <a:buChar char="•"/>
                      </a:pPr>
                      <a:r>
                        <a:rPr lang="en-US" sz="1000" dirty="0">
                          <a:latin typeface="Arial"/>
                        </a:rPr>
                        <a:t>Rollout: alpha on NBIN Internal → beta with selected firms → pre-prod → production waves</a:t>
                      </a:r>
                    </a:p>
                  </a:txBody>
                  <a:tcPr/>
                </a:tc>
                <a:extLst>
                  <a:ext uri="{0D108BD9-81ED-4DB2-BD59-A6C34878D82A}">
                    <a16:rowId xmlns:a16="http://schemas.microsoft.com/office/drawing/2014/main" val="3704394858"/>
                  </a:ext>
                </a:extLst>
              </a:tr>
            </a:tbl>
          </a:graphicData>
        </a:graphic>
      </p:graphicFrame>
      <p:sp>
        <p:nvSpPr>
          <p:cNvPr id="15" name="Rounded Rectangle 14"/>
          <p:cNvSpPr/>
          <p:nvPr/>
        </p:nvSpPr>
        <p:spPr>
          <a:xfrm>
            <a:off x="228600" y="950976"/>
            <a:ext cx="2743200" cy="603504"/>
          </a:xfrm>
          <a:prstGeom prst="roundRect">
            <a:avLst>
              <a:gd name="adj" fmla="val 8000"/>
            </a:avLst>
          </a:prstGeom>
          <a:solidFill>
            <a:srgbClr val="F7F4F0"/>
          </a:solidFill>
          <a:ln>
            <a:noFill/>
          </a:ln>
        </p:spPr>
        <p:txBody>
          <a:bodyPr rtlCol="0" anchor="ctr"/>
          <a:lstStyle/>
          <a:p/>
        </p:txBody>
      </p:sp>
      <p:sp>
        <p:nvSpPr>
          <p:cNvPr id="16" name="TextBox 15"/>
          <p:cNvSpPr txBox="1"/>
          <p:nvPr/>
        </p:nvSpPr>
        <p:spPr>
          <a:xfrm>
            <a:off x="301752" y="987552"/>
            <a:ext cx="2596896" cy="182880"/>
          </a:xfrm>
          <a:prstGeom prst="rect">
            <a:avLst/>
          </a:prstGeom>
          <a:noFill/>
        </p:spPr>
        <p:txBody>
          <a:bodyPr wrap="square" lIns="18288" rIns="18288" tIns="9144" bIns="9144" anchor="t">
            <a:spAutoFit/>
          </a:bodyPr>
          <a:lstStyle/>
          <a:p>
            <a:pPr algn="l"/>
            <a:r>
              <a:rPr sz="700" b="1" i="0">
                <a:solidFill>
                  <a:srgbClr val="6E6E71"/>
                </a:solidFill>
                <a:latin typeface="Arial"/>
              </a:rPr>
              <a:t>STAGE</a:t>
            </a:r>
          </a:p>
        </p:txBody>
      </p:sp>
      <p:sp>
        <p:nvSpPr>
          <p:cNvPr id="17" name="Rounded Rectangle 16"/>
          <p:cNvSpPr/>
          <p:nvPr/>
        </p:nvSpPr>
        <p:spPr>
          <a:xfrm>
            <a:off x="2999232" y="950976"/>
            <a:ext cx="1417320" cy="603504"/>
          </a:xfrm>
          <a:prstGeom prst="roundRect">
            <a:avLst>
              <a:gd name="adj" fmla="val 8000"/>
            </a:avLst>
          </a:prstGeom>
          <a:solidFill>
            <a:srgbClr val="F7F4F0"/>
          </a:solidFill>
          <a:ln>
            <a:noFill/>
          </a:ln>
        </p:spPr>
        <p:txBody>
          <a:bodyPr rtlCol="0" anchor="ctr"/>
          <a:lstStyle/>
          <a:p/>
        </p:txBody>
      </p:sp>
      <p:sp>
        <p:nvSpPr>
          <p:cNvPr id="18" name="TextBox 17"/>
          <p:cNvSpPr txBox="1"/>
          <p:nvPr/>
        </p:nvSpPr>
        <p:spPr>
          <a:xfrm>
            <a:off x="3072384"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VALUE</a:t>
            </a:r>
          </a:p>
        </p:txBody>
      </p:sp>
      <p:sp>
        <p:nvSpPr>
          <p:cNvPr id="19" name="Rounded Rectangle 18"/>
          <p:cNvSpPr/>
          <p:nvPr/>
        </p:nvSpPr>
        <p:spPr>
          <a:xfrm>
            <a:off x="4443983" y="950976"/>
            <a:ext cx="1417320" cy="603504"/>
          </a:xfrm>
          <a:prstGeom prst="roundRect">
            <a:avLst>
              <a:gd name="adj" fmla="val 8000"/>
            </a:avLst>
          </a:prstGeom>
          <a:solidFill>
            <a:srgbClr val="F7F4F0"/>
          </a:solidFill>
          <a:ln>
            <a:noFill/>
          </a:ln>
        </p:spPr>
        <p:txBody>
          <a:bodyPr rtlCol="0" anchor="ctr"/>
          <a:lstStyle/>
          <a:p/>
        </p:txBody>
      </p:sp>
      <p:sp>
        <p:nvSpPr>
          <p:cNvPr id="20" name="TextBox 19"/>
          <p:cNvSpPr txBox="1"/>
          <p:nvPr/>
        </p:nvSpPr>
        <p:spPr>
          <a:xfrm>
            <a:off x="4517136"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RISK</a:t>
            </a:r>
          </a:p>
        </p:txBody>
      </p:sp>
      <p:sp>
        <p:nvSpPr>
          <p:cNvPr id="21" name="Rounded Rectangle 20"/>
          <p:cNvSpPr/>
          <p:nvPr/>
        </p:nvSpPr>
        <p:spPr>
          <a:xfrm>
            <a:off x="5888736" y="950976"/>
            <a:ext cx="1417320" cy="603504"/>
          </a:xfrm>
          <a:prstGeom prst="roundRect">
            <a:avLst>
              <a:gd name="adj" fmla="val 8000"/>
            </a:avLst>
          </a:prstGeom>
          <a:solidFill>
            <a:srgbClr val="F7F4F0"/>
          </a:solidFill>
          <a:ln>
            <a:noFill/>
          </a:ln>
        </p:spPr>
        <p:txBody>
          <a:bodyPr rtlCol="0" anchor="ctr"/>
          <a:lstStyle/>
          <a:p/>
        </p:txBody>
      </p:sp>
      <p:sp>
        <p:nvSpPr>
          <p:cNvPr id="22" name="TextBox 21"/>
          <p:cNvSpPr txBox="1"/>
          <p:nvPr/>
        </p:nvSpPr>
        <p:spPr>
          <a:xfrm>
            <a:off x="5961888"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EFFORT</a:t>
            </a:r>
          </a:p>
        </p:txBody>
      </p:sp>
      <p:sp>
        <p:nvSpPr>
          <p:cNvPr id="23" name="Rounded Rectangle 22"/>
          <p:cNvSpPr/>
          <p:nvPr/>
        </p:nvSpPr>
        <p:spPr>
          <a:xfrm>
            <a:off x="7333488" y="950976"/>
            <a:ext cx="1417320" cy="603504"/>
          </a:xfrm>
          <a:prstGeom prst="roundRect">
            <a:avLst>
              <a:gd name="adj" fmla="val 8000"/>
            </a:avLst>
          </a:prstGeom>
          <a:solidFill>
            <a:srgbClr val="F7F4F0"/>
          </a:solidFill>
          <a:ln>
            <a:noFill/>
          </a:ln>
        </p:spPr>
        <p:txBody>
          <a:bodyPr rtlCol="0" anchor="ctr"/>
          <a:lstStyle/>
          <a:p/>
        </p:txBody>
      </p:sp>
      <p:sp>
        <p:nvSpPr>
          <p:cNvPr id="24" name="TextBox 23"/>
          <p:cNvSpPr txBox="1"/>
          <p:nvPr/>
        </p:nvSpPr>
        <p:spPr>
          <a:xfrm>
            <a:off x="7406640"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URGENCY</a:t>
            </a:r>
          </a:p>
        </p:txBody>
      </p:sp>
      <p:sp>
        <p:nvSpPr>
          <p:cNvPr id="25" name="Rounded Rectangle 24"/>
          <p:cNvSpPr/>
          <p:nvPr/>
        </p:nvSpPr>
        <p:spPr>
          <a:xfrm>
            <a:off x="8778240" y="950976"/>
            <a:ext cx="3063240" cy="603504"/>
          </a:xfrm>
          <a:prstGeom prst="roundRect">
            <a:avLst>
              <a:gd name="adj" fmla="val 8000"/>
            </a:avLst>
          </a:prstGeom>
          <a:solidFill>
            <a:srgbClr val="F7F4F0"/>
          </a:solidFill>
          <a:ln>
            <a:noFill/>
          </a:ln>
        </p:spPr>
        <p:txBody>
          <a:bodyPr rtlCol="0" anchor="ctr"/>
          <a:lstStyle/>
          <a:p/>
        </p:txBody>
      </p:sp>
      <p:sp>
        <p:nvSpPr>
          <p:cNvPr id="26" name="TextBox 25"/>
          <p:cNvSpPr txBox="1"/>
          <p:nvPr/>
        </p:nvSpPr>
        <p:spPr>
          <a:xfrm>
            <a:off x="8851392" y="987552"/>
            <a:ext cx="2916936" cy="182880"/>
          </a:xfrm>
          <a:prstGeom prst="rect">
            <a:avLst/>
          </a:prstGeom>
          <a:noFill/>
        </p:spPr>
        <p:txBody>
          <a:bodyPr wrap="square" lIns="18288" rIns="18288" tIns="9144" bIns="9144" anchor="t">
            <a:spAutoFit/>
          </a:bodyPr>
          <a:lstStyle/>
          <a:p>
            <a:pPr algn="l"/>
            <a:r>
              <a:rPr sz="700" b="1" i="0">
                <a:solidFill>
                  <a:srgbClr val="6E6E71"/>
                </a:solidFill>
                <a:latin typeface="Arial"/>
              </a:rPr>
              <a:t>ENABLES → / DEPENDS ON ←</a:t>
            </a:r>
          </a:p>
        </p:txBody>
      </p:sp>
      <p:sp>
        <p:nvSpPr>
          <p:cNvPr id="27" name="Pentagon 26"/>
          <p:cNvSpPr/>
          <p:nvPr/>
        </p:nvSpPr>
        <p:spPr>
          <a:xfrm>
            <a:off x="301752" y="1225296"/>
            <a:ext cx="640080" cy="237744"/>
          </a:xfrm>
          <a:prstGeom prst="homePlate">
            <a:avLst/>
          </a:prstGeom>
          <a:solidFill>
            <a:srgbClr val="91B76E"/>
          </a:solidFill>
          <a:ln>
            <a:noFill/>
          </a:ln>
        </p:spPr>
        <p:txBody>
          <a:bodyPr rtlCol="0" anchor="ctr" wrap="square" lIns="27432" rIns="27432" tIns="0" bIns="0"/>
          <a:lstStyle/>
          <a:p>
            <a:pPr algn="ctr"/>
            <a:r>
              <a:rPr sz="750" b="1">
                <a:solidFill>
                  <a:srgbClr val="FFFFFF"/>
                </a:solidFill>
                <a:latin typeface="Arial"/>
              </a:rPr>
              <a:t>Discovery</a:t>
            </a:r>
          </a:p>
        </p:txBody>
      </p:sp>
      <p:sp>
        <p:nvSpPr>
          <p:cNvPr id="28" name="Chevron 27"/>
          <p:cNvSpPr/>
          <p:nvPr/>
        </p:nvSpPr>
        <p:spPr>
          <a:xfrm>
            <a:off x="960120" y="1225296"/>
            <a:ext cx="640080" cy="237744"/>
          </a:xfrm>
          <a:prstGeom prst="chevron">
            <a:avLst/>
          </a:prstGeom>
          <a:solidFill>
            <a:srgbClr val="91B76E"/>
          </a:solidFill>
          <a:ln>
            <a:noFill/>
          </a:ln>
        </p:spPr>
        <p:txBody>
          <a:bodyPr rtlCol="0" anchor="ctr" wrap="square" lIns="27432" rIns="27432" tIns="0" bIns="0"/>
          <a:lstStyle/>
          <a:p>
            <a:pPr algn="ctr"/>
            <a:r>
              <a:rPr sz="750" b="1">
                <a:solidFill>
                  <a:srgbClr val="FFFFFF"/>
                </a:solidFill>
                <a:latin typeface="Arial"/>
              </a:rPr>
              <a:t>Design</a:t>
            </a:r>
          </a:p>
        </p:txBody>
      </p:sp>
      <p:sp>
        <p:nvSpPr>
          <p:cNvPr id="29" name="Chevron 28"/>
          <p:cNvSpPr/>
          <p:nvPr/>
        </p:nvSpPr>
        <p:spPr>
          <a:xfrm>
            <a:off x="1618488" y="1225296"/>
            <a:ext cx="640080" cy="237744"/>
          </a:xfrm>
          <a:prstGeom prst="chevron">
            <a:avLst/>
          </a:prstGeom>
          <a:solidFill>
            <a:srgbClr val="DE161D"/>
          </a:solidFill>
          <a:ln>
            <a:noFill/>
          </a:ln>
        </p:spPr>
        <p:txBody>
          <a:bodyPr rtlCol="0" anchor="ctr" wrap="square" lIns="27432" rIns="27432" tIns="0" bIns="0"/>
          <a:lstStyle/>
          <a:p>
            <a:pPr algn="ctr"/>
            <a:r>
              <a:rPr sz="750" b="1">
                <a:solidFill>
                  <a:srgbClr val="FFFFFF"/>
                </a:solidFill>
                <a:latin typeface="Arial"/>
              </a:rPr>
              <a:t>Build</a:t>
            </a:r>
          </a:p>
        </p:txBody>
      </p:sp>
      <p:sp>
        <p:nvSpPr>
          <p:cNvPr id="30" name="Chevron 29"/>
          <p:cNvSpPr/>
          <p:nvPr/>
        </p:nvSpPr>
        <p:spPr>
          <a:xfrm>
            <a:off x="2276856" y="1225296"/>
            <a:ext cx="640080" cy="237744"/>
          </a:xfrm>
          <a:prstGeom prst="chevron">
            <a:avLst/>
          </a:prstGeom>
          <a:solidFill>
            <a:srgbClr val="CECAC5"/>
          </a:solidFill>
          <a:ln>
            <a:noFill/>
          </a:ln>
        </p:spPr>
        <p:txBody>
          <a:bodyPr rtlCol="0" anchor="ctr" wrap="square" lIns="27432" rIns="27432" tIns="0" bIns="0"/>
          <a:lstStyle/>
          <a:p>
            <a:pPr algn="ctr"/>
            <a:r>
              <a:rPr sz="750" b="1">
                <a:solidFill>
                  <a:srgbClr val="6E6E71"/>
                </a:solidFill>
                <a:latin typeface="Arial"/>
              </a:rPr>
              <a:t>Launch</a:t>
            </a:r>
          </a:p>
        </p:txBody>
      </p:sp>
      <p:sp>
        <p:nvSpPr>
          <p:cNvPr id="31" name="Oval 30"/>
          <p:cNvSpPr/>
          <p:nvPr/>
        </p:nvSpPr>
        <p:spPr>
          <a:xfrm>
            <a:off x="3108960" y="1261872"/>
            <a:ext cx="137160" cy="137160"/>
          </a:xfrm>
          <a:prstGeom prst="ellipse">
            <a:avLst/>
          </a:prstGeom>
          <a:solidFill>
            <a:srgbClr val="91B76E"/>
          </a:solidFill>
          <a:ln>
            <a:noFill/>
          </a:ln>
        </p:spPr>
        <p:txBody>
          <a:bodyPr rtlCol="0" anchor="ctr"/>
          <a:lstStyle/>
          <a:p>
            <a:pPr algn="ctr"/>
          </a:p>
        </p:txBody>
      </p:sp>
      <p:sp>
        <p:nvSpPr>
          <p:cNvPr id="32" name="Oval 31"/>
          <p:cNvSpPr/>
          <p:nvPr/>
        </p:nvSpPr>
        <p:spPr>
          <a:xfrm>
            <a:off x="3310128" y="1261872"/>
            <a:ext cx="137160" cy="137160"/>
          </a:xfrm>
          <a:prstGeom prst="ellipse">
            <a:avLst/>
          </a:prstGeom>
          <a:solidFill>
            <a:srgbClr val="91B76E"/>
          </a:solidFill>
          <a:ln>
            <a:noFill/>
          </a:ln>
        </p:spPr>
        <p:txBody>
          <a:bodyPr rtlCol="0" anchor="ctr"/>
          <a:lstStyle/>
          <a:p>
            <a:pPr algn="ctr"/>
          </a:p>
        </p:txBody>
      </p:sp>
      <p:sp>
        <p:nvSpPr>
          <p:cNvPr id="33" name="Oval 32"/>
          <p:cNvSpPr/>
          <p:nvPr/>
        </p:nvSpPr>
        <p:spPr>
          <a:xfrm>
            <a:off x="3511296" y="1261872"/>
            <a:ext cx="137160" cy="137160"/>
          </a:xfrm>
          <a:prstGeom prst="ellipse">
            <a:avLst/>
          </a:prstGeom>
          <a:solidFill>
            <a:srgbClr val="91B76E"/>
          </a:solidFill>
          <a:ln>
            <a:noFill/>
          </a:ln>
        </p:spPr>
        <p:txBody>
          <a:bodyPr rtlCol="0" anchor="ctr"/>
          <a:lstStyle/>
          <a:p>
            <a:pPr algn="ctr"/>
          </a:p>
        </p:txBody>
      </p:sp>
      <p:sp>
        <p:nvSpPr>
          <p:cNvPr id="34" name="Oval 33"/>
          <p:cNvSpPr/>
          <p:nvPr/>
        </p:nvSpPr>
        <p:spPr>
          <a:xfrm>
            <a:off x="3712463" y="1261872"/>
            <a:ext cx="137160" cy="137160"/>
          </a:xfrm>
          <a:prstGeom prst="ellipse">
            <a:avLst/>
          </a:prstGeom>
          <a:solidFill>
            <a:srgbClr val="91B76E"/>
          </a:solidFill>
          <a:ln>
            <a:noFill/>
          </a:ln>
        </p:spPr>
        <p:txBody>
          <a:bodyPr rtlCol="0" anchor="ctr"/>
          <a:lstStyle/>
          <a:p>
            <a:pPr algn="ctr"/>
          </a:p>
        </p:txBody>
      </p:sp>
      <p:sp>
        <p:nvSpPr>
          <p:cNvPr id="35" name="Oval 34"/>
          <p:cNvSpPr/>
          <p:nvPr/>
        </p:nvSpPr>
        <p:spPr>
          <a:xfrm>
            <a:off x="3913632" y="1261872"/>
            <a:ext cx="137160" cy="137160"/>
          </a:xfrm>
          <a:prstGeom prst="ellipse">
            <a:avLst/>
          </a:prstGeom>
          <a:solidFill>
            <a:srgbClr val="CECAC5"/>
          </a:solidFill>
          <a:ln>
            <a:noFill/>
          </a:ln>
        </p:spPr>
        <p:txBody>
          <a:bodyPr rtlCol="0" anchor="ctr"/>
          <a:lstStyle/>
          <a:p>
            <a:pPr algn="ctr"/>
          </a:p>
        </p:txBody>
      </p:sp>
      <p:sp>
        <p:nvSpPr>
          <p:cNvPr id="36" name="Oval 35"/>
          <p:cNvSpPr/>
          <p:nvPr/>
        </p:nvSpPr>
        <p:spPr>
          <a:xfrm>
            <a:off x="4553712" y="1261872"/>
            <a:ext cx="137160" cy="137160"/>
          </a:xfrm>
          <a:prstGeom prst="ellipse">
            <a:avLst/>
          </a:prstGeom>
          <a:solidFill>
            <a:srgbClr val="DE161D"/>
          </a:solidFill>
          <a:ln>
            <a:noFill/>
          </a:ln>
        </p:spPr>
        <p:txBody>
          <a:bodyPr rtlCol="0" anchor="ctr"/>
          <a:lstStyle/>
          <a:p>
            <a:pPr algn="ctr"/>
          </a:p>
        </p:txBody>
      </p:sp>
      <p:sp>
        <p:nvSpPr>
          <p:cNvPr id="37" name="Oval 36"/>
          <p:cNvSpPr/>
          <p:nvPr/>
        </p:nvSpPr>
        <p:spPr>
          <a:xfrm>
            <a:off x="4754879" y="1261872"/>
            <a:ext cx="137160" cy="137160"/>
          </a:xfrm>
          <a:prstGeom prst="ellipse">
            <a:avLst/>
          </a:prstGeom>
          <a:solidFill>
            <a:srgbClr val="DE161D"/>
          </a:solidFill>
          <a:ln>
            <a:noFill/>
          </a:ln>
        </p:spPr>
        <p:txBody>
          <a:bodyPr rtlCol="0" anchor="ctr"/>
          <a:lstStyle/>
          <a:p>
            <a:pPr algn="ctr"/>
          </a:p>
        </p:txBody>
      </p:sp>
      <p:sp>
        <p:nvSpPr>
          <p:cNvPr id="38" name="Oval 37"/>
          <p:cNvSpPr/>
          <p:nvPr/>
        </p:nvSpPr>
        <p:spPr>
          <a:xfrm>
            <a:off x="4956048" y="1261872"/>
            <a:ext cx="137160" cy="137160"/>
          </a:xfrm>
          <a:prstGeom prst="ellipse">
            <a:avLst/>
          </a:prstGeom>
          <a:solidFill>
            <a:srgbClr val="DE161D"/>
          </a:solidFill>
          <a:ln>
            <a:noFill/>
          </a:ln>
        </p:spPr>
        <p:txBody>
          <a:bodyPr rtlCol="0" anchor="ctr"/>
          <a:lstStyle/>
          <a:p>
            <a:pPr algn="ctr"/>
          </a:p>
        </p:txBody>
      </p:sp>
      <p:sp>
        <p:nvSpPr>
          <p:cNvPr id="39" name="Oval 38"/>
          <p:cNvSpPr/>
          <p:nvPr/>
        </p:nvSpPr>
        <p:spPr>
          <a:xfrm>
            <a:off x="5157216" y="1261872"/>
            <a:ext cx="137160" cy="137160"/>
          </a:xfrm>
          <a:prstGeom prst="ellipse">
            <a:avLst/>
          </a:prstGeom>
          <a:solidFill>
            <a:srgbClr val="CECAC5"/>
          </a:solidFill>
          <a:ln>
            <a:noFill/>
          </a:ln>
        </p:spPr>
        <p:txBody>
          <a:bodyPr rtlCol="0" anchor="ctr"/>
          <a:lstStyle/>
          <a:p>
            <a:pPr algn="ctr"/>
          </a:p>
        </p:txBody>
      </p:sp>
      <p:sp>
        <p:nvSpPr>
          <p:cNvPr id="40" name="Oval 39"/>
          <p:cNvSpPr/>
          <p:nvPr/>
        </p:nvSpPr>
        <p:spPr>
          <a:xfrm>
            <a:off x="5358383" y="1261872"/>
            <a:ext cx="137160" cy="137160"/>
          </a:xfrm>
          <a:prstGeom prst="ellipse">
            <a:avLst/>
          </a:prstGeom>
          <a:solidFill>
            <a:srgbClr val="CECAC5"/>
          </a:solidFill>
          <a:ln>
            <a:noFill/>
          </a:ln>
        </p:spPr>
        <p:txBody>
          <a:bodyPr rtlCol="0" anchor="ctr"/>
          <a:lstStyle/>
          <a:p>
            <a:pPr algn="ctr"/>
          </a:p>
        </p:txBody>
      </p:sp>
      <p:sp>
        <p:nvSpPr>
          <p:cNvPr id="41" name="Oval 40"/>
          <p:cNvSpPr/>
          <p:nvPr/>
        </p:nvSpPr>
        <p:spPr>
          <a:xfrm>
            <a:off x="5998464" y="1261872"/>
            <a:ext cx="137160" cy="137160"/>
          </a:xfrm>
          <a:prstGeom prst="ellipse">
            <a:avLst/>
          </a:prstGeom>
          <a:solidFill>
            <a:srgbClr val="6E6E71"/>
          </a:solidFill>
          <a:ln>
            <a:noFill/>
          </a:ln>
        </p:spPr>
        <p:txBody>
          <a:bodyPr rtlCol="0" anchor="ctr"/>
          <a:lstStyle/>
          <a:p>
            <a:pPr algn="ctr"/>
          </a:p>
        </p:txBody>
      </p:sp>
      <p:sp>
        <p:nvSpPr>
          <p:cNvPr id="42" name="Oval 41"/>
          <p:cNvSpPr/>
          <p:nvPr/>
        </p:nvSpPr>
        <p:spPr>
          <a:xfrm>
            <a:off x="6199631" y="1261872"/>
            <a:ext cx="137160" cy="137160"/>
          </a:xfrm>
          <a:prstGeom prst="ellipse">
            <a:avLst/>
          </a:prstGeom>
          <a:solidFill>
            <a:srgbClr val="6E6E71"/>
          </a:solidFill>
          <a:ln>
            <a:noFill/>
          </a:ln>
        </p:spPr>
        <p:txBody>
          <a:bodyPr rtlCol="0" anchor="ctr"/>
          <a:lstStyle/>
          <a:p>
            <a:pPr algn="ctr"/>
          </a:p>
        </p:txBody>
      </p:sp>
      <p:sp>
        <p:nvSpPr>
          <p:cNvPr id="43" name="Oval 42"/>
          <p:cNvSpPr/>
          <p:nvPr/>
        </p:nvSpPr>
        <p:spPr>
          <a:xfrm>
            <a:off x="6400800" y="1261872"/>
            <a:ext cx="137160" cy="137160"/>
          </a:xfrm>
          <a:prstGeom prst="ellipse">
            <a:avLst/>
          </a:prstGeom>
          <a:solidFill>
            <a:srgbClr val="6E6E71"/>
          </a:solidFill>
          <a:ln>
            <a:noFill/>
          </a:ln>
        </p:spPr>
        <p:txBody>
          <a:bodyPr rtlCol="0" anchor="ctr"/>
          <a:lstStyle/>
          <a:p>
            <a:pPr algn="ctr"/>
          </a:p>
        </p:txBody>
      </p:sp>
      <p:sp>
        <p:nvSpPr>
          <p:cNvPr id="44" name="Oval 43"/>
          <p:cNvSpPr/>
          <p:nvPr/>
        </p:nvSpPr>
        <p:spPr>
          <a:xfrm>
            <a:off x="6601968" y="1261872"/>
            <a:ext cx="137160" cy="137160"/>
          </a:xfrm>
          <a:prstGeom prst="ellipse">
            <a:avLst/>
          </a:prstGeom>
          <a:solidFill>
            <a:srgbClr val="6E6E71"/>
          </a:solidFill>
          <a:ln>
            <a:noFill/>
          </a:ln>
        </p:spPr>
        <p:txBody>
          <a:bodyPr rtlCol="0" anchor="ctr"/>
          <a:lstStyle/>
          <a:p>
            <a:pPr algn="ctr"/>
          </a:p>
        </p:txBody>
      </p:sp>
      <p:sp>
        <p:nvSpPr>
          <p:cNvPr id="45" name="Oval 44"/>
          <p:cNvSpPr/>
          <p:nvPr/>
        </p:nvSpPr>
        <p:spPr>
          <a:xfrm>
            <a:off x="6803136" y="1261872"/>
            <a:ext cx="137160" cy="137160"/>
          </a:xfrm>
          <a:prstGeom prst="ellipse">
            <a:avLst/>
          </a:prstGeom>
          <a:solidFill>
            <a:srgbClr val="CECAC5"/>
          </a:solidFill>
          <a:ln>
            <a:noFill/>
          </a:ln>
        </p:spPr>
        <p:txBody>
          <a:bodyPr rtlCol="0" anchor="ctr"/>
          <a:lstStyle/>
          <a:p>
            <a:pPr algn="ctr"/>
          </a:p>
        </p:txBody>
      </p:sp>
      <p:sp>
        <p:nvSpPr>
          <p:cNvPr id="46" name="Oval 45"/>
          <p:cNvSpPr/>
          <p:nvPr/>
        </p:nvSpPr>
        <p:spPr>
          <a:xfrm>
            <a:off x="7443215" y="1261872"/>
            <a:ext cx="137160" cy="137160"/>
          </a:xfrm>
          <a:prstGeom prst="ellipse">
            <a:avLst/>
          </a:prstGeom>
          <a:solidFill>
            <a:srgbClr val="D99A1B"/>
          </a:solidFill>
          <a:ln>
            <a:noFill/>
          </a:ln>
        </p:spPr>
        <p:txBody>
          <a:bodyPr rtlCol="0" anchor="ctr"/>
          <a:lstStyle/>
          <a:p>
            <a:pPr algn="ctr"/>
          </a:p>
        </p:txBody>
      </p:sp>
      <p:sp>
        <p:nvSpPr>
          <p:cNvPr id="47" name="Oval 46"/>
          <p:cNvSpPr/>
          <p:nvPr/>
        </p:nvSpPr>
        <p:spPr>
          <a:xfrm>
            <a:off x="7644383" y="1261872"/>
            <a:ext cx="137160" cy="137160"/>
          </a:xfrm>
          <a:prstGeom prst="ellipse">
            <a:avLst/>
          </a:prstGeom>
          <a:solidFill>
            <a:srgbClr val="D99A1B"/>
          </a:solidFill>
          <a:ln>
            <a:noFill/>
          </a:ln>
        </p:spPr>
        <p:txBody>
          <a:bodyPr rtlCol="0" anchor="ctr"/>
          <a:lstStyle/>
          <a:p>
            <a:pPr algn="ctr"/>
          </a:p>
        </p:txBody>
      </p:sp>
      <p:sp>
        <p:nvSpPr>
          <p:cNvPr id="48" name="Oval 47"/>
          <p:cNvSpPr/>
          <p:nvPr/>
        </p:nvSpPr>
        <p:spPr>
          <a:xfrm>
            <a:off x="7845551" y="1261872"/>
            <a:ext cx="137160" cy="137160"/>
          </a:xfrm>
          <a:prstGeom prst="ellipse">
            <a:avLst/>
          </a:prstGeom>
          <a:solidFill>
            <a:srgbClr val="D99A1B"/>
          </a:solidFill>
          <a:ln>
            <a:noFill/>
          </a:ln>
        </p:spPr>
        <p:txBody>
          <a:bodyPr rtlCol="0" anchor="ctr"/>
          <a:lstStyle/>
          <a:p>
            <a:pPr algn="ctr"/>
          </a:p>
        </p:txBody>
      </p:sp>
      <p:sp>
        <p:nvSpPr>
          <p:cNvPr id="49" name="Oval 48"/>
          <p:cNvSpPr/>
          <p:nvPr/>
        </p:nvSpPr>
        <p:spPr>
          <a:xfrm>
            <a:off x="8046719" y="1261872"/>
            <a:ext cx="137160" cy="137160"/>
          </a:xfrm>
          <a:prstGeom prst="ellipse">
            <a:avLst/>
          </a:prstGeom>
          <a:solidFill>
            <a:srgbClr val="D99A1B"/>
          </a:solidFill>
          <a:ln>
            <a:noFill/>
          </a:ln>
        </p:spPr>
        <p:txBody>
          <a:bodyPr rtlCol="0" anchor="ctr"/>
          <a:lstStyle/>
          <a:p>
            <a:pPr algn="ctr"/>
          </a:p>
        </p:txBody>
      </p:sp>
      <p:sp>
        <p:nvSpPr>
          <p:cNvPr id="50" name="Oval 49"/>
          <p:cNvSpPr/>
          <p:nvPr/>
        </p:nvSpPr>
        <p:spPr>
          <a:xfrm>
            <a:off x="8247888" y="1261872"/>
            <a:ext cx="137160" cy="137160"/>
          </a:xfrm>
          <a:prstGeom prst="ellipse">
            <a:avLst/>
          </a:prstGeom>
          <a:solidFill>
            <a:srgbClr val="D99A1B"/>
          </a:solidFill>
          <a:ln>
            <a:noFill/>
          </a:ln>
        </p:spPr>
        <p:txBody>
          <a:bodyPr rtlCol="0" anchor="ctr"/>
          <a:lstStyle/>
          <a:p>
            <a:pPr algn="ctr"/>
          </a:p>
        </p:txBody>
      </p:sp>
      <p:sp>
        <p:nvSpPr>
          <p:cNvPr id="51" name="TextBox 50"/>
          <p:cNvSpPr txBox="1"/>
          <p:nvPr/>
        </p:nvSpPr>
        <p:spPr>
          <a:xfrm>
            <a:off x="8851392" y="1170432"/>
            <a:ext cx="2916936" cy="384048"/>
          </a:xfrm>
          <a:prstGeom prst="rect">
            <a:avLst/>
          </a:prstGeom>
          <a:noFill/>
        </p:spPr>
        <p:txBody>
          <a:bodyPr wrap="square" lIns="18288" rIns="18288" tIns="9144" bIns="9144" anchor="t">
            <a:spAutoFit/>
          </a:bodyPr>
          <a:lstStyle/>
          <a:p>
            <a:pPr algn="l"/>
            <a:r>
              <a:rPr sz="750" b="1" i="0">
                <a:solidFill>
                  <a:srgbClr val="91B76E"/>
                </a:solidFill>
                <a:latin typeface="Arial"/>
              </a:rPr>
              <a:t>→ </a:t>
            </a:r>
            <a:r>
              <a:rPr sz="750" b="0" i="0">
                <a:solidFill>
                  <a:srgbClr val="000000"/>
                </a:solidFill>
                <a:latin typeface="Arial"/>
              </a:rPr>
              <a:t>Multi-Firm, self-serve user list, CX attestations</a:t>
            </a:r>
          </a:p>
          <a:p>
            <a:pPr algn="l"/>
            <a:r>
              <a:rPr sz="750" b="1" i="0">
                <a:solidFill>
                  <a:srgbClr val="DE161D"/>
                </a:solidFill>
                <a:latin typeface="Arial"/>
              </a:rPr>
              <a:t>← </a:t>
            </a:r>
            <a:r>
              <a:rPr sz="750" b="0" i="0">
                <a:solidFill>
                  <a:srgbClr val="000000"/>
                </a:solidFill>
                <a:latin typeface="Arial"/>
              </a:rPr>
              <a:t>SZ SSO (end Oct), feature registry, engineering capacity</a:t>
            </a:r>
          </a:p>
        </p:txBody>
      </p:sp>
    </p:spTree>
    <p:extLst>
      <p:ext uri="{BB962C8B-B14F-4D97-AF65-F5344CB8AC3E}">
        <p14:creationId xmlns:p14="http://schemas.microsoft.com/office/powerpoint/2010/main" val="206180231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E30DD-8DAF-2C69-DC6D-D482D8FA7D1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9167F1F-0C18-8E10-154F-A48BEE426572}"/>
              </a:ext>
            </a:extLst>
          </p:cNvPr>
          <p:cNvSpPr>
            <a:spLocks noGrp="1"/>
          </p:cNvSpPr>
          <p:nvPr>
            <p:ph type="body" sz="quarter" idx="13"/>
          </p:nvPr>
        </p:nvSpPr>
        <p:spPr/>
        <p:txBody>
          <a:bodyPr/>
          <a:lstStyle/>
          <a:p>
            <a:r>
              <a:rPr lang="en-US" b="1">
                <a:solidFill>
                  <a:schemeClr val="bg1">
                    <a:lumMod val="50000"/>
                  </a:schemeClr>
                </a:solidFill>
              </a:rPr>
              <a:t>F&amp;UM Deep-Dive with Ray</a:t>
            </a:r>
          </a:p>
        </p:txBody>
      </p:sp>
      <p:sp>
        <p:nvSpPr>
          <p:cNvPr id="3" name="Title 2">
            <a:extLst>
              <a:ext uri="{FF2B5EF4-FFF2-40B4-BE49-F238E27FC236}">
                <a16:creationId xmlns:a16="http://schemas.microsoft.com/office/drawing/2014/main" id="{88705993-B413-7007-99CA-F7B7345EE557}"/>
              </a:ext>
            </a:extLst>
          </p:cNvPr>
          <p:cNvSpPr>
            <a:spLocks noGrp="1"/>
          </p:cNvSpPr>
          <p:nvPr>
            <p:ph type="title"/>
          </p:nvPr>
        </p:nvSpPr>
        <p:spPr>
          <a:xfrm>
            <a:off x="246064" y="414000"/>
            <a:ext cx="9601200" cy="542840"/>
          </a:xfrm>
        </p:spPr>
        <p:txBody>
          <a:bodyPr/>
          <a:lstStyle/>
          <a:p>
            <a:r>
              <a:rPr lang="en-US"/>
              <a:t>Multi-Firm: parent firms &amp; sub-advisors</a:t>
            </a:r>
            <a:endParaRPr lang="en-US"/>
          </a:p>
        </p:txBody>
      </p:sp>
      <p:sp>
        <p:nvSpPr>
          <p:cNvPr id="5" name="Slide Number Placeholder 4">
            <a:extLst>
              <a:ext uri="{FF2B5EF4-FFF2-40B4-BE49-F238E27FC236}">
                <a16:creationId xmlns:a16="http://schemas.microsoft.com/office/drawing/2014/main" id="{8394D1CE-F9A0-7514-FE81-DEEB7FEF5F62}"/>
              </a:ext>
            </a:extLst>
          </p:cNvPr>
          <p:cNvSpPr>
            <a:spLocks noGrp="1"/>
          </p:cNvSpPr>
          <p:nvPr>
            <p:ph type="sldNum" sz="quarter" idx="12"/>
          </p:nvPr>
        </p:nvSpPr>
        <p:spPr/>
        <p:txBody>
          <a:bodyPr/>
          <a:lstStyle/>
          <a:p>
            <a:fld id="{21DAE3DD-E46F-48E2-BAED-1C2B457B4828}" type="slidenum">
              <a:rPr lang="en-CA" smtClean="0"/>
              <a:t>5</a:t>
            </a:fld>
            <a:endParaRPr lang="en-CA"/>
          </a:p>
        </p:txBody>
      </p:sp>
      <p:graphicFrame>
        <p:nvGraphicFramePr>
          <p:cNvPr id="12" name="Table 11">
            <a:extLst>
              <a:ext uri="{FF2B5EF4-FFF2-40B4-BE49-F238E27FC236}">
                <a16:creationId xmlns:a16="http://schemas.microsoft.com/office/drawing/2014/main" id="{D66E451D-5E59-0C84-8EF8-A04CC0E5653B}"/>
              </a:ext>
            </a:extLst>
          </p:cNvPr>
          <p:cNvGraphicFramePr>
            <a:graphicFrameLocks noGrp="1"/>
          </p:cNvGraphicFramePr>
          <p:nvPr>
            <p:extLst>
              <p:ext uri="{D42A27DB-BD31-4B8C-83A1-F6EECF244321}">
                <p14:modId xmlns:p14="http://schemas.microsoft.com/office/powerpoint/2010/main" val="3845014819"/>
              </p:ext>
            </p:extLst>
          </p:nvPr>
        </p:nvGraphicFramePr>
        <p:xfrm>
          <a:off x="232651" y="1682496"/>
          <a:ext cx="5162310" cy="1847088"/>
        </p:xfrm>
        <a:graphic>
          <a:graphicData uri="http://schemas.openxmlformats.org/drawingml/2006/table">
            <a:tbl>
              <a:tblPr firstRow="1" bandRow="1">
                <a:tableStyleId>{72833802-FEF1-4C79-8D5D-14CF1EAF98D9}</a:tableStyleId>
              </a:tblPr>
              <a:tblGrid>
                <a:gridCol w="5162310">
                  <a:extLst>
                    <a:ext uri="{9D8B030D-6E8A-4147-A177-3AD203B41FA5}">
                      <a16:colId xmlns:a16="http://schemas.microsoft.com/office/drawing/2014/main" val="3860667342"/>
                    </a:ext>
                  </a:extLst>
                </a:gridCol>
              </a:tblGrid>
              <a:tr h="292608">
                <a:tc>
                  <a:txBody>
                    <a:bodyPr/>
                    <a:lstStyle/>
                    <a:p>
                      <a:pPr lvl="0">
                        <a:buNone/>
                      </a:pPr>
                      <a:r>
                        <a:rPr lang="en-US" sz="1200" dirty="0">
                          <a:latin typeface="Arial"/>
                        </a:rPr>
                        <a:t>Executive Summary</a:t>
                      </a:r>
                    </a:p>
                  </a:txBody>
                  <a:tcPr anchor="ctr"/>
                </a:tc>
                <a:extLst>
                  <a:ext uri="{0D108BD9-81ED-4DB2-BD59-A6C34878D82A}">
                    <a16:rowId xmlns:a16="http://schemas.microsoft.com/office/drawing/2014/main" val="908975722"/>
                  </a:ext>
                </a:extLst>
              </a:tr>
              <a:tr h="1554480">
                <a:tc>
                  <a:txBody>
                    <a:bodyPr/>
                    <a:lstStyle/>
                    <a:p>
                      <a:pPr lvl="0" algn="l" marL="171450" indent="-171450">
                        <a:spcAft>
                          <a:spcPts val="250"/>
                        </a:spcAft>
                        <a:lnSpc>
                          <a:spcPct val="100000"/>
                        </a:lnSpc>
                        <a:buFont typeface="Arial" panose="020B0604020202020204" pitchFamily="34" charset="0"/>
                        <a:buChar char="•"/>
                      </a:pPr>
                      <a:r>
                        <a:rPr lang="en-US" sz="950" dirty="0">
                          <a:latin typeface="Arial"/>
                        </a:rPr>
                        <a:t>Compass enforces one user = one firm, yet ~40% of firms are multi-firm: 85 parent groups with 184 child firms and 45 sub-advisors serving 35 firms — handled today with extra IDs or RR-code workarounds nobody can prove legitimate</a:t>
                      </a:r>
                    </a:p>
                    <a:p>
                      <a:pPr lvl="0" algn="l" marL="171450" indent="-171450">
                        <a:spcAft>
                          <a:spcPts val="250"/>
                        </a:spcAft>
                        <a:lnSpc>
                          <a:spcPct val="100000"/>
                        </a:lnSpc>
                        <a:buFont typeface="Arial" panose="020B0604020202020204" pitchFamily="34" charset="0"/>
                        <a:buChar char="•"/>
                      </a:pPr>
                      <a:r>
                        <a:rPr lang="en-US" sz="950" dirty="0">
                          <a:latin typeface="Arial"/>
                        </a:rPr>
                        <a:t>Discovery complete (Harbourfront, Guardian, Fiera, RN Croft, RVP review, data analysis); PRD drafted for parent/child; delegation requirements are being written now with Risk</a:t>
                      </a:r>
                    </a:p>
                    <a:p>
                      <a:pPr lvl="0" algn="l" marL="171450" indent="-171450">
                        <a:spcAft>
                          <a:spcPts val="250"/>
                        </a:spcAft>
                        <a:lnSpc>
                          <a:spcPct val="100000"/>
                        </a:lnSpc>
                        <a:buFont typeface="Arial" panose="020B0604020202020204" pitchFamily="34" charset="0"/>
                        <a:buChar char="•"/>
                      </a:pPr>
                      <a:r>
                        <a:rPr lang="en-US" sz="950" dirty="0">
                          <a:latin typeface="Arial"/>
                        </a:rPr>
                        <a:t>Hard dependency: CX trading GA at end of May 2027 needs sub-advisors on Compass, so Multi-Firm must be built in March–April — requirements and design must close in Q4/Q1</a:t>
                      </a:r>
                    </a:p>
                    <a:p>
                      <a:pPr lvl="0" algn="l" marL="171450" indent="-171450">
                        <a:spcAft>
                          <a:spcPts val="250"/>
                        </a:spcAft>
                        <a:lnSpc>
                          <a:spcPct val="100000"/>
                        </a:lnSpc>
                        <a:buFont typeface="Arial" panose="020B0604020202020204" pitchFamily="34" charset="0"/>
                        <a:buChar char="•"/>
                      </a:pPr>
                      <a:r>
                        <a:rPr lang="en-US" sz="950" dirty="0">
                          <a:latin typeface="Arial"/>
                        </a:rPr>
                        <a:t>Platform-wide change (FNUM, Accounts, Orders, Servicing, SZ, attestation): the concept must be concrete before build, and dependencies delivered together</a:t>
                      </a:r>
                    </a:p>
                  </a:txBody>
                  <a:tcPr/>
                </a:tc>
                <a:extLst>
                  <a:ext uri="{0D108BD9-81ED-4DB2-BD59-A6C34878D82A}">
                    <a16:rowId xmlns:a16="http://schemas.microsoft.com/office/drawing/2014/main" val="704698289"/>
                  </a:ext>
                </a:extLst>
              </a:tr>
            </a:tbl>
          </a:graphicData>
        </a:graphic>
      </p:graphicFrame>
      <p:graphicFrame>
        <p:nvGraphicFramePr>
          <p:cNvPr id="14" name="Table 13">
            <a:extLst>
              <a:ext uri="{FF2B5EF4-FFF2-40B4-BE49-F238E27FC236}">
                <a16:creationId xmlns:a16="http://schemas.microsoft.com/office/drawing/2014/main" id="{962AB97C-1389-E94D-5719-6D37960FC681}"/>
              </a:ext>
            </a:extLst>
          </p:cNvPr>
          <p:cNvGraphicFramePr>
            <a:graphicFrameLocks noGrp="1"/>
          </p:cNvGraphicFramePr>
          <p:nvPr>
            <p:extLst>
              <p:ext uri="{D42A27DB-BD31-4B8C-83A1-F6EECF244321}">
                <p14:modId xmlns:p14="http://schemas.microsoft.com/office/powerpoint/2010/main" val="2205264237"/>
              </p:ext>
            </p:extLst>
          </p:nvPr>
        </p:nvGraphicFramePr>
        <p:xfrm>
          <a:off x="5486401" y="1682496"/>
          <a:ext cx="6358485" cy="1828800"/>
        </p:xfrm>
        <a:graphic>
          <a:graphicData uri="http://schemas.openxmlformats.org/drawingml/2006/table">
            <a:tbl>
              <a:tblPr firstRow="1" bandRow="1">
                <a:tableStyleId>{72833802-FEF1-4C79-8D5D-14CF1EAF98D9}</a:tableStyleId>
              </a:tblPr>
              <a:tblGrid>
                <a:gridCol w="1371599">
                  <a:extLst>
                    <a:ext uri="{9D8B030D-6E8A-4147-A177-3AD203B41FA5}">
                      <a16:colId xmlns:a16="http://schemas.microsoft.com/office/drawing/2014/main" val="845858488"/>
                    </a:ext>
                  </a:extLst>
                </a:gridCol>
                <a:gridCol w="4986886">
                  <a:extLst>
                    <a:ext uri="{9D8B030D-6E8A-4147-A177-3AD203B41FA5}">
                      <a16:colId xmlns:a16="http://schemas.microsoft.com/office/drawing/2014/main" val="727706782"/>
                    </a:ext>
                  </a:extLst>
                </a:gridCol>
              </a:tblGrid>
              <a:tr h="292608">
                <a:tc gridSpan="2">
                  <a:txBody>
                    <a:bodyPr/>
                    <a:lstStyle/>
                    <a:p>
                      <a:pPr>
                        <a:buNone/>
                      </a:pPr>
                      <a:r>
                        <a:rPr lang="en-US" sz="1200" dirty="0">
                          <a:latin typeface="Arial"/>
                        </a:rPr>
                        <a:t>Top Three Discussion / Decision Points</a:t>
                      </a:r>
                    </a:p>
                  </a:txBody>
                  <a:tcPr anchor="ctr"/>
                </a:tc>
                <a:tc hMerge="1">
                  <a:txBody>
                    <a:bodyPr/>
                    <a:lstStyle/>
                    <a:p>
                      <a:pPr algn="ctr"/>
                      <a:endParaRPr lang="en-US" sz="1600"/>
                    </a:p>
                  </a:txBody>
                  <a:tcPr anchor="ctr"/>
                </a:tc>
                <a:extLst>
                  <a:ext uri="{0D108BD9-81ED-4DB2-BD59-A6C34878D82A}">
                    <a16:rowId xmlns:a16="http://schemas.microsoft.com/office/drawing/2014/main" val="4048482078"/>
                  </a:ext>
                </a:extLst>
              </a:tr>
              <a:tr h="512064">
                <a:tc>
                  <a:txBody>
                    <a:bodyPr/>
                    <a:lstStyle/>
                    <a:p>
                      <a:pPr lvl="0" algn="l">
                        <a:lnSpc>
                          <a:spcPct val="100000"/>
                        </a:lnSpc>
                        <a:spcBef>
                          <a:spcPts val="0"/>
                        </a:spcBef>
                        <a:buNone/>
                      </a:pPr>
                      <a:r>
                        <a:rPr lang="en-US" sz="900" dirty="0" b="1">
                          <a:latin typeface="Arial"/>
                        </a:rPr>
                        <a:t>Firm360 as source</a:t>
                      </a:r>
                    </a:p>
                  </a:txBody>
                  <a:tcPr>
                    <a:lnR w="12700" cap="flat" cmpd="sng" algn="ctr">
                      <a:solidFill>
                        <a:schemeClr val="tx1"/>
                      </a:solidFill>
                      <a:prstDash val="solid"/>
                      <a:round/>
                      <a:headEnd type="none" w="med" len="med"/>
                      <a:tailEnd type="none" w="med" len="med"/>
                    </a:lnR>
                  </a:tcPr>
                </a:tc>
                <a:tc>
                  <a:txBody>
                    <a:bodyPr/>
                    <a:lstStyle/>
                    <a:p>
                      <a:pPr lvl="0" algn="l">
                        <a:buClr>
                          <a:srgbClr val="000000"/>
                        </a:buClr>
                        <a:buNone/>
                      </a:pPr>
                      <a:r>
                        <a:rPr lang="en-US" sz="900" dirty="0">
                          <a:latin typeface="Arial"/>
                        </a:rPr>
                        <a:t>Parent/child already lives in Firm360 (new 8-character Parent_Code); delegation does not exist there yet. Decide the feed (API vs nightly file), who builds the delegation table, and the products &amp; services redesign timing.</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68293742"/>
                  </a:ext>
                </a:extLst>
              </a:tr>
              <a:tr h="512064">
                <a:tc>
                  <a:txBody>
                    <a:bodyPr/>
                    <a:lstStyle/>
                    <a:p>
                      <a:pPr lvl="0" algn="l">
                        <a:lnSpc>
                          <a:spcPct val="100000"/>
                        </a:lnSpc>
                        <a:spcBef>
                          <a:spcPts val="0"/>
                        </a:spcBef>
                        <a:buNone/>
                      </a:pPr>
                      <a:r>
                        <a:rPr lang="en-US" sz="900" dirty="0" b="1">
                          <a:latin typeface="Arial"/>
                        </a:rPr>
                        <a:t>Sub-advisor identity</a:t>
                      </a:r>
                    </a:p>
                  </a:txBody>
                  <a:tcPr>
                    <a:lnR w="12700" cap="flat" cmpd="sng" algn="ctr">
                      <a:solidFill>
                        <a:schemeClr val="tx1"/>
                      </a:solidFill>
                      <a:prstDash val="solid"/>
                      <a:round/>
                      <a:headEnd type="none" w="med" len="med"/>
                      <a:tailEnd type="none" w="med" len="med"/>
                    </a:lnR>
                  </a:tcPr>
                </a:tc>
                <a:tc>
                  <a:txBody>
                    <a:bodyPr/>
                    <a:lstStyle/>
                    <a:p>
                      <a:pPr algn="l">
                        <a:buNone/>
                      </a:pPr>
                      <a:r>
                        <a:rPr lang="en-US" sz="900" dirty="0">
                          <a:latin typeface="Arial"/>
                        </a:rPr>
                        <a:t>One ID with several feature profiles (roughly three extra months of platform work) or two credentials — home firm plus a trading-only sub-advisory profile. Needs an engineering estimate and a call against the May date.</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64039503"/>
                  </a:ext>
                </a:extLst>
              </a:tr>
              <a:tr h="512064">
                <a:tc>
                  <a:txBody>
                    <a:bodyPr/>
                    <a:lstStyle/>
                    <a:p>
                      <a:pPr marR="0" lvl="0" algn="l" defTabSz="914400" rtl="0" eaLnBrk="1" fontAlgn="auto" latinLnBrk="0" hangingPunct="1">
                        <a:lnSpc>
                          <a:spcPct val="100000"/>
                        </a:lnSpc>
                        <a:spcBef>
                          <a:spcPts val="0"/>
                        </a:spcBef>
                        <a:buClrTx/>
                        <a:buSzTx/>
                        <a:buFontTx/>
                        <a:tabLst/>
                        <a:defRPr/>
                        <a:buNone/>
                      </a:pPr>
                      <a:r>
                        <a:rPr lang="en-US" sz="900" dirty="0" b="1">
                          <a:latin typeface="Arial"/>
                        </a:rPr>
                        <a:t>Governance first</a:t>
                      </a:r>
                    </a:p>
                  </a:txBody>
                  <a:tcPr>
                    <a:lnR w="12700" cap="flat" cmpd="sng" algn="ctr">
                      <a:solidFill>
                        <a:schemeClr val="tx1"/>
                      </a:solidFill>
                      <a:prstDash val="solid"/>
                      <a:round/>
                      <a:headEnd type="none" w="med" len="med"/>
                      <a:tailEnd type="none" w="med" len="med"/>
                    </a:lnR>
                  </a:tcPr>
                </a:tc>
                <a:tc>
                  <a:txBody>
                    <a:bodyPr/>
                    <a:lstStyle/>
                    <a:p>
                      <a:pPr algn="l">
                        <a:buNone/>
                      </a:pPr>
                      <a:r>
                        <a:rPr lang="en-US" sz="900" dirty="0">
                          <a:latin typeface="Arial"/>
                        </a:rPr>
                        <a:t>Who authorizes, attests and revokes delegated access, and signature-based agreements (Ed, Jonathan). Related: keep NBIN’s own RR store rather than depend on the wealth FGDA shared service.</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65637357"/>
                  </a:ext>
                </a:extLst>
              </a:tr>
            </a:tbl>
          </a:graphicData>
        </a:graphic>
      </p:graphicFrame>
      <p:graphicFrame>
        <p:nvGraphicFramePr>
          <p:cNvPr id="4" name="Table 3">
            <a:extLst>
              <a:ext uri="{FF2B5EF4-FFF2-40B4-BE49-F238E27FC236}">
                <a16:creationId xmlns:a16="http://schemas.microsoft.com/office/drawing/2014/main" id="{A1399B71-A819-A8AB-A2B2-1DF279263F79}"/>
              </a:ext>
            </a:extLst>
          </p:cNvPr>
          <p:cNvGraphicFramePr>
            <a:graphicFrameLocks noGrp="1"/>
          </p:cNvGraphicFramePr>
          <p:nvPr>
            <p:extLst>
              <p:ext uri="{D42A27DB-BD31-4B8C-83A1-F6EECF244321}">
                <p14:modId xmlns:p14="http://schemas.microsoft.com/office/powerpoint/2010/main" val="1625988121"/>
              </p:ext>
            </p:extLst>
          </p:nvPr>
        </p:nvGraphicFramePr>
        <p:xfrm>
          <a:off x="232651" y="3639312"/>
          <a:ext cx="2918626" cy="2798064"/>
        </p:xfrm>
        <a:graphic>
          <a:graphicData uri="http://schemas.openxmlformats.org/drawingml/2006/table">
            <a:tbl>
              <a:tblPr firstRow="1" bandRow="1">
                <a:tableStyleId>{72833802-FEF1-4C79-8D5D-14CF1EAF98D9}</a:tableStyleId>
              </a:tblPr>
              <a:tblGrid>
                <a:gridCol w="2918626">
                  <a:extLst>
                    <a:ext uri="{9D8B030D-6E8A-4147-A177-3AD203B41FA5}">
                      <a16:colId xmlns:a16="http://schemas.microsoft.com/office/drawing/2014/main" val="3373326334"/>
                    </a:ext>
                  </a:extLst>
                </a:gridCol>
              </a:tblGrid>
              <a:tr h="292608">
                <a:tc>
                  <a:txBody>
                    <a:bodyPr/>
                    <a:lstStyle/>
                    <a:p>
                      <a:pPr>
                        <a:buNone/>
                      </a:pPr>
                      <a:r>
                        <a:rPr lang="en-US" sz="1200" dirty="0">
                          <a:latin typeface="Arial"/>
                        </a:rPr>
                        <a:t>Objective(s) / Purpose(s)</a:t>
                      </a:r>
                    </a:p>
                  </a:txBody>
                  <a:tcPr anchor="ctr"/>
                </a:tc>
                <a:extLst>
                  <a:ext uri="{0D108BD9-81ED-4DB2-BD59-A6C34878D82A}">
                    <a16:rowId xmlns:a16="http://schemas.microsoft.com/office/drawing/2014/main" val="4048482078"/>
                  </a:ext>
                </a:extLst>
              </a:tr>
              <a:tr h="2505456">
                <a:tc>
                  <a:txBody>
                    <a:bodyPr/>
                    <a:lstStyle/>
                    <a:p>
                      <a:pPr lvl="0" algn="l" marL="171450" indent="-171450">
                        <a:spcAft>
                          <a:spcPts val="250"/>
                        </a:spcAft>
                        <a:lnSpc>
                          <a:spcPct val="100000"/>
                        </a:lnSpc>
                        <a:buFont typeface="Arial" panose="020B0604020202020204" pitchFamily="34" charset="0"/>
                        <a:buChar char="•"/>
                      </a:pPr>
                      <a:r>
                        <a:rPr lang="en-US" sz="1000" dirty="0">
                          <a:latin typeface="Arial"/>
                        </a:rPr>
                        <a:t>Model parent/child and delegation in CX, synchronized with Firm360</a:t>
                      </a:r>
                    </a:p>
                    <a:p>
                      <a:pPr lvl="0" algn="l" marL="171450" indent="-171450">
                        <a:spcAft>
                          <a:spcPts val="250"/>
                        </a:spcAft>
                        <a:lnSpc>
                          <a:spcPct val="100000"/>
                        </a:lnSpc>
                        <a:buFont typeface="Arial" panose="020B0604020202020204" pitchFamily="34" charset="0"/>
                        <a:buChar char="•"/>
                      </a:pPr>
                      <a:r>
                        <a:rPr lang="en-US" sz="1000" dirty="0">
                          <a:latin typeface="Arial"/>
                        </a:rPr>
                        <a:t>One ID per person, scoped to every firm they legitimately serve, with firm context always visible</a:t>
                      </a:r>
                    </a:p>
                    <a:p>
                      <a:pPr lvl="0" algn="l" marL="171450" indent="-171450">
                        <a:spcAft>
                          <a:spcPts val="250"/>
                        </a:spcAft>
                        <a:lnSpc>
                          <a:spcPct val="100000"/>
                        </a:lnSpc>
                        <a:buFont typeface="Arial" panose="020B0604020202020204" pitchFamily="34" charset="0"/>
                        <a:buChar char="•"/>
                      </a:pPr>
                      <a:r>
                        <a:rPr lang="en-US" sz="1000" dirty="0">
                          <a:latin typeface="Arial"/>
                        </a:rPr>
                        <a:t>Parent-level provisioning, aggregate views and attestation; delegated access limited to what the relationship allows</a:t>
                      </a:r>
                    </a:p>
                    <a:p>
                      <a:pPr lvl="0" algn="l" marL="171450" indent="-171450">
                        <a:spcAft>
                          <a:spcPts val="250"/>
                        </a:spcAft>
                        <a:lnSpc>
                          <a:spcPct val="100000"/>
                        </a:lnSpc>
                        <a:buFont typeface="Arial" panose="020B0604020202020204" pitchFamily="34" charset="0"/>
                        <a:buChar char="•"/>
                      </a:pPr>
                      <a:r>
                        <a:rPr lang="en-US" sz="1000" dirty="0">
                          <a:latin typeface="Arial"/>
                        </a:rPr>
                        <a:t>Unblock CX trading; prerequisite for SZ SSO and FGDA for parent users</a:t>
                      </a:r>
                    </a:p>
                  </a:txBody>
                  <a:tcPr/>
                </a:tc>
                <a:extLst>
                  <a:ext uri="{0D108BD9-81ED-4DB2-BD59-A6C34878D82A}">
                    <a16:rowId xmlns:a16="http://schemas.microsoft.com/office/drawing/2014/main" val="3704394858"/>
                  </a:ext>
                </a:extLst>
              </a:tr>
            </a:tbl>
          </a:graphicData>
        </a:graphic>
      </p:graphicFrame>
      <p:graphicFrame>
        <p:nvGraphicFramePr>
          <p:cNvPr id="10" name="Table 9">
            <a:extLst>
              <a:ext uri="{FF2B5EF4-FFF2-40B4-BE49-F238E27FC236}">
                <a16:creationId xmlns:a16="http://schemas.microsoft.com/office/drawing/2014/main" id="{7EBFB1F7-50CF-A687-F777-FBDFD15CAD07}"/>
              </a:ext>
            </a:extLst>
          </p:cNvPr>
          <p:cNvGraphicFramePr>
            <a:graphicFrameLocks noGrp="1"/>
          </p:cNvGraphicFramePr>
          <p:nvPr>
            <p:extLst>
              <p:ext uri="{D42A27DB-BD31-4B8C-83A1-F6EECF244321}">
                <p14:modId xmlns:p14="http://schemas.microsoft.com/office/powerpoint/2010/main" val="1360141913"/>
              </p:ext>
            </p:extLst>
          </p:nvPr>
        </p:nvGraphicFramePr>
        <p:xfrm>
          <a:off x="3233026" y="3639312"/>
          <a:ext cx="2918626" cy="2798064"/>
        </p:xfrm>
        <a:graphic>
          <a:graphicData uri="http://schemas.openxmlformats.org/drawingml/2006/table">
            <a:tbl>
              <a:tblPr firstRow="1" bandRow="1">
                <a:tableStyleId>{72833802-FEF1-4C79-8D5D-14CF1EAF98D9}</a:tableStyleId>
              </a:tblPr>
              <a:tblGrid>
                <a:gridCol w="2918626">
                  <a:extLst>
                    <a:ext uri="{9D8B030D-6E8A-4147-A177-3AD203B41FA5}">
                      <a16:colId xmlns:a16="http://schemas.microsoft.com/office/drawing/2014/main" val="3373326334"/>
                    </a:ext>
                  </a:extLst>
                </a:gridCol>
              </a:tblGrid>
              <a:tr h="292608">
                <a:tc>
                  <a:txBody>
                    <a:bodyPr/>
                    <a:lstStyle/>
                    <a:p>
                      <a:pPr>
                        <a:buNone/>
                      </a:pPr>
                      <a:r>
                        <a:rPr lang="en-US" sz="1200" dirty="0">
                          <a:latin typeface="Arial"/>
                        </a:rPr>
                        <a:t>Benefit(s) / Problem(s) to Solve</a:t>
                      </a:r>
                    </a:p>
                  </a:txBody>
                  <a:tcPr anchor="ctr"/>
                </a:tc>
                <a:extLst>
                  <a:ext uri="{0D108BD9-81ED-4DB2-BD59-A6C34878D82A}">
                    <a16:rowId xmlns:a16="http://schemas.microsoft.com/office/drawing/2014/main" val="4048482078"/>
                  </a:ext>
                </a:extLst>
              </a:tr>
              <a:tr h="2505456">
                <a:tc>
                  <a:txBody>
                    <a:bodyPr/>
                    <a:lstStyle/>
                    <a:p>
                      <a:pPr lvl="0" algn="l" marL="171450" indent="-171450">
                        <a:spcAft>
                          <a:spcPts val="250"/>
                        </a:spcAft>
                        <a:lnSpc>
                          <a:spcPct val="100000"/>
                        </a:lnSpc>
                        <a:buFont typeface="Arial" panose="020B0604020202020204" pitchFamily="34" charset="0"/>
                        <a:buChar char="•"/>
                      </a:pPr>
                      <a:r>
                        <a:rPr lang="en-US" sz="1000" dirty="0">
                          <a:latin typeface="Arial"/>
                        </a:rPr>
                        <a:t>A Harbourfront user can carry up to 28 IDs (7 CX, 7 NetRep, 7 SZ); 627 people hold 2–5 Secured Zone IDs</a:t>
                      </a:r>
                    </a:p>
                    <a:p>
                      <a:pPr lvl="0" algn="l" marL="171450" indent="-171450">
                        <a:spcAft>
                          <a:spcPts val="250"/>
                        </a:spcAft>
                        <a:lnSpc>
                          <a:spcPct val="100000"/>
                        </a:lnSpc>
                        <a:buFont typeface="Arial" panose="020B0604020202020204" pitchFamily="34" charset="0"/>
                        <a:buChar char="•"/>
                      </a:pPr>
                      <a:r>
                        <a:rPr lang="en-US" sz="1000" dirty="0">
                          <a:latin typeface="Arial"/>
                        </a:rPr>
                        <a:t>Invalid cross-firm access was found only after weeks of analysis; Secured Zone checks no firm boundary</a:t>
                      </a:r>
                    </a:p>
                    <a:p>
                      <a:pPr lvl="0" algn="l" marL="171450" indent="-171450">
                        <a:spcAft>
                          <a:spcPts val="250"/>
                        </a:spcAft>
                        <a:lnSpc>
                          <a:spcPct val="100000"/>
                        </a:lnSpc>
                        <a:buFont typeface="Arial" panose="020B0604020202020204" pitchFamily="34" charset="0"/>
                        <a:buChar char="•"/>
                      </a:pPr>
                      <a:r>
                        <a:rPr lang="en-US" sz="1000" dirty="0">
                          <a:latin typeface="Arial"/>
                        </a:rPr>
                        <a:t>Attestations cannot see parent users; leavers keep forgotten IDs</a:t>
                      </a:r>
                    </a:p>
                    <a:p>
                      <a:pPr lvl="0" algn="l" marL="171450" indent="-171450">
                        <a:spcAft>
                          <a:spcPts val="250"/>
                        </a:spcAft>
                        <a:lnSpc>
                          <a:spcPct val="100000"/>
                        </a:lnSpc>
                        <a:buFont typeface="Arial" panose="020B0604020202020204" pitchFamily="34" charset="0"/>
                        <a:buChar char="•"/>
                      </a:pPr>
                      <a:r>
                        <a:rPr lang="en-US" sz="1000" dirty="0">
                          <a:latin typeface="Arial"/>
                        </a:rPr>
                        <a:t>Strategic: parent/child grows with M&amp;A (Harbourfront–Cumberland); sub-advisory is the near-term gate for trading</a:t>
                      </a:r>
                    </a:p>
                  </a:txBody>
                  <a:tcPr/>
                </a:tc>
                <a:extLst>
                  <a:ext uri="{0D108BD9-81ED-4DB2-BD59-A6C34878D82A}">
                    <a16:rowId xmlns:a16="http://schemas.microsoft.com/office/drawing/2014/main" val="3704394858"/>
                  </a:ext>
                </a:extLst>
              </a:tr>
            </a:tbl>
          </a:graphicData>
        </a:graphic>
      </p:graphicFrame>
      <p:graphicFrame>
        <p:nvGraphicFramePr>
          <p:cNvPr id="6" name="Table 5">
            <a:extLst>
              <a:ext uri="{FF2B5EF4-FFF2-40B4-BE49-F238E27FC236}">
                <a16:creationId xmlns:a16="http://schemas.microsoft.com/office/drawing/2014/main" id="{A6A4CA8B-3617-7EA3-5B69-C786365745DB}"/>
              </a:ext>
            </a:extLst>
          </p:cNvPr>
          <p:cNvGraphicFramePr>
            <a:graphicFrameLocks noGrp="1"/>
          </p:cNvGraphicFramePr>
          <p:nvPr>
            <p:extLst>
              <p:ext uri="{D42A27DB-BD31-4B8C-83A1-F6EECF244321}">
                <p14:modId xmlns:p14="http://schemas.microsoft.com/office/powerpoint/2010/main" val="335049114"/>
              </p:ext>
            </p:extLst>
          </p:nvPr>
        </p:nvGraphicFramePr>
        <p:xfrm>
          <a:off x="6240385" y="3639312"/>
          <a:ext cx="5605388" cy="2798064"/>
        </p:xfrm>
        <a:graphic>
          <a:graphicData uri="http://schemas.openxmlformats.org/drawingml/2006/table">
            <a:tbl>
              <a:tblPr firstRow="1" bandRow="1">
                <a:tableStyleId>{72833802-FEF1-4C79-8D5D-14CF1EAF98D9}</a:tableStyleId>
              </a:tblPr>
              <a:tblGrid>
                <a:gridCol w="5605388">
                  <a:extLst>
                    <a:ext uri="{9D8B030D-6E8A-4147-A177-3AD203B41FA5}">
                      <a16:colId xmlns:a16="http://schemas.microsoft.com/office/drawing/2014/main" val="3373326334"/>
                    </a:ext>
                  </a:extLst>
                </a:gridCol>
              </a:tblGrid>
              <a:tr h="292608">
                <a:tc>
                  <a:txBody>
                    <a:bodyPr/>
                    <a:lstStyle/>
                    <a:p>
                      <a:pPr lvl="0" algn="l">
                        <a:lnSpc>
                          <a:spcPct val="100000"/>
                        </a:lnSpc>
                        <a:spcBef>
                          <a:spcPts val="0"/>
                        </a:spcBef>
                        <a:buNone/>
                      </a:pPr>
                      <a:r>
                        <a:rPr lang="en-US" sz="1200" dirty="0">
                          <a:latin typeface="Arial"/>
                        </a:rPr>
                        <a:t>Solution Approach</a:t>
                      </a:r>
                    </a:p>
                  </a:txBody>
                  <a:tcPr anchor="ctr"/>
                </a:tc>
                <a:extLst>
                  <a:ext uri="{0D108BD9-81ED-4DB2-BD59-A6C34878D82A}">
                    <a16:rowId xmlns:a16="http://schemas.microsoft.com/office/drawing/2014/main" val="4048482078"/>
                  </a:ext>
                </a:extLst>
              </a:tr>
              <a:tr h="2505456">
                <a:tc>
                  <a:txBody>
                    <a:bodyPr/>
                    <a:lstStyle/>
                    <a:p>
                      <a:pPr lvl="0" algn="l" marL="171450" indent="-171450">
                        <a:spcAft>
                          <a:spcPts val="250"/>
                        </a:spcAft>
                        <a:lnSpc>
                          <a:spcPct val="100000"/>
                        </a:lnSpc>
                        <a:buClr>
                          <a:srgbClr val="000000"/>
                        </a:buClr>
                        <a:buFont typeface="Arial" panose="020B0604020202020204" pitchFamily="34" charset="0"/>
                        <a:buChar char="•"/>
                      </a:pPr>
                      <a:r>
                        <a:rPr lang="en-US" sz="1000" dirty="0">
                          <a:latin typeface="Arial"/>
                        </a:rPr>
                        <a:t>NOW: parent firm set up from Firm360 as a firm with a global parent package; parent FSS; UAR extended to choose firm context (parent, child, delegated firms); cross-RR access and aggregate views in core apps</a:t>
                      </a:r>
                    </a:p>
                    <a:p>
                      <a:pPr lvl="0" algn="l" marL="171450" indent="-171450">
                        <a:spcAft>
                          <a:spcPts val="250"/>
                        </a:spcAft>
                        <a:lnSpc>
                          <a:spcPct val="100000"/>
                        </a:lnSpc>
                        <a:buClr>
                          <a:srgbClr val="000000"/>
                        </a:buClr>
                        <a:buFont typeface="Arial" panose="020B0604020202020204" pitchFamily="34" charset="0"/>
                        <a:buChar char="•"/>
                      </a:pPr>
                      <a:r>
                        <a:rPr lang="en-US" sz="1000" dirty="0">
                          <a:latin typeface="Arial"/>
                        </a:rPr>
                        <a:t>NOW: delegation registered in the CX firm profile (type → permitted features); home firm administers users, delegating firm confirms and can revoke</a:t>
                      </a:r>
                    </a:p>
                    <a:p>
                      <a:pPr lvl="0" algn="l" marL="171450" indent="-171450">
                        <a:spcAft>
                          <a:spcPts val="250"/>
                        </a:spcAft>
                        <a:lnSpc>
                          <a:spcPct val="100000"/>
                        </a:lnSpc>
                        <a:buClr>
                          <a:srgbClr val="000000"/>
                        </a:buClr>
                        <a:buFont typeface="Arial" panose="020B0604020202020204" pitchFamily="34" charset="0"/>
                        <a:buChar char="•"/>
                      </a:pPr>
                      <a:r>
                        <a:rPr lang="en-US" sz="1000" dirty="0">
                          <a:latin typeface="Arial"/>
                        </a:rPr>
                        <a:t>NEXT: parent-aware attestation, usage reporting to Firm360, relationship termination that cascades access removal</a:t>
                      </a:r>
                    </a:p>
                    <a:p>
                      <a:pPr lvl="0" algn="l" marL="171450" indent="-171450">
                        <a:spcAft>
                          <a:spcPts val="250"/>
                        </a:spcAft>
                        <a:lnSpc>
                          <a:spcPct val="100000"/>
                        </a:lnSpc>
                        <a:buClr>
                          <a:srgbClr val="000000"/>
                        </a:buClr>
                        <a:buFont typeface="Arial" panose="020B0604020202020204" pitchFamily="34" charset="0"/>
                        <a:buChar char="•"/>
                      </a:pPr>
                      <a:r>
                        <a:rPr lang="en-US" sz="1000" dirty="0">
                          <a:latin typeface="Arial"/>
                        </a:rPr>
                        <a:t>Out of scope: parent-of-parent, automated feature inheritance, bulk loads, firm self-serve settings</a:t>
                      </a:r>
                    </a:p>
                    <a:p>
                      <a:pPr lvl="0" algn="l" marL="171450" indent="-171450">
                        <a:spcAft>
                          <a:spcPts val="250"/>
                        </a:spcAft>
                        <a:lnSpc>
                          <a:spcPct val="100000"/>
                        </a:lnSpc>
                        <a:buClr>
                          <a:srgbClr val="000000"/>
                        </a:buClr>
                        <a:buFont typeface="Arial" panose="020B0604020202020204" pitchFamily="34" charset="0"/>
                        <a:buChar char="•"/>
                      </a:pPr>
                      <a:r>
                        <a:rPr lang="en-US" sz="1000" dirty="0">
                          <a:latin typeface="Arial"/>
                        </a:rPr>
                        <a:t>Legacy: SZ and R2 IDs linked behind the CX profile; nothing fixed in R2 (powered down Oct 31, 2027)</a:t>
                      </a:r>
                    </a:p>
                  </a:txBody>
                  <a:tcPr/>
                </a:tc>
                <a:extLst>
                  <a:ext uri="{0D108BD9-81ED-4DB2-BD59-A6C34878D82A}">
                    <a16:rowId xmlns:a16="http://schemas.microsoft.com/office/drawing/2014/main" val="3704394858"/>
                  </a:ext>
                </a:extLst>
              </a:tr>
            </a:tbl>
          </a:graphicData>
        </a:graphic>
      </p:graphicFrame>
      <p:sp>
        <p:nvSpPr>
          <p:cNvPr id="15" name="Rounded Rectangle 14"/>
          <p:cNvSpPr/>
          <p:nvPr/>
        </p:nvSpPr>
        <p:spPr>
          <a:xfrm>
            <a:off x="228600" y="950976"/>
            <a:ext cx="2743200" cy="603504"/>
          </a:xfrm>
          <a:prstGeom prst="roundRect">
            <a:avLst>
              <a:gd name="adj" fmla="val 8000"/>
            </a:avLst>
          </a:prstGeom>
          <a:solidFill>
            <a:srgbClr val="F7F4F0"/>
          </a:solidFill>
          <a:ln>
            <a:noFill/>
          </a:ln>
        </p:spPr>
        <p:txBody>
          <a:bodyPr rtlCol="0" anchor="ctr"/>
          <a:lstStyle/>
          <a:p/>
        </p:txBody>
      </p:sp>
      <p:sp>
        <p:nvSpPr>
          <p:cNvPr id="16" name="TextBox 15"/>
          <p:cNvSpPr txBox="1"/>
          <p:nvPr/>
        </p:nvSpPr>
        <p:spPr>
          <a:xfrm>
            <a:off x="301752" y="987552"/>
            <a:ext cx="2596896" cy="182880"/>
          </a:xfrm>
          <a:prstGeom prst="rect">
            <a:avLst/>
          </a:prstGeom>
          <a:noFill/>
        </p:spPr>
        <p:txBody>
          <a:bodyPr wrap="square" lIns="18288" rIns="18288" tIns="9144" bIns="9144" anchor="t">
            <a:spAutoFit/>
          </a:bodyPr>
          <a:lstStyle/>
          <a:p>
            <a:pPr algn="l"/>
            <a:r>
              <a:rPr sz="700" b="1" i="0">
                <a:solidFill>
                  <a:srgbClr val="6E6E71"/>
                </a:solidFill>
                <a:latin typeface="Arial"/>
              </a:rPr>
              <a:t>STAGE</a:t>
            </a:r>
          </a:p>
        </p:txBody>
      </p:sp>
      <p:sp>
        <p:nvSpPr>
          <p:cNvPr id="17" name="Rounded Rectangle 16"/>
          <p:cNvSpPr/>
          <p:nvPr/>
        </p:nvSpPr>
        <p:spPr>
          <a:xfrm>
            <a:off x="2999232" y="950976"/>
            <a:ext cx="1417320" cy="603504"/>
          </a:xfrm>
          <a:prstGeom prst="roundRect">
            <a:avLst>
              <a:gd name="adj" fmla="val 8000"/>
            </a:avLst>
          </a:prstGeom>
          <a:solidFill>
            <a:srgbClr val="F7F4F0"/>
          </a:solidFill>
          <a:ln>
            <a:noFill/>
          </a:ln>
        </p:spPr>
        <p:txBody>
          <a:bodyPr rtlCol="0" anchor="ctr"/>
          <a:lstStyle/>
          <a:p/>
        </p:txBody>
      </p:sp>
      <p:sp>
        <p:nvSpPr>
          <p:cNvPr id="18" name="TextBox 17"/>
          <p:cNvSpPr txBox="1"/>
          <p:nvPr/>
        </p:nvSpPr>
        <p:spPr>
          <a:xfrm>
            <a:off x="3072384"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VALUE</a:t>
            </a:r>
          </a:p>
        </p:txBody>
      </p:sp>
      <p:sp>
        <p:nvSpPr>
          <p:cNvPr id="19" name="Rounded Rectangle 18"/>
          <p:cNvSpPr/>
          <p:nvPr/>
        </p:nvSpPr>
        <p:spPr>
          <a:xfrm>
            <a:off x="4443983" y="950976"/>
            <a:ext cx="1417320" cy="603504"/>
          </a:xfrm>
          <a:prstGeom prst="roundRect">
            <a:avLst>
              <a:gd name="adj" fmla="val 8000"/>
            </a:avLst>
          </a:prstGeom>
          <a:solidFill>
            <a:srgbClr val="F7F4F0"/>
          </a:solidFill>
          <a:ln>
            <a:noFill/>
          </a:ln>
        </p:spPr>
        <p:txBody>
          <a:bodyPr rtlCol="0" anchor="ctr"/>
          <a:lstStyle/>
          <a:p/>
        </p:txBody>
      </p:sp>
      <p:sp>
        <p:nvSpPr>
          <p:cNvPr id="20" name="TextBox 19"/>
          <p:cNvSpPr txBox="1"/>
          <p:nvPr/>
        </p:nvSpPr>
        <p:spPr>
          <a:xfrm>
            <a:off x="4517136"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RISK</a:t>
            </a:r>
          </a:p>
        </p:txBody>
      </p:sp>
      <p:sp>
        <p:nvSpPr>
          <p:cNvPr id="21" name="Rounded Rectangle 20"/>
          <p:cNvSpPr/>
          <p:nvPr/>
        </p:nvSpPr>
        <p:spPr>
          <a:xfrm>
            <a:off x="5888736" y="950976"/>
            <a:ext cx="1417320" cy="603504"/>
          </a:xfrm>
          <a:prstGeom prst="roundRect">
            <a:avLst>
              <a:gd name="adj" fmla="val 8000"/>
            </a:avLst>
          </a:prstGeom>
          <a:solidFill>
            <a:srgbClr val="F7F4F0"/>
          </a:solidFill>
          <a:ln>
            <a:noFill/>
          </a:ln>
        </p:spPr>
        <p:txBody>
          <a:bodyPr rtlCol="0" anchor="ctr"/>
          <a:lstStyle/>
          <a:p/>
        </p:txBody>
      </p:sp>
      <p:sp>
        <p:nvSpPr>
          <p:cNvPr id="22" name="TextBox 21"/>
          <p:cNvSpPr txBox="1"/>
          <p:nvPr/>
        </p:nvSpPr>
        <p:spPr>
          <a:xfrm>
            <a:off x="5961888"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EFFORT</a:t>
            </a:r>
          </a:p>
        </p:txBody>
      </p:sp>
      <p:sp>
        <p:nvSpPr>
          <p:cNvPr id="23" name="Rounded Rectangle 22"/>
          <p:cNvSpPr/>
          <p:nvPr/>
        </p:nvSpPr>
        <p:spPr>
          <a:xfrm>
            <a:off x="7333488" y="950976"/>
            <a:ext cx="1417320" cy="603504"/>
          </a:xfrm>
          <a:prstGeom prst="roundRect">
            <a:avLst>
              <a:gd name="adj" fmla="val 8000"/>
            </a:avLst>
          </a:prstGeom>
          <a:solidFill>
            <a:srgbClr val="F7F4F0"/>
          </a:solidFill>
          <a:ln>
            <a:noFill/>
          </a:ln>
        </p:spPr>
        <p:txBody>
          <a:bodyPr rtlCol="0" anchor="ctr"/>
          <a:lstStyle/>
          <a:p/>
        </p:txBody>
      </p:sp>
      <p:sp>
        <p:nvSpPr>
          <p:cNvPr id="24" name="TextBox 23"/>
          <p:cNvSpPr txBox="1"/>
          <p:nvPr/>
        </p:nvSpPr>
        <p:spPr>
          <a:xfrm>
            <a:off x="7406640"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URGENCY</a:t>
            </a:r>
          </a:p>
        </p:txBody>
      </p:sp>
      <p:sp>
        <p:nvSpPr>
          <p:cNvPr id="25" name="Rounded Rectangle 24"/>
          <p:cNvSpPr/>
          <p:nvPr/>
        </p:nvSpPr>
        <p:spPr>
          <a:xfrm>
            <a:off x="8778240" y="950976"/>
            <a:ext cx="3063240" cy="603504"/>
          </a:xfrm>
          <a:prstGeom prst="roundRect">
            <a:avLst>
              <a:gd name="adj" fmla="val 8000"/>
            </a:avLst>
          </a:prstGeom>
          <a:solidFill>
            <a:srgbClr val="F7F4F0"/>
          </a:solidFill>
          <a:ln>
            <a:noFill/>
          </a:ln>
        </p:spPr>
        <p:txBody>
          <a:bodyPr rtlCol="0" anchor="ctr"/>
          <a:lstStyle/>
          <a:p/>
        </p:txBody>
      </p:sp>
      <p:sp>
        <p:nvSpPr>
          <p:cNvPr id="26" name="TextBox 25"/>
          <p:cNvSpPr txBox="1"/>
          <p:nvPr/>
        </p:nvSpPr>
        <p:spPr>
          <a:xfrm>
            <a:off x="8851392" y="987552"/>
            <a:ext cx="2916936" cy="182880"/>
          </a:xfrm>
          <a:prstGeom prst="rect">
            <a:avLst/>
          </a:prstGeom>
          <a:noFill/>
        </p:spPr>
        <p:txBody>
          <a:bodyPr wrap="square" lIns="18288" rIns="18288" tIns="9144" bIns="9144" anchor="t">
            <a:spAutoFit/>
          </a:bodyPr>
          <a:lstStyle/>
          <a:p>
            <a:pPr algn="l"/>
            <a:r>
              <a:rPr sz="700" b="1" i="0">
                <a:solidFill>
                  <a:srgbClr val="6E6E71"/>
                </a:solidFill>
                <a:latin typeface="Arial"/>
              </a:rPr>
              <a:t>ENABLES → / DEPENDS ON ←</a:t>
            </a:r>
          </a:p>
        </p:txBody>
      </p:sp>
      <p:sp>
        <p:nvSpPr>
          <p:cNvPr id="27" name="Pentagon 26"/>
          <p:cNvSpPr/>
          <p:nvPr/>
        </p:nvSpPr>
        <p:spPr>
          <a:xfrm>
            <a:off x="301752" y="1225296"/>
            <a:ext cx="640080" cy="237744"/>
          </a:xfrm>
          <a:prstGeom prst="homePlate">
            <a:avLst/>
          </a:prstGeom>
          <a:solidFill>
            <a:srgbClr val="91B76E"/>
          </a:solidFill>
          <a:ln>
            <a:noFill/>
          </a:ln>
        </p:spPr>
        <p:txBody>
          <a:bodyPr rtlCol="0" anchor="ctr" wrap="square" lIns="27432" rIns="27432" tIns="0" bIns="0"/>
          <a:lstStyle/>
          <a:p>
            <a:pPr algn="ctr"/>
            <a:r>
              <a:rPr sz="750" b="1">
                <a:solidFill>
                  <a:srgbClr val="FFFFFF"/>
                </a:solidFill>
                <a:latin typeface="Arial"/>
              </a:rPr>
              <a:t>Discovery</a:t>
            </a:r>
          </a:p>
        </p:txBody>
      </p:sp>
      <p:sp>
        <p:nvSpPr>
          <p:cNvPr id="28" name="Chevron 27"/>
          <p:cNvSpPr/>
          <p:nvPr/>
        </p:nvSpPr>
        <p:spPr>
          <a:xfrm>
            <a:off x="960120" y="1225296"/>
            <a:ext cx="640080" cy="237744"/>
          </a:xfrm>
          <a:prstGeom prst="chevron">
            <a:avLst/>
          </a:prstGeom>
          <a:solidFill>
            <a:srgbClr val="DE161D"/>
          </a:solidFill>
          <a:ln>
            <a:noFill/>
          </a:ln>
        </p:spPr>
        <p:txBody>
          <a:bodyPr rtlCol="0" anchor="ctr" wrap="square" lIns="27432" rIns="27432" tIns="0" bIns="0"/>
          <a:lstStyle/>
          <a:p>
            <a:pPr algn="ctr"/>
            <a:r>
              <a:rPr sz="750" b="1">
                <a:solidFill>
                  <a:srgbClr val="FFFFFF"/>
                </a:solidFill>
                <a:latin typeface="Arial"/>
              </a:rPr>
              <a:t>Design</a:t>
            </a:r>
          </a:p>
        </p:txBody>
      </p:sp>
      <p:sp>
        <p:nvSpPr>
          <p:cNvPr id="29" name="Chevron 28"/>
          <p:cNvSpPr/>
          <p:nvPr/>
        </p:nvSpPr>
        <p:spPr>
          <a:xfrm>
            <a:off x="1618488" y="1225296"/>
            <a:ext cx="640080" cy="237744"/>
          </a:xfrm>
          <a:prstGeom prst="chevron">
            <a:avLst/>
          </a:prstGeom>
          <a:solidFill>
            <a:srgbClr val="CECAC5"/>
          </a:solidFill>
          <a:ln>
            <a:noFill/>
          </a:ln>
        </p:spPr>
        <p:txBody>
          <a:bodyPr rtlCol="0" anchor="ctr" wrap="square" lIns="27432" rIns="27432" tIns="0" bIns="0"/>
          <a:lstStyle/>
          <a:p>
            <a:pPr algn="ctr"/>
            <a:r>
              <a:rPr sz="750" b="1">
                <a:solidFill>
                  <a:srgbClr val="6E6E71"/>
                </a:solidFill>
                <a:latin typeface="Arial"/>
              </a:rPr>
              <a:t>Build</a:t>
            </a:r>
          </a:p>
        </p:txBody>
      </p:sp>
      <p:sp>
        <p:nvSpPr>
          <p:cNvPr id="30" name="Chevron 29"/>
          <p:cNvSpPr/>
          <p:nvPr/>
        </p:nvSpPr>
        <p:spPr>
          <a:xfrm>
            <a:off x="2276856" y="1225296"/>
            <a:ext cx="640080" cy="237744"/>
          </a:xfrm>
          <a:prstGeom prst="chevron">
            <a:avLst/>
          </a:prstGeom>
          <a:solidFill>
            <a:srgbClr val="CECAC5"/>
          </a:solidFill>
          <a:ln>
            <a:noFill/>
          </a:ln>
        </p:spPr>
        <p:txBody>
          <a:bodyPr rtlCol="0" anchor="ctr" wrap="square" lIns="27432" rIns="27432" tIns="0" bIns="0"/>
          <a:lstStyle/>
          <a:p>
            <a:pPr algn="ctr"/>
            <a:r>
              <a:rPr sz="750" b="1">
                <a:solidFill>
                  <a:srgbClr val="6E6E71"/>
                </a:solidFill>
                <a:latin typeface="Arial"/>
              </a:rPr>
              <a:t>Launch</a:t>
            </a:r>
          </a:p>
        </p:txBody>
      </p:sp>
      <p:sp>
        <p:nvSpPr>
          <p:cNvPr id="31" name="Oval 30"/>
          <p:cNvSpPr/>
          <p:nvPr/>
        </p:nvSpPr>
        <p:spPr>
          <a:xfrm>
            <a:off x="3108960" y="1261872"/>
            <a:ext cx="137160" cy="137160"/>
          </a:xfrm>
          <a:prstGeom prst="ellipse">
            <a:avLst/>
          </a:prstGeom>
          <a:solidFill>
            <a:srgbClr val="91B76E"/>
          </a:solidFill>
          <a:ln>
            <a:noFill/>
          </a:ln>
        </p:spPr>
        <p:txBody>
          <a:bodyPr rtlCol="0" anchor="ctr"/>
          <a:lstStyle/>
          <a:p>
            <a:pPr algn="ctr"/>
          </a:p>
        </p:txBody>
      </p:sp>
      <p:sp>
        <p:nvSpPr>
          <p:cNvPr id="32" name="Oval 31"/>
          <p:cNvSpPr/>
          <p:nvPr/>
        </p:nvSpPr>
        <p:spPr>
          <a:xfrm>
            <a:off x="3310128" y="1261872"/>
            <a:ext cx="137160" cy="137160"/>
          </a:xfrm>
          <a:prstGeom prst="ellipse">
            <a:avLst/>
          </a:prstGeom>
          <a:solidFill>
            <a:srgbClr val="91B76E"/>
          </a:solidFill>
          <a:ln>
            <a:noFill/>
          </a:ln>
        </p:spPr>
        <p:txBody>
          <a:bodyPr rtlCol="0" anchor="ctr"/>
          <a:lstStyle/>
          <a:p>
            <a:pPr algn="ctr"/>
          </a:p>
        </p:txBody>
      </p:sp>
      <p:sp>
        <p:nvSpPr>
          <p:cNvPr id="33" name="Oval 32"/>
          <p:cNvSpPr/>
          <p:nvPr/>
        </p:nvSpPr>
        <p:spPr>
          <a:xfrm>
            <a:off x="3511296" y="1261872"/>
            <a:ext cx="137160" cy="137160"/>
          </a:xfrm>
          <a:prstGeom prst="ellipse">
            <a:avLst/>
          </a:prstGeom>
          <a:solidFill>
            <a:srgbClr val="91B76E"/>
          </a:solidFill>
          <a:ln>
            <a:noFill/>
          </a:ln>
        </p:spPr>
        <p:txBody>
          <a:bodyPr rtlCol="0" anchor="ctr"/>
          <a:lstStyle/>
          <a:p>
            <a:pPr algn="ctr"/>
          </a:p>
        </p:txBody>
      </p:sp>
      <p:sp>
        <p:nvSpPr>
          <p:cNvPr id="34" name="Oval 33"/>
          <p:cNvSpPr/>
          <p:nvPr/>
        </p:nvSpPr>
        <p:spPr>
          <a:xfrm>
            <a:off x="3712463" y="1261872"/>
            <a:ext cx="137160" cy="137160"/>
          </a:xfrm>
          <a:prstGeom prst="ellipse">
            <a:avLst/>
          </a:prstGeom>
          <a:solidFill>
            <a:srgbClr val="91B76E"/>
          </a:solidFill>
          <a:ln>
            <a:noFill/>
          </a:ln>
        </p:spPr>
        <p:txBody>
          <a:bodyPr rtlCol="0" anchor="ctr"/>
          <a:lstStyle/>
          <a:p>
            <a:pPr algn="ctr"/>
          </a:p>
        </p:txBody>
      </p:sp>
      <p:sp>
        <p:nvSpPr>
          <p:cNvPr id="35" name="Oval 34"/>
          <p:cNvSpPr/>
          <p:nvPr/>
        </p:nvSpPr>
        <p:spPr>
          <a:xfrm>
            <a:off x="3913632" y="1261872"/>
            <a:ext cx="137160" cy="137160"/>
          </a:xfrm>
          <a:prstGeom prst="ellipse">
            <a:avLst/>
          </a:prstGeom>
          <a:solidFill>
            <a:srgbClr val="91B76E"/>
          </a:solidFill>
          <a:ln>
            <a:noFill/>
          </a:ln>
        </p:spPr>
        <p:txBody>
          <a:bodyPr rtlCol="0" anchor="ctr"/>
          <a:lstStyle/>
          <a:p>
            <a:pPr algn="ctr"/>
          </a:p>
        </p:txBody>
      </p:sp>
      <p:sp>
        <p:nvSpPr>
          <p:cNvPr id="36" name="Oval 35"/>
          <p:cNvSpPr/>
          <p:nvPr/>
        </p:nvSpPr>
        <p:spPr>
          <a:xfrm>
            <a:off x="4553712" y="1261872"/>
            <a:ext cx="137160" cy="137160"/>
          </a:xfrm>
          <a:prstGeom prst="ellipse">
            <a:avLst/>
          </a:prstGeom>
          <a:solidFill>
            <a:srgbClr val="DE161D"/>
          </a:solidFill>
          <a:ln>
            <a:noFill/>
          </a:ln>
        </p:spPr>
        <p:txBody>
          <a:bodyPr rtlCol="0" anchor="ctr"/>
          <a:lstStyle/>
          <a:p>
            <a:pPr algn="ctr"/>
          </a:p>
        </p:txBody>
      </p:sp>
      <p:sp>
        <p:nvSpPr>
          <p:cNvPr id="37" name="Oval 36"/>
          <p:cNvSpPr/>
          <p:nvPr/>
        </p:nvSpPr>
        <p:spPr>
          <a:xfrm>
            <a:off x="4754879" y="1261872"/>
            <a:ext cx="137160" cy="137160"/>
          </a:xfrm>
          <a:prstGeom prst="ellipse">
            <a:avLst/>
          </a:prstGeom>
          <a:solidFill>
            <a:srgbClr val="DE161D"/>
          </a:solidFill>
          <a:ln>
            <a:noFill/>
          </a:ln>
        </p:spPr>
        <p:txBody>
          <a:bodyPr rtlCol="0" anchor="ctr"/>
          <a:lstStyle/>
          <a:p>
            <a:pPr algn="ctr"/>
          </a:p>
        </p:txBody>
      </p:sp>
      <p:sp>
        <p:nvSpPr>
          <p:cNvPr id="38" name="Oval 37"/>
          <p:cNvSpPr/>
          <p:nvPr/>
        </p:nvSpPr>
        <p:spPr>
          <a:xfrm>
            <a:off x="4956048" y="1261872"/>
            <a:ext cx="137160" cy="137160"/>
          </a:xfrm>
          <a:prstGeom prst="ellipse">
            <a:avLst/>
          </a:prstGeom>
          <a:solidFill>
            <a:srgbClr val="DE161D"/>
          </a:solidFill>
          <a:ln>
            <a:noFill/>
          </a:ln>
        </p:spPr>
        <p:txBody>
          <a:bodyPr rtlCol="0" anchor="ctr"/>
          <a:lstStyle/>
          <a:p>
            <a:pPr algn="ctr"/>
          </a:p>
        </p:txBody>
      </p:sp>
      <p:sp>
        <p:nvSpPr>
          <p:cNvPr id="39" name="Oval 38"/>
          <p:cNvSpPr/>
          <p:nvPr/>
        </p:nvSpPr>
        <p:spPr>
          <a:xfrm>
            <a:off x="5157216" y="1261872"/>
            <a:ext cx="137160" cy="137160"/>
          </a:xfrm>
          <a:prstGeom prst="ellipse">
            <a:avLst/>
          </a:prstGeom>
          <a:solidFill>
            <a:srgbClr val="DE161D"/>
          </a:solidFill>
          <a:ln>
            <a:noFill/>
          </a:ln>
        </p:spPr>
        <p:txBody>
          <a:bodyPr rtlCol="0" anchor="ctr"/>
          <a:lstStyle/>
          <a:p>
            <a:pPr algn="ctr"/>
          </a:p>
        </p:txBody>
      </p:sp>
      <p:sp>
        <p:nvSpPr>
          <p:cNvPr id="40" name="Oval 39"/>
          <p:cNvSpPr/>
          <p:nvPr/>
        </p:nvSpPr>
        <p:spPr>
          <a:xfrm>
            <a:off x="5358383" y="1261872"/>
            <a:ext cx="137160" cy="137160"/>
          </a:xfrm>
          <a:prstGeom prst="ellipse">
            <a:avLst/>
          </a:prstGeom>
          <a:solidFill>
            <a:srgbClr val="DE161D"/>
          </a:solidFill>
          <a:ln>
            <a:noFill/>
          </a:ln>
        </p:spPr>
        <p:txBody>
          <a:bodyPr rtlCol="0" anchor="ctr"/>
          <a:lstStyle/>
          <a:p>
            <a:pPr algn="ctr"/>
          </a:p>
        </p:txBody>
      </p:sp>
      <p:sp>
        <p:nvSpPr>
          <p:cNvPr id="41" name="Oval 40"/>
          <p:cNvSpPr/>
          <p:nvPr/>
        </p:nvSpPr>
        <p:spPr>
          <a:xfrm>
            <a:off x="5998464" y="1261872"/>
            <a:ext cx="137160" cy="137160"/>
          </a:xfrm>
          <a:prstGeom prst="ellipse">
            <a:avLst/>
          </a:prstGeom>
          <a:solidFill>
            <a:srgbClr val="6E6E71"/>
          </a:solidFill>
          <a:ln>
            <a:noFill/>
          </a:ln>
        </p:spPr>
        <p:txBody>
          <a:bodyPr rtlCol="0" anchor="ctr"/>
          <a:lstStyle/>
          <a:p>
            <a:pPr algn="ctr"/>
          </a:p>
        </p:txBody>
      </p:sp>
      <p:sp>
        <p:nvSpPr>
          <p:cNvPr id="42" name="Oval 41"/>
          <p:cNvSpPr/>
          <p:nvPr/>
        </p:nvSpPr>
        <p:spPr>
          <a:xfrm>
            <a:off x="6199631" y="1261872"/>
            <a:ext cx="137160" cy="137160"/>
          </a:xfrm>
          <a:prstGeom prst="ellipse">
            <a:avLst/>
          </a:prstGeom>
          <a:solidFill>
            <a:srgbClr val="6E6E71"/>
          </a:solidFill>
          <a:ln>
            <a:noFill/>
          </a:ln>
        </p:spPr>
        <p:txBody>
          <a:bodyPr rtlCol="0" anchor="ctr"/>
          <a:lstStyle/>
          <a:p>
            <a:pPr algn="ctr"/>
          </a:p>
        </p:txBody>
      </p:sp>
      <p:sp>
        <p:nvSpPr>
          <p:cNvPr id="43" name="Oval 42"/>
          <p:cNvSpPr/>
          <p:nvPr/>
        </p:nvSpPr>
        <p:spPr>
          <a:xfrm>
            <a:off x="6400800" y="1261872"/>
            <a:ext cx="137160" cy="137160"/>
          </a:xfrm>
          <a:prstGeom prst="ellipse">
            <a:avLst/>
          </a:prstGeom>
          <a:solidFill>
            <a:srgbClr val="6E6E71"/>
          </a:solidFill>
          <a:ln>
            <a:noFill/>
          </a:ln>
        </p:spPr>
        <p:txBody>
          <a:bodyPr rtlCol="0" anchor="ctr"/>
          <a:lstStyle/>
          <a:p>
            <a:pPr algn="ctr"/>
          </a:p>
        </p:txBody>
      </p:sp>
      <p:sp>
        <p:nvSpPr>
          <p:cNvPr id="44" name="Oval 43"/>
          <p:cNvSpPr/>
          <p:nvPr/>
        </p:nvSpPr>
        <p:spPr>
          <a:xfrm>
            <a:off x="6601968" y="1261872"/>
            <a:ext cx="137160" cy="137160"/>
          </a:xfrm>
          <a:prstGeom prst="ellipse">
            <a:avLst/>
          </a:prstGeom>
          <a:solidFill>
            <a:srgbClr val="6E6E71"/>
          </a:solidFill>
          <a:ln>
            <a:noFill/>
          </a:ln>
        </p:spPr>
        <p:txBody>
          <a:bodyPr rtlCol="0" anchor="ctr"/>
          <a:lstStyle/>
          <a:p>
            <a:pPr algn="ctr"/>
          </a:p>
        </p:txBody>
      </p:sp>
      <p:sp>
        <p:nvSpPr>
          <p:cNvPr id="45" name="Oval 44"/>
          <p:cNvSpPr/>
          <p:nvPr/>
        </p:nvSpPr>
        <p:spPr>
          <a:xfrm>
            <a:off x="6803136" y="1261872"/>
            <a:ext cx="137160" cy="137160"/>
          </a:xfrm>
          <a:prstGeom prst="ellipse">
            <a:avLst/>
          </a:prstGeom>
          <a:solidFill>
            <a:srgbClr val="6E6E71"/>
          </a:solidFill>
          <a:ln>
            <a:noFill/>
          </a:ln>
        </p:spPr>
        <p:txBody>
          <a:bodyPr rtlCol="0" anchor="ctr"/>
          <a:lstStyle/>
          <a:p>
            <a:pPr algn="ctr"/>
          </a:p>
        </p:txBody>
      </p:sp>
      <p:sp>
        <p:nvSpPr>
          <p:cNvPr id="46" name="Oval 45"/>
          <p:cNvSpPr/>
          <p:nvPr/>
        </p:nvSpPr>
        <p:spPr>
          <a:xfrm>
            <a:off x="7443215" y="1261872"/>
            <a:ext cx="137160" cy="137160"/>
          </a:xfrm>
          <a:prstGeom prst="ellipse">
            <a:avLst/>
          </a:prstGeom>
          <a:solidFill>
            <a:srgbClr val="D99A1B"/>
          </a:solidFill>
          <a:ln>
            <a:noFill/>
          </a:ln>
        </p:spPr>
        <p:txBody>
          <a:bodyPr rtlCol="0" anchor="ctr"/>
          <a:lstStyle/>
          <a:p>
            <a:pPr algn="ctr"/>
          </a:p>
        </p:txBody>
      </p:sp>
      <p:sp>
        <p:nvSpPr>
          <p:cNvPr id="47" name="Oval 46"/>
          <p:cNvSpPr/>
          <p:nvPr/>
        </p:nvSpPr>
        <p:spPr>
          <a:xfrm>
            <a:off x="7644383" y="1261872"/>
            <a:ext cx="137160" cy="137160"/>
          </a:xfrm>
          <a:prstGeom prst="ellipse">
            <a:avLst/>
          </a:prstGeom>
          <a:solidFill>
            <a:srgbClr val="D99A1B"/>
          </a:solidFill>
          <a:ln>
            <a:noFill/>
          </a:ln>
        </p:spPr>
        <p:txBody>
          <a:bodyPr rtlCol="0" anchor="ctr"/>
          <a:lstStyle/>
          <a:p>
            <a:pPr algn="ctr"/>
          </a:p>
        </p:txBody>
      </p:sp>
      <p:sp>
        <p:nvSpPr>
          <p:cNvPr id="48" name="Oval 47"/>
          <p:cNvSpPr/>
          <p:nvPr/>
        </p:nvSpPr>
        <p:spPr>
          <a:xfrm>
            <a:off x="7845551" y="1261872"/>
            <a:ext cx="137160" cy="137160"/>
          </a:xfrm>
          <a:prstGeom prst="ellipse">
            <a:avLst/>
          </a:prstGeom>
          <a:solidFill>
            <a:srgbClr val="D99A1B"/>
          </a:solidFill>
          <a:ln>
            <a:noFill/>
          </a:ln>
        </p:spPr>
        <p:txBody>
          <a:bodyPr rtlCol="0" anchor="ctr"/>
          <a:lstStyle/>
          <a:p>
            <a:pPr algn="ctr"/>
          </a:p>
        </p:txBody>
      </p:sp>
      <p:sp>
        <p:nvSpPr>
          <p:cNvPr id="49" name="Oval 48"/>
          <p:cNvSpPr/>
          <p:nvPr/>
        </p:nvSpPr>
        <p:spPr>
          <a:xfrm>
            <a:off x="8046719" y="1261872"/>
            <a:ext cx="137160" cy="137160"/>
          </a:xfrm>
          <a:prstGeom prst="ellipse">
            <a:avLst/>
          </a:prstGeom>
          <a:solidFill>
            <a:srgbClr val="D99A1B"/>
          </a:solidFill>
          <a:ln>
            <a:noFill/>
          </a:ln>
        </p:spPr>
        <p:txBody>
          <a:bodyPr rtlCol="0" anchor="ctr"/>
          <a:lstStyle/>
          <a:p>
            <a:pPr algn="ctr"/>
          </a:p>
        </p:txBody>
      </p:sp>
      <p:sp>
        <p:nvSpPr>
          <p:cNvPr id="50" name="Oval 49"/>
          <p:cNvSpPr/>
          <p:nvPr/>
        </p:nvSpPr>
        <p:spPr>
          <a:xfrm>
            <a:off x="8247888" y="1261872"/>
            <a:ext cx="137160" cy="137160"/>
          </a:xfrm>
          <a:prstGeom prst="ellipse">
            <a:avLst/>
          </a:prstGeom>
          <a:solidFill>
            <a:srgbClr val="D99A1B"/>
          </a:solidFill>
          <a:ln>
            <a:noFill/>
          </a:ln>
        </p:spPr>
        <p:txBody>
          <a:bodyPr rtlCol="0" anchor="ctr"/>
          <a:lstStyle/>
          <a:p>
            <a:pPr algn="ctr"/>
          </a:p>
        </p:txBody>
      </p:sp>
      <p:sp>
        <p:nvSpPr>
          <p:cNvPr id="51" name="TextBox 50"/>
          <p:cNvSpPr txBox="1"/>
          <p:nvPr/>
        </p:nvSpPr>
        <p:spPr>
          <a:xfrm>
            <a:off x="8851392" y="1170432"/>
            <a:ext cx="2916936" cy="384048"/>
          </a:xfrm>
          <a:prstGeom prst="rect">
            <a:avLst/>
          </a:prstGeom>
          <a:noFill/>
        </p:spPr>
        <p:txBody>
          <a:bodyPr wrap="square" lIns="18288" rIns="18288" tIns="9144" bIns="9144" anchor="t">
            <a:spAutoFit/>
          </a:bodyPr>
          <a:lstStyle/>
          <a:p>
            <a:pPr algn="l"/>
            <a:r>
              <a:rPr sz="750" b="1" i="0">
                <a:solidFill>
                  <a:srgbClr val="91B76E"/>
                </a:solidFill>
                <a:latin typeface="Arial"/>
              </a:rPr>
              <a:t>→ </a:t>
            </a:r>
            <a:r>
              <a:rPr sz="750" b="0" i="0">
                <a:solidFill>
                  <a:srgbClr val="000000"/>
                </a:solidFill>
                <a:latin typeface="Arial"/>
              </a:rPr>
              <a:t>Trading GA (May 2027), SZ parent-user SSO, full attestations</a:t>
            </a:r>
          </a:p>
          <a:p>
            <a:pPr algn="l"/>
            <a:r>
              <a:rPr sz="750" b="1" i="0">
                <a:solidFill>
                  <a:srgbClr val="DE161D"/>
                </a:solidFill>
                <a:latin typeface="Arial"/>
              </a:rPr>
              <a:t>← </a:t>
            </a:r>
            <a:r>
              <a:rPr sz="750" b="0" i="0">
                <a:solidFill>
                  <a:srgbClr val="000000"/>
                </a:solidFill>
                <a:latin typeface="Arial"/>
              </a:rPr>
              <a:t>UAR + user list, Firm360 relationships, governance decisions</a:t>
            </a:r>
          </a:p>
        </p:txBody>
      </p:sp>
    </p:spTree>
    <p:extLst>
      <p:ext uri="{BB962C8B-B14F-4D97-AF65-F5344CB8AC3E}">
        <p14:creationId xmlns:p14="http://schemas.microsoft.com/office/powerpoint/2010/main" val="535074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8366A-8508-08F7-8CFE-2F71E5B25EA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4159CE-2CB7-FA41-304B-23449B88CAD3}"/>
              </a:ext>
            </a:extLst>
          </p:cNvPr>
          <p:cNvSpPr>
            <a:spLocks noGrp="1"/>
          </p:cNvSpPr>
          <p:nvPr>
            <p:ph type="body" sz="quarter" idx="13"/>
          </p:nvPr>
        </p:nvSpPr>
        <p:spPr/>
        <p:txBody>
          <a:bodyPr/>
          <a:lstStyle/>
          <a:p>
            <a:r>
              <a:rPr lang="en-US" b="1">
                <a:solidFill>
                  <a:schemeClr val="bg1">
                    <a:lumMod val="50000"/>
                  </a:schemeClr>
                </a:solidFill>
              </a:rPr>
              <a:t>F&amp;UM Deep-Dive with Ray</a:t>
            </a:r>
          </a:p>
        </p:txBody>
      </p:sp>
      <p:sp>
        <p:nvSpPr>
          <p:cNvPr id="3" name="Title 2">
            <a:extLst>
              <a:ext uri="{FF2B5EF4-FFF2-40B4-BE49-F238E27FC236}">
                <a16:creationId xmlns:a16="http://schemas.microsoft.com/office/drawing/2014/main" id="{C9F6E79E-CD2E-0EF8-C642-42CCC756DD97}"/>
              </a:ext>
            </a:extLst>
          </p:cNvPr>
          <p:cNvSpPr>
            <a:spLocks noGrp="1"/>
          </p:cNvSpPr>
          <p:nvPr>
            <p:ph type="title"/>
          </p:nvPr>
        </p:nvSpPr>
        <p:spPr>
          <a:xfrm>
            <a:off x="246064" y="414000"/>
            <a:ext cx="9601200" cy="542840"/>
          </a:xfrm>
        </p:spPr>
        <p:txBody>
          <a:bodyPr/>
          <a:lstStyle/>
          <a:p>
            <a:r>
              <a:rPr lang="en-US"/>
              <a:t>Self-serve User Management</a:t>
            </a:r>
            <a:endParaRPr lang="en-US">
              <a:solidFill>
                <a:schemeClr val="bg1">
                  <a:lumMod val="50000"/>
                </a:schemeClr>
              </a:solidFill>
            </a:endParaRPr>
          </a:p>
        </p:txBody>
      </p:sp>
      <p:sp>
        <p:nvSpPr>
          <p:cNvPr id="5" name="Slide Number Placeholder 4">
            <a:extLst>
              <a:ext uri="{FF2B5EF4-FFF2-40B4-BE49-F238E27FC236}">
                <a16:creationId xmlns:a16="http://schemas.microsoft.com/office/drawing/2014/main" id="{0372CC49-7463-8F55-F164-A8816679E9F9}"/>
              </a:ext>
            </a:extLst>
          </p:cNvPr>
          <p:cNvSpPr>
            <a:spLocks noGrp="1"/>
          </p:cNvSpPr>
          <p:nvPr>
            <p:ph type="sldNum" sz="quarter" idx="12"/>
          </p:nvPr>
        </p:nvSpPr>
        <p:spPr/>
        <p:txBody>
          <a:bodyPr/>
          <a:lstStyle/>
          <a:p>
            <a:fld id="{21DAE3DD-E46F-48E2-BAED-1C2B457B4828}" type="slidenum">
              <a:rPr lang="en-CA" smtClean="0"/>
              <a:t>4</a:t>
            </a:fld>
            <a:endParaRPr lang="en-CA"/>
          </a:p>
        </p:txBody>
      </p:sp>
      <p:graphicFrame>
        <p:nvGraphicFramePr>
          <p:cNvPr id="12" name="Table 11">
            <a:extLst>
              <a:ext uri="{FF2B5EF4-FFF2-40B4-BE49-F238E27FC236}">
                <a16:creationId xmlns:a16="http://schemas.microsoft.com/office/drawing/2014/main" id="{40E8B1D0-143D-1778-B65A-F35FD870D353}"/>
              </a:ext>
            </a:extLst>
          </p:cNvPr>
          <p:cNvGraphicFramePr>
            <a:graphicFrameLocks noGrp="1"/>
          </p:cNvGraphicFramePr>
          <p:nvPr>
            <p:extLst>
              <p:ext uri="{D42A27DB-BD31-4B8C-83A1-F6EECF244321}">
                <p14:modId xmlns:p14="http://schemas.microsoft.com/office/powerpoint/2010/main" val="2489594629"/>
              </p:ext>
            </p:extLst>
          </p:nvPr>
        </p:nvGraphicFramePr>
        <p:xfrm>
          <a:off x="232651" y="1682496"/>
          <a:ext cx="5162310" cy="1847088"/>
        </p:xfrm>
        <a:graphic>
          <a:graphicData uri="http://schemas.openxmlformats.org/drawingml/2006/table">
            <a:tbl>
              <a:tblPr firstRow="1" bandRow="1">
                <a:tableStyleId>{72833802-FEF1-4C79-8D5D-14CF1EAF98D9}</a:tableStyleId>
              </a:tblPr>
              <a:tblGrid>
                <a:gridCol w="5162310">
                  <a:extLst>
                    <a:ext uri="{9D8B030D-6E8A-4147-A177-3AD203B41FA5}">
                      <a16:colId xmlns:a16="http://schemas.microsoft.com/office/drawing/2014/main" val="3860667342"/>
                    </a:ext>
                  </a:extLst>
                </a:gridCol>
              </a:tblGrid>
              <a:tr h="292608">
                <a:tc>
                  <a:txBody>
                    <a:bodyPr/>
                    <a:lstStyle/>
                    <a:p>
                      <a:pPr lvl="0">
                        <a:buNone/>
                      </a:pPr>
                      <a:r>
                        <a:rPr lang="en-US" sz="1200" dirty="0">
                          <a:latin typeface="Arial"/>
                        </a:rPr>
                        <a:t>Executive Summary</a:t>
                      </a:r>
                    </a:p>
                  </a:txBody>
                  <a:tcPr anchor="ctr"/>
                </a:tc>
                <a:extLst>
                  <a:ext uri="{0D108BD9-81ED-4DB2-BD59-A6C34878D82A}">
                    <a16:rowId xmlns:a16="http://schemas.microsoft.com/office/drawing/2014/main" val="908975722"/>
                  </a:ext>
                </a:extLst>
              </a:tr>
              <a:tr h="1554480">
                <a:tc>
                  <a:txBody>
                    <a:bodyPr/>
                    <a:lstStyle/>
                    <a:p>
                      <a:pPr lvl="0" marL="171450" indent="-171450">
                        <a:spcAft>
                          <a:spcPts val="250"/>
                        </a:spcAft>
                        <a:buFont typeface="Arial" panose="020B0604020202020204" pitchFamily="34" charset="0"/>
                        <a:buChar char="•"/>
                      </a:pPr>
                      <a:r>
                        <a:rPr lang="en-US" sz="950" dirty="0">
                          <a:latin typeface="Arial"/>
                        </a:rPr>
                        <a:t>Firms have no view of their own users in CX; the internal list is not client-ready — statuses disagree between FNUM and Okta and resources are unlabelled</a:t>
                      </a:r>
                    </a:p>
                    <a:p>
                      <a:pPr lvl="0" marL="171450" indent="-171450">
                        <a:spcAft>
                          <a:spcPts val="250"/>
                        </a:spcAft>
                        <a:buFont typeface="Arial" panose="020B0604020202020204" pitchFamily="34" charset="0"/>
                        <a:buChar char="•"/>
                      </a:pPr>
                      <a:r>
                        <a:rPr lang="en-US" sz="950" dirty="0">
                          <a:latin typeface="Arial"/>
                        </a:rPr>
                        <a:t>Right-sized scope for Q1: externalize a correct user list and start the next action (modify, deactivate) from it; password reset, 2FA and full attestation deferred</a:t>
                      </a:r>
                    </a:p>
                    <a:p>
                      <a:pPr lvl="0" marL="171450" indent="-171450">
                        <a:spcAft>
                          <a:spcPts val="250"/>
                        </a:spcAft>
                        <a:buFont typeface="Arial" panose="020B0604020202020204" pitchFamily="34" charset="0"/>
                        <a:buChar char="•"/>
                      </a:pPr>
                      <a:r>
                        <a:rPr lang="en-US" sz="950" dirty="0">
                          <a:latin typeface="Arial"/>
                        </a:rPr>
                        <a:t>Sequenced right after UAR; needed before Multi-Firm so a parent steward can see users across the group</a:t>
                      </a:r>
                    </a:p>
                    <a:p>
                      <a:pPr lvl="0" marL="171450" indent="-171450">
                        <a:spcAft>
                          <a:spcPts val="250"/>
                        </a:spcAft>
                        <a:buFont typeface="Arial" panose="020B0604020202020204" pitchFamily="34" charset="0"/>
                        <a:buChar char="•"/>
                      </a:pPr>
                      <a:r>
                        <a:rPr lang="en-US" sz="950" dirty="0">
                          <a:latin typeface="Arial"/>
                        </a:rPr>
                        <a:t>Enabler for Unified CX User Attestations: no list, no attestation</a:t>
                      </a:r>
                    </a:p>
                  </a:txBody>
                  <a:tcPr/>
                </a:tc>
                <a:extLst>
                  <a:ext uri="{0D108BD9-81ED-4DB2-BD59-A6C34878D82A}">
                    <a16:rowId xmlns:a16="http://schemas.microsoft.com/office/drawing/2014/main" val="704698289"/>
                  </a:ext>
                </a:extLst>
              </a:tr>
            </a:tbl>
          </a:graphicData>
        </a:graphic>
      </p:graphicFrame>
      <p:graphicFrame>
        <p:nvGraphicFramePr>
          <p:cNvPr id="14" name="Table 13">
            <a:extLst>
              <a:ext uri="{FF2B5EF4-FFF2-40B4-BE49-F238E27FC236}">
                <a16:creationId xmlns:a16="http://schemas.microsoft.com/office/drawing/2014/main" id="{BCBC5A8E-28AB-2F1F-6850-BBBA21D14131}"/>
              </a:ext>
            </a:extLst>
          </p:cNvPr>
          <p:cNvGraphicFramePr>
            <a:graphicFrameLocks noGrp="1"/>
          </p:cNvGraphicFramePr>
          <p:nvPr>
            <p:extLst>
              <p:ext uri="{D42A27DB-BD31-4B8C-83A1-F6EECF244321}">
                <p14:modId xmlns:p14="http://schemas.microsoft.com/office/powerpoint/2010/main" val="2664711512"/>
              </p:ext>
            </p:extLst>
          </p:nvPr>
        </p:nvGraphicFramePr>
        <p:xfrm>
          <a:off x="5486401" y="1682496"/>
          <a:ext cx="6358485" cy="1828800"/>
        </p:xfrm>
        <a:graphic>
          <a:graphicData uri="http://schemas.openxmlformats.org/drawingml/2006/table">
            <a:tbl>
              <a:tblPr firstRow="1" bandRow="1">
                <a:tableStyleId>{72833802-FEF1-4C79-8D5D-14CF1EAF98D9}</a:tableStyleId>
              </a:tblPr>
              <a:tblGrid>
                <a:gridCol w="1371599">
                  <a:extLst>
                    <a:ext uri="{9D8B030D-6E8A-4147-A177-3AD203B41FA5}">
                      <a16:colId xmlns:a16="http://schemas.microsoft.com/office/drawing/2014/main" val="845858488"/>
                    </a:ext>
                  </a:extLst>
                </a:gridCol>
                <a:gridCol w="4986886">
                  <a:extLst>
                    <a:ext uri="{9D8B030D-6E8A-4147-A177-3AD203B41FA5}">
                      <a16:colId xmlns:a16="http://schemas.microsoft.com/office/drawing/2014/main" val="727706782"/>
                    </a:ext>
                  </a:extLst>
                </a:gridCol>
              </a:tblGrid>
              <a:tr h="292608">
                <a:tc gridSpan="2">
                  <a:txBody>
                    <a:bodyPr/>
                    <a:lstStyle/>
                    <a:p>
                      <a:pPr>
                        <a:buNone/>
                      </a:pPr>
                      <a:r>
                        <a:rPr lang="en-US" sz="1200" dirty="0">
                          <a:latin typeface="Arial"/>
                        </a:rPr>
                        <a:t>Top Three Discussion / Decision Points</a:t>
                      </a:r>
                    </a:p>
                  </a:txBody>
                  <a:tcPr anchor="ctr"/>
                </a:tc>
                <a:tc hMerge="1">
                  <a:txBody>
                    <a:bodyPr/>
                    <a:lstStyle/>
                    <a:p>
                      <a:pPr algn="ctr"/>
                      <a:endParaRPr lang="en-US" sz="1600"/>
                    </a:p>
                  </a:txBody>
                  <a:tcPr anchor="ctr"/>
                </a:tc>
                <a:extLst>
                  <a:ext uri="{0D108BD9-81ED-4DB2-BD59-A6C34878D82A}">
                    <a16:rowId xmlns:a16="http://schemas.microsoft.com/office/drawing/2014/main" val="4048482078"/>
                  </a:ext>
                </a:extLst>
              </a:tr>
              <a:tr h="512064">
                <a:tc>
                  <a:txBody>
                    <a:bodyPr/>
                    <a:lstStyle/>
                    <a:p>
                      <a:pPr marR="0" lvl="0" algn="l">
                        <a:lnSpc>
                          <a:spcPct val="100000"/>
                        </a:lnSpc>
                        <a:spcBef>
                          <a:spcPts val="0"/>
                        </a:spcBef>
                        <a:buNone/>
                      </a:pPr>
                      <a:r>
                        <a:rPr lang="en-US" sz="900" dirty="0" b="1">
                          <a:latin typeface="Arial"/>
                        </a:rPr>
                        <a:t>Minimum scope</a:t>
                      </a:r>
                    </a:p>
                  </a:txBody>
                  <a:tcPr>
                    <a:lnR w="12700" cap="flat" cmpd="sng" algn="ctr">
                      <a:solidFill>
                        <a:schemeClr val="tx1"/>
                      </a:solidFill>
                      <a:prstDash val="solid"/>
                      <a:round/>
                      <a:headEnd type="none" w="med" len="med"/>
                      <a:tailEnd type="none" w="med" len="med"/>
                    </a:lnR>
                  </a:tcPr>
                </a:tc>
                <a:tc>
                  <a:txBody>
                    <a:bodyPr/>
                    <a:lstStyle/>
                    <a:p>
                      <a:pPr algn="l">
                        <a:buClr>
                          <a:srgbClr val="000000"/>
                        </a:buClr>
                        <a:buNone/>
                      </a:pPr>
                      <a:r>
                        <a:rPr lang="en-US" sz="900" dirty="0">
                          <a:latin typeface="Arial"/>
                        </a:rPr>
                        <a:t>List plus initiate action, or add password reset and 2FA? Recommend the minimum — every addition pushes Multi-Firm.</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68293742"/>
                  </a:ext>
                </a:extLst>
              </a:tr>
              <a:tr h="512064">
                <a:tc>
                  <a:txBody>
                    <a:bodyPr/>
                    <a:lstStyle/>
                    <a:p>
                      <a:pPr lvl="0" algn="l">
                        <a:lnSpc>
                          <a:spcPct val="100000"/>
                        </a:lnSpc>
                        <a:spcBef>
                          <a:spcPts val="0"/>
                        </a:spcBef>
                        <a:buNone/>
                      </a:pPr>
                      <a:r>
                        <a:rPr lang="en-US" sz="900" dirty="0" b="1">
                          <a:latin typeface="Arial"/>
                        </a:rPr>
                        <a:t>Data fix first</a:t>
                      </a:r>
                    </a:p>
                  </a:txBody>
                  <a:tcPr>
                    <a:lnR w="12700" cap="flat" cmpd="sng" algn="ctr">
                      <a:solidFill>
                        <a:schemeClr val="tx1"/>
                      </a:solidFill>
                      <a:prstDash val="solid"/>
                      <a:round/>
                      <a:headEnd type="none" w="med" len="med"/>
                      <a:tailEnd type="none" w="med" len="med"/>
                    </a:lnR>
                  </a:tcPr>
                </a:tc>
                <a:tc>
                  <a:txBody>
                    <a:bodyPr/>
                    <a:lstStyle/>
                    <a:p>
                      <a:pPr algn="l">
                        <a:buNone/>
                      </a:pPr>
                      <a:r>
                        <a:rPr lang="en-US" sz="900" dirty="0">
                          <a:latin typeface="Arial"/>
                        </a:rPr>
                        <a:t>FNUM/Okta status discrepancies (Candi’s FUM-187/258, open since 2023) must be corrected before clients see the list.</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64039503"/>
                  </a:ext>
                </a:extLst>
              </a:tr>
              <a:tr h="512064">
                <a:tc>
                  <a:txBody>
                    <a:bodyPr/>
                    <a:lstStyle/>
                    <a:p>
                      <a:pPr marR="0" lvl="0" algn="l" defTabSz="914400" rtl="0" eaLnBrk="1" fontAlgn="auto" latinLnBrk="0" hangingPunct="1">
                        <a:lnSpc>
                          <a:spcPct val="100000"/>
                        </a:lnSpc>
                        <a:spcBef>
                          <a:spcPts val="0"/>
                        </a:spcBef>
                        <a:buClrTx/>
                        <a:buSzTx/>
                        <a:buFontTx/>
                        <a:tabLst/>
                        <a:defRPr/>
                        <a:buNone/>
                      </a:pPr>
                      <a:r>
                        <a:rPr lang="en-US" sz="900" dirty="0" b="1">
                          <a:latin typeface="Arial"/>
                        </a:rPr>
                        <a:t>Packaging</a:t>
                      </a:r>
                    </a:p>
                  </a:txBody>
                  <a:tcPr>
                    <a:lnR w="12700" cap="flat" cmpd="sng" algn="ctr">
                      <a:solidFill>
                        <a:schemeClr val="tx1"/>
                      </a:solidFill>
                      <a:prstDash val="solid"/>
                      <a:round/>
                      <a:headEnd type="none" w="med" len="med"/>
                      <a:tailEnd type="none" w="med" len="med"/>
                    </a:lnR>
                  </a:tcPr>
                </a:tc>
                <a:tc>
                  <a:txBody>
                    <a:bodyPr/>
                    <a:lstStyle/>
                    <a:p>
                      <a:pPr algn="l">
                        <a:buNone/>
                      </a:pPr>
                      <a:r>
                        <a:rPr lang="en-US" sz="900" dirty="0">
                          <a:latin typeface="Arial"/>
                        </a:rPr>
                        <a:t>Create the externalizable steward package (user list + unified request) separate from internal platform-admin resources.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65637357"/>
                  </a:ext>
                </a:extLst>
              </a:tr>
            </a:tbl>
          </a:graphicData>
        </a:graphic>
      </p:graphicFrame>
      <p:graphicFrame>
        <p:nvGraphicFramePr>
          <p:cNvPr id="4" name="Table 3">
            <a:extLst>
              <a:ext uri="{FF2B5EF4-FFF2-40B4-BE49-F238E27FC236}">
                <a16:creationId xmlns:a16="http://schemas.microsoft.com/office/drawing/2014/main" id="{1B0CCEC2-5096-73CE-1D15-7B512BBDDD01}"/>
              </a:ext>
            </a:extLst>
          </p:cNvPr>
          <p:cNvGraphicFramePr>
            <a:graphicFrameLocks noGrp="1"/>
          </p:cNvGraphicFramePr>
          <p:nvPr>
            <p:extLst>
              <p:ext uri="{D42A27DB-BD31-4B8C-83A1-F6EECF244321}">
                <p14:modId xmlns:p14="http://schemas.microsoft.com/office/powerpoint/2010/main" val="2386673707"/>
              </p:ext>
            </p:extLst>
          </p:nvPr>
        </p:nvGraphicFramePr>
        <p:xfrm>
          <a:off x="232651" y="3639312"/>
          <a:ext cx="2918626" cy="2798064"/>
        </p:xfrm>
        <a:graphic>
          <a:graphicData uri="http://schemas.openxmlformats.org/drawingml/2006/table">
            <a:tbl>
              <a:tblPr firstRow="1" bandRow="1">
                <a:tableStyleId>{72833802-FEF1-4C79-8D5D-14CF1EAF98D9}</a:tableStyleId>
              </a:tblPr>
              <a:tblGrid>
                <a:gridCol w="2918626">
                  <a:extLst>
                    <a:ext uri="{9D8B030D-6E8A-4147-A177-3AD203B41FA5}">
                      <a16:colId xmlns:a16="http://schemas.microsoft.com/office/drawing/2014/main" val="3373326334"/>
                    </a:ext>
                  </a:extLst>
                </a:gridCol>
              </a:tblGrid>
              <a:tr h="292608">
                <a:tc>
                  <a:txBody>
                    <a:bodyPr/>
                    <a:lstStyle/>
                    <a:p>
                      <a:pPr>
                        <a:buNone/>
                      </a:pPr>
                      <a:r>
                        <a:rPr lang="en-US" sz="1200" dirty="0">
                          <a:latin typeface="Arial"/>
                        </a:rPr>
                        <a:t>Objective(s) / Purpose(s)</a:t>
                      </a:r>
                    </a:p>
                  </a:txBody>
                  <a:tcPr anchor="ctr"/>
                </a:tc>
                <a:extLst>
                  <a:ext uri="{0D108BD9-81ED-4DB2-BD59-A6C34878D82A}">
                    <a16:rowId xmlns:a16="http://schemas.microsoft.com/office/drawing/2014/main" val="4048482078"/>
                  </a:ext>
                </a:extLst>
              </a:tr>
              <a:tr h="2505456">
                <a:tc>
                  <a:txBody>
                    <a:bodyPr/>
                    <a:lstStyle/>
                    <a:p>
                      <a:pPr lvl="0" algn="l" marL="171450" indent="-171450">
                        <a:spcAft>
                          <a:spcPts val="250"/>
                        </a:spcAft>
                        <a:lnSpc>
                          <a:spcPct val="100000"/>
                        </a:lnSpc>
                        <a:buFont typeface="Arial" panose="020B0604020202020204" pitchFamily="34" charset="0"/>
                        <a:buChar char="•"/>
                      </a:pPr>
                      <a:r>
                        <a:rPr lang="en-US" sz="1000" dirty="0">
                          <a:latin typeface="Arial"/>
                        </a:rPr>
                        <a:t>Stewards see all their users, status and packages, and act from the list</a:t>
                      </a:r>
                    </a:p>
                    <a:p>
                      <a:pPr lvl="0" algn="l" marL="171450" indent="-171450">
                        <a:spcAft>
                          <a:spcPts val="250"/>
                        </a:spcAft>
                        <a:lnSpc>
                          <a:spcPct val="100000"/>
                        </a:lnSpc>
                        <a:buFont typeface="Arial" panose="020B0604020202020204" pitchFamily="34" charset="0"/>
                        <a:buChar char="•"/>
                      </a:pPr>
                      <a:r>
                        <a:rPr lang="en-US" sz="1000" dirty="0">
                          <a:latin typeface="Arial"/>
                        </a:rPr>
                        <a:t>One view per person, including linked SZ and R2 IDs</a:t>
                      </a:r>
                    </a:p>
                    <a:p>
                      <a:pPr lvl="0" algn="l" marL="171450" indent="-171450">
                        <a:spcAft>
                          <a:spcPts val="250"/>
                        </a:spcAft>
                        <a:lnSpc>
                          <a:spcPct val="100000"/>
                        </a:lnSpc>
                        <a:buFont typeface="Arial" panose="020B0604020202020204" pitchFamily="34" charset="0"/>
                        <a:buChar char="•"/>
                      </a:pPr>
                      <a:r>
                        <a:rPr lang="en-US" sz="1000" dirty="0">
                          <a:latin typeface="Arial"/>
                        </a:rPr>
                        <a:t>Foundation for attestation and parent-group oversight</a:t>
                      </a:r>
                    </a:p>
                  </a:txBody>
                  <a:tcPr/>
                </a:tc>
                <a:extLst>
                  <a:ext uri="{0D108BD9-81ED-4DB2-BD59-A6C34878D82A}">
                    <a16:rowId xmlns:a16="http://schemas.microsoft.com/office/drawing/2014/main" val="3704394858"/>
                  </a:ext>
                </a:extLst>
              </a:tr>
            </a:tbl>
          </a:graphicData>
        </a:graphic>
      </p:graphicFrame>
      <p:graphicFrame>
        <p:nvGraphicFramePr>
          <p:cNvPr id="10" name="Table 9">
            <a:extLst>
              <a:ext uri="{FF2B5EF4-FFF2-40B4-BE49-F238E27FC236}">
                <a16:creationId xmlns:a16="http://schemas.microsoft.com/office/drawing/2014/main" id="{DF36B36D-1661-D9E7-DC88-F3415F5B2681}"/>
              </a:ext>
            </a:extLst>
          </p:cNvPr>
          <p:cNvGraphicFramePr>
            <a:graphicFrameLocks noGrp="1"/>
          </p:cNvGraphicFramePr>
          <p:nvPr>
            <p:extLst>
              <p:ext uri="{D42A27DB-BD31-4B8C-83A1-F6EECF244321}">
                <p14:modId xmlns:p14="http://schemas.microsoft.com/office/powerpoint/2010/main" val="3899771632"/>
              </p:ext>
            </p:extLst>
          </p:nvPr>
        </p:nvGraphicFramePr>
        <p:xfrm>
          <a:off x="3233026" y="3639312"/>
          <a:ext cx="2918626" cy="2798064"/>
        </p:xfrm>
        <a:graphic>
          <a:graphicData uri="http://schemas.openxmlformats.org/drawingml/2006/table">
            <a:tbl>
              <a:tblPr firstRow="1" bandRow="1">
                <a:tableStyleId>{72833802-FEF1-4C79-8D5D-14CF1EAF98D9}</a:tableStyleId>
              </a:tblPr>
              <a:tblGrid>
                <a:gridCol w="2918626">
                  <a:extLst>
                    <a:ext uri="{9D8B030D-6E8A-4147-A177-3AD203B41FA5}">
                      <a16:colId xmlns:a16="http://schemas.microsoft.com/office/drawing/2014/main" val="3373326334"/>
                    </a:ext>
                  </a:extLst>
                </a:gridCol>
              </a:tblGrid>
              <a:tr h="292608">
                <a:tc>
                  <a:txBody>
                    <a:bodyPr/>
                    <a:lstStyle/>
                    <a:p>
                      <a:pPr>
                        <a:buNone/>
                      </a:pPr>
                      <a:r>
                        <a:rPr lang="en-US" sz="1200" dirty="0">
                          <a:latin typeface="Arial"/>
                        </a:rPr>
                        <a:t>Benefit(s) / Problem(s) to Solve</a:t>
                      </a:r>
                    </a:p>
                  </a:txBody>
                  <a:tcPr anchor="ctr"/>
                </a:tc>
                <a:extLst>
                  <a:ext uri="{0D108BD9-81ED-4DB2-BD59-A6C34878D82A}">
                    <a16:rowId xmlns:a16="http://schemas.microsoft.com/office/drawing/2014/main" val="4048482078"/>
                  </a:ext>
                </a:extLst>
              </a:tr>
              <a:tr h="2505456">
                <a:tc>
                  <a:txBody>
                    <a:bodyPr/>
                    <a:lstStyle/>
                    <a:p>
                      <a:pPr lvl="0" marL="171450" indent="-171450">
                        <a:spcAft>
                          <a:spcPts val="250"/>
                        </a:spcAft>
                        <a:buFont typeface="Arial" panose="020B0604020202020204" pitchFamily="34" charset="0"/>
                        <a:buChar char="•"/>
                      </a:pPr>
                      <a:r>
                        <a:rPr lang="en-US" sz="1000" dirty="0">
                          <a:latin typeface="Arial"/>
                        </a:rPr>
                        <a:t>Guardian, Harbourfront and Fiera asked for a consolidated view of who has access</a:t>
                      </a:r>
                    </a:p>
                    <a:p>
                      <a:pPr lvl="0" marL="171450" indent="-171450">
                        <a:spcAft>
                          <a:spcPts val="250"/>
                        </a:spcAft>
                        <a:buFont typeface="Arial" panose="020B0604020202020204" pitchFamily="34" charset="0"/>
                        <a:buChar char="•"/>
                      </a:pPr>
                      <a:r>
                        <a:rPr lang="en-US" sz="1000" dirty="0">
                          <a:latin typeface="Arial"/>
                        </a:rPr>
                        <a:t>Removes a class of ID Admin tickets and shortens offboarding gaps</a:t>
                      </a:r>
                    </a:p>
                    <a:p>
                      <a:pPr lvl="0" marL="171450" indent="-171450">
                        <a:spcAft>
                          <a:spcPts val="250"/>
                        </a:spcAft>
                        <a:buFont typeface="Arial" panose="020B0604020202020204" pitchFamily="34" charset="0"/>
                        <a:buChar char="•"/>
                      </a:pPr>
                      <a:r>
                        <a:rPr lang="en-US" sz="1000" dirty="0">
                          <a:latin typeface="Arial"/>
                        </a:rPr>
                        <a:t>Clears a list of defects accumulated since the 2023 launch</a:t>
                      </a:r>
                    </a:p>
                  </a:txBody>
                  <a:tcPr/>
                </a:tc>
                <a:extLst>
                  <a:ext uri="{0D108BD9-81ED-4DB2-BD59-A6C34878D82A}">
                    <a16:rowId xmlns:a16="http://schemas.microsoft.com/office/drawing/2014/main" val="3704394858"/>
                  </a:ext>
                </a:extLst>
              </a:tr>
            </a:tbl>
          </a:graphicData>
        </a:graphic>
      </p:graphicFrame>
      <p:graphicFrame>
        <p:nvGraphicFramePr>
          <p:cNvPr id="6" name="Table 5">
            <a:extLst>
              <a:ext uri="{FF2B5EF4-FFF2-40B4-BE49-F238E27FC236}">
                <a16:creationId xmlns:a16="http://schemas.microsoft.com/office/drawing/2014/main" id="{7F097627-CB81-1125-ECE1-3FEFDF8DBD89}"/>
              </a:ext>
            </a:extLst>
          </p:cNvPr>
          <p:cNvGraphicFramePr>
            <a:graphicFrameLocks noGrp="1"/>
          </p:cNvGraphicFramePr>
          <p:nvPr>
            <p:extLst>
              <p:ext uri="{D42A27DB-BD31-4B8C-83A1-F6EECF244321}">
                <p14:modId xmlns:p14="http://schemas.microsoft.com/office/powerpoint/2010/main" val="2209537198"/>
              </p:ext>
            </p:extLst>
          </p:nvPr>
        </p:nvGraphicFramePr>
        <p:xfrm>
          <a:off x="6240385" y="3639312"/>
          <a:ext cx="5605388" cy="2798064"/>
        </p:xfrm>
        <a:graphic>
          <a:graphicData uri="http://schemas.openxmlformats.org/drawingml/2006/table">
            <a:tbl>
              <a:tblPr firstRow="1" bandRow="1">
                <a:tableStyleId>{72833802-FEF1-4C79-8D5D-14CF1EAF98D9}</a:tableStyleId>
              </a:tblPr>
              <a:tblGrid>
                <a:gridCol w="5605388">
                  <a:extLst>
                    <a:ext uri="{9D8B030D-6E8A-4147-A177-3AD203B41FA5}">
                      <a16:colId xmlns:a16="http://schemas.microsoft.com/office/drawing/2014/main" val="3373326334"/>
                    </a:ext>
                  </a:extLst>
                </a:gridCol>
              </a:tblGrid>
              <a:tr h="292608">
                <a:tc>
                  <a:txBody>
                    <a:bodyPr/>
                    <a:lstStyle/>
                    <a:p>
                      <a:pPr lvl="0" algn="l">
                        <a:lnSpc>
                          <a:spcPct val="100000"/>
                        </a:lnSpc>
                        <a:spcBef>
                          <a:spcPts val="0"/>
                        </a:spcBef>
                        <a:buNone/>
                      </a:pPr>
                      <a:r>
                        <a:rPr lang="en-US" sz="1200" dirty="0">
                          <a:latin typeface="Arial"/>
                        </a:rPr>
                        <a:t>Solution Approach</a:t>
                      </a:r>
                    </a:p>
                  </a:txBody>
                  <a:tcPr anchor="ctr"/>
                </a:tc>
                <a:extLst>
                  <a:ext uri="{0D108BD9-81ED-4DB2-BD59-A6C34878D82A}">
                    <a16:rowId xmlns:a16="http://schemas.microsoft.com/office/drawing/2014/main" val="4048482078"/>
                  </a:ext>
                </a:extLst>
              </a:tr>
              <a:tr h="2505456">
                <a:tc>
                  <a:txBody>
                    <a:bodyPr/>
                    <a:lstStyle/>
                    <a:p>
                      <a:pPr lvl="0" marL="171450" indent="-171450">
                        <a:spcAft>
                          <a:spcPts val="250"/>
                        </a:spcAft>
                        <a:buClr>
                          <a:srgbClr val="000000"/>
                        </a:buClr>
                        <a:buFont typeface="Arial" panose="020B0604020202020204" pitchFamily="34" charset="0"/>
                        <a:buChar char="•"/>
                      </a:pPr>
                      <a:r>
                        <a:rPr lang="en-US" sz="1000" dirty="0">
                          <a:latin typeface="Arial"/>
                        </a:rPr>
                        <a:t>Reuse the UAR data model: user list under Manage Firm Users with filters, profile modal and export</a:t>
                      </a:r>
                    </a:p>
                    <a:p>
                      <a:pPr lvl="0" marL="171450" indent="-171450">
                        <a:spcAft>
                          <a:spcPts val="250"/>
                        </a:spcAft>
                        <a:buClr>
                          <a:srgbClr val="000000"/>
                        </a:buClr>
                        <a:buFont typeface="Arial" panose="020B0604020202020204" pitchFamily="34" charset="0"/>
                        <a:buChar char="•"/>
                      </a:pPr>
                      <a:r>
                        <a:rPr lang="en-US" sz="1000" dirty="0">
                          <a:latin typeface="Arial"/>
                        </a:rPr>
                        <a:t>Statuses sourced from Okta (source of truth); platform-admin resources hidden from firms</a:t>
                      </a:r>
                    </a:p>
                    <a:p>
                      <a:pPr lvl="0" marL="171450" indent="-171450">
                        <a:spcAft>
                          <a:spcPts val="250"/>
                        </a:spcAft>
                        <a:buClr>
                          <a:srgbClr val="000000"/>
                        </a:buClr>
                        <a:buFont typeface="Arial" panose="020B0604020202020204" pitchFamily="34" charset="0"/>
                        <a:buChar char="•"/>
                      </a:pPr>
                      <a:r>
                        <a:rPr lang="en-US" sz="1000" dirty="0">
                          <a:latin typeface="Arial"/>
                        </a:rPr>
                        <a:t>Deactivate = one request disabling all linked IDs; Multi-Firm later extends the list to parent context</a:t>
                      </a:r>
                    </a:p>
                  </a:txBody>
                  <a:tcPr/>
                </a:tc>
                <a:extLst>
                  <a:ext uri="{0D108BD9-81ED-4DB2-BD59-A6C34878D82A}">
                    <a16:rowId xmlns:a16="http://schemas.microsoft.com/office/drawing/2014/main" val="3704394858"/>
                  </a:ext>
                </a:extLst>
              </a:tr>
            </a:tbl>
          </a:graphicData>
        </a:graphic>
      </p:graphicFrame>
      <p:sp>
        <p:nvSpPr>
          <p:cNvPr id="15" name="Rounded Rectangle 14"/>
          <p:cNvSpPr/>
          <p:nvPr/>
        </p:nvSpPr>
        <p:spPr>
          <a:xfrm>
            <a:off x="228600" y="950976"/>
            <a:ext cx="2743200" cy="603504"/>
          </a:xfrm>
          <a:prstGeom prst="roundRect">
            <a:avLst>
              <a:gd name="adj" fmla="val 8000"/>
            </a:avLst>
          </a:prstGeom>
          <a:solidFill>
            <a:srgbClr val="F7F4F0"/>
          </a:solidFill>
          <a:ln>
            <a:noFill/>
          </a:ln>
        </p:spPr>
        <p:txBody>
          <a:bodyPr rtlCol="0" anchor="ctr"/>
          <a:lstStyle/>
          <a:p/>
        </p:txBody>
      </p:sp>
      <p:sp>
        <p:nvSpPr>
          <p:cNvPr id="16" name="TextBox 15"/>
          <p:cNvSpPr txBox="1"/>
          <p:nvPr/>
        </p:nvSpPr>
        <p:spPr>
          <a:xfrm>
            <a:off x="301752" y="987552"/>
            <a:ext cx="2596896" cy="182880"/>
          </a:xfrm>
          <a:prstGeom prst="rect">
            <a:avLst/>
          </a:prstGeom>
          <a:noFill/>
        </p:spPr>
        <p:txBody>
          <a:bodyPr wrap="square" lIns="18288" rIns="18288" tIns="9144" bIns="9144" anchor="t">
            <a:spAutoFit/>
          </a:bodyPr>
          <a:lstStyle/>
          <a:p>
            <a:pPr algn="l"/>
            <a:r>
              <a:rPr sz="700" b="1" i="0">
                <a:solidFill>
                  <a:srgbClr val="6E6E71"/>
                </a:solidFill>
                <a:latin typeface="Arial"/>
              </a:rPr>
              <a:t>STAGE</a:t>
            </a:r>
          </a:p>
        </p:txBody>
      </p:sp>
      <p:sp>
        <p:nvSpPr>
          <p:cNvPr id="17" name="Rounded Rectangle 16"/>
          <p:cNvSpPr/>
          <p:nvPr/>
        </p:nvSpPr>
        <p:spPr>
          <a:xfrm>
            <a:off x="2999232" y="950976"/>
            <a:ext cx="1417320" cy="603504"/>
          </a:xfrm>
          <a:prstGeom prst="roundRect">
            <a:avLst>
              <a:gd name="adj" fmla="val 8000"/>
            </a:avLst>
          </a:prstGeom>
          <a:solidFill>
            <a:srgbClr val="F7F4F0"/>
          </a:solidFill>
          <a:ln>
            <a:noFill/>
          </a:ln>
        </p:spPr>
        <p:txBody>
          <a:bodyPr rtlCol="0" anchor="ctr"/>
          <a:lstStyle/>
          <a:p/>
        </p:txBody>
      </p:sp>
      <p:sp>
        <p:nvSpPr>
          <p:cNvPr id="18" name="TextBox 17"/>
          <p:cNvSpPr txBox="1"/>
          <p:nvPr/>
        </p:nvSpPr>
        <p:spPr>
          <a:xfrm>
            <a:off x="3072384"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VALUE</a:t>
            </a:r>
          </a:p>
        </p:txBody>
      </p:sp>
      <p:sp>
        <p:nvSpPr>
          <p:cNvPr id="19" name="Rounded Rectangle 18"/>
          <p:cNvSpPr/>
          <p:nvPr/>
        </p:nvSpPr>
        <p:spPr>
          <a:xfrm>
            <a:off x="4443983" y="950976"/>
            <a:ext cx="1417320" cy="603504"/>
          </a:xfrm>
          <a:prstGeom prst="roundRect">
            <a:avLst>
              <a:gd name="adj" fmla="val 8000"/>
            </a:avLst>
          </a:prstGeom>
          <a:solidFill>
            <a:srgbClr val="F7F4F0"/>
          </a:solidFill>
          <a:ln>
            <a:noFill/>
          </a:ln>
        </p:spPr>
        <p:txBody>
          <a:bodyPr rtlCol="0" anchor="ctr"/>
          <a:lstStyle/>
          <a:p/>
        </p:txBody>
      </p:sp>
      <p:sp>
        <p:nvSpPr>
          <p:cNvPr id="20" name="TextBox 19"/>
          <p:cNvSpPr txBox="1"/>
          <p:nvPr/>
        </p:nvSpPr>
        <p:spPr>
          <a:xfrm>
            <a:off x="4517136"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RISK</a:t>
            </a:r>
          </a:p>
        </p:txBody>
      </p:sp>
      <p:sp>
        <p:nvSpPr>
          <p:cNvPr id="21" name="Rounded Rectangle 20"/>
          <p:cNvSpPr/>
          <p:nvPr/>
        </p:nvSpPr>
        <p:spPr>
          <a:xfrm>
            <a:off x="5888736" y="950976"/>
            <a:ext cx="1417320" cy="603504"/>
          </a:xfrm>
          <a:prstGeom prst="roundRect">
            <a:avLst>
              <a:gd name="adj" fmla="val 8000"/>
            </a:avLst>
          </a:prstGeom>
          <a:solidFill>
            <a:srgbClr val="F7F4F0"/>
          </a:solidFill>
          <a:ln>
            <a:noFill/>
          </a:ln>
        </p:spPr>
        <p:txBody>
          <a:bodyPr rtlCol="0" anchor="ctr"/>
          <a:lstStyle/>
          <a:p/>
        </p:txBody>
      </p:sp>
      <p:sp>
        <p:nvSpPr>
          <p:cNvPr id="22" name="TextBox 21"/>
          <p:cNvSpPr txBox="1"/>
          <p:nvPr/>
        </p:nvSpPr>
        <p:spPr>
          <a:xfrm>
            <a:off x="5961888"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EFFORT</a:t>
            </a:r>
          </a:p>
        </p:txBody>
      </p:sp>
      <p:sp>
        <p:nvSpPr>
          <p:cNvPr id="23" name="Rounded Rectangle 22"/>
          <p:cNvSpPr/>
          <p:nvPr/>
        </p:nvSpPr>
        <p:spPr>
          <a:xfrm>
            <a:off x="7333488" y="950976"/>
            <a:ext cx="1417320" cy="603504"/>
          </a:xfrm>
          <a:prstGeom prst="roundRect">
            <a:avLst>
              <a:gd name="adj" fmla="val 8000"/>
            </a:avLst>
          </a:prstGeom>
          <a:solidFill>
            <a:srgbClr val="F7F4F0"/>
          </a:solidFill>
          <a:ln>
            <a:noFill/>
          </a:ln>
        </p:spPr>
        <p:txBody>
          <a:bodyPr rtlCol="0" anchor="ctr"/>
          <a:lstStyle/>
          <a:p/>
        </p:txBody>
      </p:sp>
      <p:sp>
        <p:nvSpPr>
          <p:cNvPr id="24" name="TextBox 23"/>
          <p:cNvSpPr txBox="1"/>
          <p:nvPr/>
        </p:nvSpPr>
        <p:spPr>
          <a:xfrm>
            <a:off x="7406640"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URGENCY</a:t>
            </a:r>
          </a:p>
        </p:txBody>
      </p:sp>
      <p:sp>
        <p:nvSpPr>
          <p:cNvPr id="25" name="Rounded Rectangle 24"/>
          <p:cNvSpPr/>
          <p:nvPr/>
        </p:nvSpPr>
        <p:spPr>
          <a:xfrm>
            <a:off x="8778240" y="950976"/>
            <a:ext cx="3063240" cy="603504"/>
          </a:xfrm>
          <a:prstGeom prst="roundRect">
            <a:avLst>
              <a:gd name="adj" fmla="val 8000"/>
            </a:avLst>
          </a:prstGeom>
          <a:solidFill>
            <a:srgbClr val="F7F4F0"/>
          </a:solidFill>
          <a:ln>
            <a:noFill/>
          </a:ln>
        </p:spPr>
        <p:txBody>
          <a:bodyPr rtlCol="0" anchor="ctr"/>
          <a:lstStyle/>
          <a:p/>
        </p:txBody>
      </p:sp>
      <p:sp>
        <p:nvSpPr>
          <p:cNvPr id="26" name="TextBox 25"/>
          <p:cNvSpPr txBox="1"/>
          <p:nvPr/>
        </p:nvSpPr>
        <p:spPr>
          <a:xfrm>
            <a:off x="8851392" y="987552"/>
            <a:ext cx="2916936" cy="182880"/>
          </a:xfrm>
          <a:prstGeom prst="rect">
            <a:avLst/>
          </a:prstGeom>
          <a:noFill/>
        </p:spPr>
        <p:txBody>
          <a:bodyPr wrap="square" lIns="18288" rIns="18288" tIns="9144" bIns="9144" anchor="t">
            <a:spAutoFit/>
          </a:bodyPr>
          <a:lstStyle/>
          <a:p>
            <a:pPr algn="l"/>
            <a:r>
              <a:rPr sz="700" b="1" i="0">
                <a:solidFill>
                  <a:srgbClr val="6E6E71"/>
                </a:solidFill>
                <a:latin typeface="Arial"/>
              </a:rPr>
              <a:t>ENABLES → / DEPENDS ON ←</a:t>
            </a:r>
          </a:p>
        </p:txBody>
      </p:sp>
      <p:sp>
        <p:nvSpPr>
          <p:cNvPr id="27" name="Pentagon 26"/>
          <p:cNvSpPr/>
          <p:nvPr/>
        </p:nvSpPr>
        <p:spPr>
          <a:xfrm>
            <a:off x="301752" y="1225296"/>
            <a:ext cx="640080" cy="237744"/>
          </a:xfrm>
          <a:prstGeom prst="homePlate">
            <a:avLst/>
          </a:prstGeom>
          <a:solidFill>
            <a:srgbClr val="DE161D"/>
          </a:solidFill>
          <a:ln>
            <a:noFill/>
          </a:ln>
        </p:spPr>
        <p:txBody>
          <a:bodyPr rtlCol="0" anchor="ctr" wrap="square" lIns="27432" rIns="27432" tIns="0" bIns="0"/>
          <a:lstStyle/>
          <a:p>
            <a:pPr algn="ctr"/>
            <a:r>
              <a:rPr sz="750" b="1">
                <a:solidFill>
                  <a:srgbClr val="FFFFFF"/>
                </a:solidFill>
                <a:latin typeface="Arial"/>
              </a:rPr>
              <a:t>Discovery</a:t>
            </a:r>
          </a:p>
        </p:txBody>
      </p:sp>
      <p:sp>
        <p:nvSpPr>
          <p:cNvPr id="28" name="Chevron 27"/>
          <p:cNvSpPr/>
          <p:nvPr/>
        </p:nvSpPr>
        <p:spPr>
          <a:xfrm>
            <a:off x="960120" y="1225296"/>
            <a:ext cx="640080" cy="237744"/>
          </a:xfrm>
          <a:prstGeom prst="chevron">
            <a:avLst/>
          </a:prstGeom>
          <a:solidFill>
            <a:srgbClr val="CECAC5"/>
          </a:solidFill>
          <a:ln>
            <a:noFill/>
          </a:ln>
        </p:spPr>
        <p:txBody>
          <a:bodyPr rtlCol="0" anchor="ctr" wrap="square" lIns="27432" rIns="27432" tIns="0" bIns="0"/>
          <a:lstStyle/>
          <a:p>
            <a:pPr algn="ctr"/>
            <a:r>
              <a:rPr sz="750" b="1">
                <a:solidFill>
                  <a:srgbClr val="6E6E71"/>
                </a:solidFill>
                <a:latin typeface="Arial"/>
              </a:rPr>
              <a:t>Design</a:t>
            </a:r>
          </a:p>
        </p:txBody>
      </p:sp>
      <p:sp>
        <p:nvSpPr>
          <p:cNvPr id="29" name="Chevron 28"/>
          <p:cNvSpPr/>
          <p:nvPr/>
        </p:nvSpPr>
        <p:spPr>
          <a:xfrm>
            <a:off x="1618488" y="1225296"/>
            <a:ext cx="640080" cy="237744"/>
          </a:xfrm>
          <a:prstGeom prst="chevron">
            <a:avLst/>
          </a:prstGeom>
          <a:solidFill>
            <a:srgbClr val="CECAC5"/>
          </a:solidFill>
          <a:ln>
            <a:noFill/>
          </a:ln>
        </p:spPr>
        <p:txBody>
          <a:bodyPr rtlCol="0" anchor="ctr" wrap="square" lIns="27432" rIns="27432" tIns="0" bIns="0"/>
          <a:lstStyle/>
          <a:p>
            <a:pPr algn="ctr"/>
            <a:r>
              <a:rPr sz="750" b="1">
                <a:solidFill>
                  <a:srgbClr val="6E6E71"/>
                </a:solidFill>
                <a:latin typeface="Arial"/>
              </a:rPr>
              <a:t>Build</a:t>
            </a:r>
          </a:p>
        </p:txBody>
      </p:sp>
      <p:sp>
        <p:nvSpPr>
          <p:cNvPr id="30" name="Chevron 29"/>
          <p:cNvSpPr/>
          <p:nvPr/>
        </p:nvSpPr>
        <p:spPr>
          <a:xfrm>
            <a:off x="2276856" y="1225296"/>
            <a:ext cx="640080" cy="237744"/>
          </a:xfrm>
          <a:prstGeom prst="chevron">
            <a:avLst/>
          </a:prstGeom>
          <a:solidFill>
            <a:srgbClr val="CECAC5"/>
          </a:solidFill>
          <a:ln>
            <a:noFill/>
          </a:ln>
        </p:spPr>
        <p:txBody>
          <a:bodyPr rtlCol="0" anchor="ctr" wrap="square" lIns="27432" rIns="27432" tIns="0" bIns="0"/>
          <a:lstStyle/>
          <a:p>
            <a:pPr algn="ctr"/>
            <a:r>
              <a:rPr sz="750" b="1">
                <a:solidFill>
                  <a:srgbClr val="6E6E71"/>
                </a:solidFill>
                <a:latin typeface="Arial"/>
              </a:rPr>
              <a:t>Launch</a:t>
            </a:r>
          </a:p>
        </p:txBody>
      </p:sp>
      <p:sp>
        <p:nvSpPr>
          <p:cNvPr id="31" name="Oval 30"/>
          <p:cNvSpPr/>
          <p:nvPr/>
        </p:nvSpPr>
        <p:spPr>
          <a:xfrm>
            <a:off x="3108960" y="1261872"/>
            <a:ext cx="137160" cy="137160"/>
          </a:xfrm>
          <a:prstGeom prst="ellipse">
            <a:avLst/>
          </a:prstGeom>
          <a:solidFill>
            <a:srgbClr val="91B76E"/>
          </a:solidFill>
          <a:ln>
            <a:noFill/>
          </a:ln>
        </p:spPr>
        <p:txBody>
          <a:bodyPr rtlCol="0" anchor="ctr"/>
          <a:lstStyle/>
          <a:p>
            <a:pPr algn="ctr"/>
          </a:p>
        </p:txBody>
      </p:sp>
      <p:sp>
        <p:nvSpPr>
          <p:cNvPr id="32" name="Oval 31"/>
          <p:cNvSpPr/>
          <p:nvPr/>
        </p:nvSpPr>
        <p:spPr>
          <a:xfrm>
            <a:off x="3310128" y="1261872"/>
            <a:ext cx="137160" cy="137160"/>
          </a:xfrm>
          <a:prstGeom prst="ellipse">
            <a:avLst/>
          </a:prstGeom>
          <a:solidFill>
            <a:srgbClr val="91B76E"/>
          </a:solidFill>
          <a:ln>
            <a:noFill/>
          </a:ln>
        </p:spPr>
        <p:txBody>
          <a:bodyPr rtlCol="0" anchor="ctr"/>
          <a:lstStyle/>
          <a:p>
            <a:pPr algn="ctr"/>
          </a:p>
        </p:txBody>
      </p:sp>
      <p:sp>
        <p:nvSpPr>
          <p:cNvPr id="33" name="Oval 32"/>
          <p:cNvSpPr/>
          <p:nvPr/>
        </p:nvSpPr>
        <p:spPr>
          <a:xfrm>
            <a:off x="3511296" y="1261872"/>
            <a:ext cx="137160" cy="137160"/>
          </a:xfrm>
          <a:prstGeom prst="ellipse">
            <a:avLst/>
          </a:prstGeom>
          <a:solidFill>
            <a:srgbClr val="91B76E"/>
          </a:solidFill>
          <a:ln>
            <a:noFill/>
          </a:ln>
        </p:spPr>
        <p:txBody>
          <a:bodyPr rtlCol="0" anchor="ctr"/>
          <a:lstStyle/>
          <a:p>
            <a:pPr algn="ctr"/>
          </a:p>
        </p:txBody>
      </p:sp>
      <p:sp>
        <p:nvSpPr>
          <p:cNvPr id="34" name="Oval 33"/>
          <p:cNvSpPr/>
          <p:nvPr/>
        </p:nvSpPr>
        <p:spPr>
          <a:xfrm>
            <a:off x="3712463" y="1261872"/>
            <a:ext cx="137160" cy="137160"/>
          </a:xfrm>
          <a:prstGeom prst="ellipse">
            <a:avLst/>
          </a:prstGeom>
          <a:solidFill>
            <a:srgbClr val="CECAC5"/>
          </a:solidFill>
          <a:ln>
            <a:noFill/>
          </a:ln>
        </p:spPr>
        <p:txBody>
          <a:bodyPr rtlCol="0" anchor="ctr"/>
          <a:lstStyle/>
          <a:p>
            <a:pPr algn="ctr"/>
          </a:p>
        </p:txBody>
      </p:sp>
      <p:sp>
        <p:nvSpPr>
          <p:cNvPr id="35" name="Oval 34"/>
          <p:cNvSpPr/>
          <p:nvPr/>
        </p:nvSpPr>
        <p:spPr>
          <a:xfrm>
            <a:off x="3913632" y="1261872"/>
            <a:ext cx="137160" cy="137160"/>
          </a:xfrm>
          <a:prstGeom prst="ellipse">
            <a:avLst/>
          </a:prstGeom>
          <a:solidFill>
            <a:srgbClr val="CECAC5"/>
          </a:solidFill>
          <a:ln>
            <a:noFill/>
          </a:ln>
        </p:spPr>
        <p:txBody>
          <a:bodyPr rtlCol="0" anchor="ctr"/>
          <a:lstStyle/>
          <a:p>
            <a:pPr algn="ctr"/>
          </a:p>
        </p:txBody>
      </p:sp>
      <p:sp>
        <p:nvSpPr>
          <p:cNvPr id="36" name="Oval 35"/>
          <p:cNvSpPr/>
          <p:nvPr/>
        </p:nvSpPr>
        <p:spPr>
          <a:xfrm>
            <a:off x="4553712" y="1261872"/>
            <a:ext cx="137160" cy="137160"/>
          </a:xfrm>
          <a:prstGeom prst="ellipse">
            <a:avLst/>
          </a:prstGeom>
          <a:solidFill>
            <a:srgbClr val="DE161D"/>
          </a:solidFill>
          <a:ln>
            <a:noFill/>
          </a:ln>
        </p:spPr>
        <p:txBody>
          <a:bodyPr rtlCol="0" anchor="ctr"/>
          <a:lstStyle/>
          <a:p>
            <a:pPr algn="ctr"/>
          </a:p>
        </p:txBody>
      </p:sp>
      <p:sp>
        <p:nvSpPr>
          <p:cNvPr id="37" name="Oval 36"/>
          <p:cNvSpPr/>
          <p:nvPr/>
        </p:nvSpPr>
        <p:spPr>
          <a:xfrm>
            <a:off x="4754879" y="1261872"/>
            <a:ext cx="137160" cy="137160"/>
          </a:xfrm>
          <a:prstGeom prst="ellipse">
            <a:avLst/>
          </a:prstGeom>
          <a:solidFill>
            <a:srgbClr val="DE161D"/>
          </a:solidFill>
          <a:ln>
            <a:noFill/>
          </a:ln>
        </p:spPr>
        <p:txBody>
          <a:bodyPr rtlCol="0" anchor="ctr"/>
          <a:lstStyle/>
          <a:p>
            <a:pPr algn="ctr"/>
          </a:p>
        </p:txBody>
      </p:sp>
      <p:sp>
        <p:nvSpPr>
          <p:cNvPr id="38" name="Oval 37"/>
          <p:cNvSpPr/>
          <p:nvPr/>
        </p:nvSpPr>
        <p:spPr>
          <a:xfrm>
            <a:off x="4956048" y="1261872"/>
            <a:ext cx="137160" cy="137160"/>
          </a:xfrm>
          <a:prstGeom prst="ellipse">
            <a:avLst/>
          </a:prstGeom>
          <a:solidFill>
            <a:srgbClr val="CECAC5"/>
          </a:solidFill>
          <a:ln>
            <a:noFill/>
          </a:ln>
        </p:spPr>
        <p:txBody>
          <a:bodyPr rtlCol="0" anchor="ctr"/>
          <a:lstStyle/>
          <a:p>
            <a:pPr algn="ctr"/>
          </a:p>
        </p:txBody>
      </p:sp>
      <p:sp>
        <p:nvSpPr>
          <p:cNvPr id="39" name="Oval 38"/>
          <p:cNvSpPr/>
          <p:nvPr/>
        </p:nvSpPr>
        <p:spPr>
          <a:xfrm>
            <a:off x="5157216" y="1261872"/>
            <a:ext cx="137160" cy="137160"/>
          </a:xfrm>
          <a:prstGeom prst="ellipse">
            <a:avLst/>
          </a:prstGeom>
          <a:solidFill>
            <a:srgbClr val="CECAC5"/>
          </a:solidFill>
          <a:ln>
            <a:noFill/>
          </a:ln>
        </p:spPr>
        <p:txBody>
          <a:bodyPr rtlCol="0" anchor="ctr"/>
          <a:lstStyle/>
          <a:p>
            <a:pPr algn="ctr"/>
          </a:p>
        </p:txBody>
      </p:sp>
      <p:sp>
        <p:nvSpPr>
          <p:cNvPr id="40" name="Oval 39"/>
          <p:cNvSpPr/>
          <p:nvPr/>
        </p:nvSpPr>
        <p:spPr>
          <a:xfrm>
            <a:off x="5358383" y="1261872"/>
            <a:ext cx="137160" cy="137160"/>
          </a:xfrm>
          <a:prstGeom prst="ellipse">
            <a:avLst/>
          </a:prstGeom>
          <a:solidFill>
            <a:srgbClr val="CECAC5"/>
          </a:solidFill>
          <a:ln>
            <a:noFill/>
          </a:ln>
        </p:spPr>
        <p:txBody>
          <a:bodyPr rtlCol="0" anchor="ctr"/>
          <a:lstStyle/>
          <a:p>
            <a:pPr algn="ctr"/>
          </a:p>
        </p:txBody>
      </p:sp>
      <p:sp>
        <p:nvSpPr>
          <p:cNvPr id="41" name="Oval 40"/>
          <p:cNvSpPr/>
          <p:nvPr/>
        </p:nvSpPr>
        <p:spPr>
          <a:xfrm>
            <a:off x="5998464" y="1261872"/>
            <a:ext cx="137160" cy="137160"/>
          </a:xfrm>
          <a:prstGeom prst="ellipse">
            <a:avLst/>
          </a:prstGeom>
          <a:solidFill>
            <a:srgbClr val="6E6E71"/>
          </a:solidFill>
          <a:ln>
            <a:noFill/>
          </a:ln>
        </p:spPr>
        <p:txBody>
          <a:bodyPr rtlCol="0" anchor="ctr"/>
          <a:lstStyle/>
          <a:p>
            <a:pPr algn="ctr"/>
          </a:p>
        </p:txBody>
      </p:sp>
      <p:sp>
        <p:nvSpPr>
          <p:cNvPr id="42" name="Oval 41"/>
          <p:cNvSpPr/>
          <p:nvPr/>
        </p:nvSpPr>
        <p:spPr>
          <a:xfrm>
            <a:off x="6199631" y="1261872"/>
            <a:ext cx="137160" cy="137160"/>
          </a:xfrm>
          <a:prstGeom prst="ellipse">
            <a:avLst/>
          </a:prstGeom>
          <a:solidFill>
            <a:srgbClr val="6E6E71"/>
          </a:solidFill>
          <a:ln>
            <a:noFill/>
          </a:ln>
        </p:spPr>
        <p:txBody>
          <a:bodyPr rtlCol="0" anchor="ctr"/>
          <a:lstStyle/>
          <a:p>
            <a:pPr algn="ctr"/>
          </a:p>
        </p:txBody>
      </p:sp>
      <p:sp>
        <p:nvSpPr>
          <p:cNvPr id="43" name="Oval 42"/>
          <p:cNvSpPr/>
          <p:nvPr/>
        </p:nvSpPr>
        <p:spPr>
          <a:xfrm>
            <a:off x="6400800" y="1261872"/>
            <a:ext cx="137160" cy="137160"/>
          </a:xfrm>
          <a:prstGeom prst="ellipse">
            <a:avLst/>
          </a:prstGeom>
          <a:solidFill>
            <a:srgbClr val="CECAC5"/>
          </a:solidFill>
          <a:ln>
            <a:noFill/>
          </a:ln>
        </p:spPr>
        <p:txBody>
          <a:bodyPr rtlCol="0" anchor="ctr"/>
          <a:lstStyle/>
          <a:p>
            <a:pPr algn="ctr"/>
          </a:p>
        </p:txBody>
      </p:sp>
      <p:sp>
        <p:nvSpPr>
          <p:cNvPr id="44" name="Oval 43"/>
          <p:cNvSpPr/>
          <p:nvPr/>
        </p:nvSpPr>
        <p:spPr>
          <a:xfrm>
            <a:off x="6601968" y="1261872"/>
            <a:ext cx="137160" cy="137160"/>
          </a:xfrm>
          <a:prstGeom prst="ellipse">
            <a:avLst/>
          </a:prstGeom>
          <a:solidFill>
            <a:srgbClr val="CECAC5"/>
          </a:solidFill>
          <a:ln>
            <a:noFill/>
          </a:ln>
        </p:spPr>
        <p:txBody>
          <a:bodyPr rtlCol="0" anchor="ctr"/>
          <a:lstStyle/>
          <a:p>
            <a:pPr algn="ctr"/>
          </a:p>
        </p:txBody>
      </p:sp>
      <p:sp>
        <p:nvSpPr>
          <p:cNvPr id="45" name="Oval 44"/>
          <p:cNvSpPr/>
          <p:nvPr/>
        </p:nvSpPr>
        <p:spPr>
          <a:xfrm>
            <a:off x="6803136" y="1261872"/>
            <a:ext cx="137160" cy="137160"/>
          </a:xfrm>
          <a:prstGeom prst="ellipse">
            <a:avLst/>
          </a:prstGeom>
          <a:solidFill>
            <a:srgbClr val="CECAC5"/>
          </a:solidFill>
          <a:ln>
            <a:noFill/>
          </a:ln>
        </p:spPr>
        <p:txBody>
          <a:bodyPr rtlCol="0" anchor="ctr"/>
          <a:lstStyle/>
          <a:p>
            <a:pPr algn="ctr"/>
          </a:p>
        </p:txBody>
      </p:sp>
      <p:sp>
        <p:nvSpPr>
          <p:cNvPr id="46" name="Oval 45"/>
          <p:cNvSpPr/>
          <p:nvPr/>
        </p:nvSpPr>
        <p:spPr>
          <a:xfrm>
            <a:off x="7443215" y="1261872"/>
            <a:ext cx="137160" cy="137160"/>
          </a:xfrm>
          <a:prstGeom prst="ellipse">
            <a:avLst/>
          </a:prstGeom>
          <a:solidFill>
            <a:srgbClr val="D99A1B"/>
          </a:solidFill>
          <a:ln>
            <a:noFill/>
          </a:ln>
        </p:spPr>
        <p:txBody>
          <a:bodyPr rtlCol="0" anchor="ctr"/>
          <a:lstStyle/>
          <a:p>
            <a:pPr algn="ctr"/>
          </a:p>
        </p:txBody>
      </p:sp>
      <p:sp>
        <p:nvSpPr>
          <p:cNvPr id="47" name="Oval 46"/>
          <p:cNvSpPr/>
          <p:nvPr/>
        </p:nvSpPr>
        <p:spPr>
          <a:xfrm>
            <a:off x="7644383" y="1261872"/>
            <a:ext cx="137160" cy="137160"/>
          </a:xfrm>
          <a:prstGeom prst="ellipse">
            <a:avLst/>
          </a:prstGeom>
          <a:solidFill>
            <a:srgbClr val="D99A1B"/>
          </a:solidFill>
          <a:ln>
            <a:noFill/>
          </a:ln>
        </p:spPr>
        <p:txBody>
          <a:bodyPr rtlCol="0" anchor="ctr"/>
          <a:lstStyle/>
          <a:p>
            <a:pPr algn="ctr"/>
          </a:p>
        </p:txBody>
      </p:sp>
      <p:sp>
        <p:nvSpPr>
          <p:cNvPr id="48" name="Oval 47"/>
          <p:cNvSpPr/>
          <p:nvPr/>
        </p:nvSpPr>
        <p:spPr>
          <a:xfrm>
            <a:off x="7845551" y="1261872"/>
            <a:ext cx="137160" cy="137160"/>
          </a:xfrm>
          <a:prstGeom prst="ellipse">
            <a:avLst/>
          </a:prstGeom>
          <a:solidFill>
            <a:srgbClr val="D99A1B"/>
          </a:solidFill>
          <a:ln>
            <a:noFill/>
          </a:ln>
        </p:spPr>
        <p:txBody>
          <a:bodyPr rtlCol="0" anchor="ctr"/>
          <a:lstStyle/>
          <a:p>
            <a:pPr algn="ctr"/>
          </a:p>
        </p:txBody>
      </p:sp>
      <p:sp>
        <p:nvSpPr>
          <p:cNvPr id="49" name="Oval 48"/>
          <p:cNvSpPr/>
          <p:nvPr/>
        </p:nvSpPr>
        <p:spPr>
          <a:xfrm>
            <a:off x="8046719" y="1261872"/>
            <a:ext cx="137160" cy="137160"/>
          </a:xfrm>
          <a:prstGeom prst="ellipse">
            <a:avLst/>
          </a:prstGeom>
          <a:solidFill>
            <a:srgbClr val="D99A1B"/>
          </a:solidFill>
          <a:ln>
            <a:noFill/>
          </a:ln>
        </p:spPr>
        <p:txBody>
          <a:bodyPr rtlCol="0" anchor="ctr"/>
          <a:lstStyle/>
          <a:p>
            <a:pPr algn="ctr"/>
          </a:p>
        </p:txBody>
      </p:sp>
      <p:sp>
        <p:nvSpPr>
          <p:cNvPr id="50" name="Oval 49"/>
          <p:cNvSpPr/>
          <p:nvPr/>
        </p:nvSpPr>
        <p:spPr>
          <a:xfrm>
            <a:off x="8247888" y="1261872"/>
            <a:ext cx="137160" cy="137160"/>
          </a:xfrm>
          <a:prstGeom prst="ellipse">
            <a:avLst/>
          </a:prstGeom>
          <a:solidFill>
            <a:srgbClr val="CECAC5"/>
          </a:solidFill>
          <a:ln>
            <a:noFill/>
          </a:ln>
        </p:spPr>
        <p:txBody>
          <a:bodyPr rtlCol="0" anchor="ctr"/>
          <a:lstStyle/>
          <a:p>
            <a:pPr algn="ctr"/>
          </a:p>
        </p:txBody>
      </p:sp>
      <p:sp>
        <p:nvSpPr>
          <p:cNvPr id="51" name="TextBox 50"/>
          <p:cNvSpPr txBox="1"/>
          <p:nvPr/>
        </p:nvSpPr>
        <p:spPr>
          <a:xfrm>
            <a:off x="8851392" y="1170432"/>
            <a:ext cx="2916936" cy="384048"/>
          </a:xfrm>
          <a:prstGeom prst="rect">
            <a:avLst/>
          </a:prstGeom>
          <a:noFill/>
        </p:spPr>
        <p:txBody>
          <a:bodyPr wrap="square" lIns="18288" rIns="18288" tIns="9144" bIns="9144" anchor="t">
            <a:spAutoFit/>
          </a:bodyPr>
          <a:lstStyle/>
          <a:p>
            <a:pPr algn="l"/>
            <a:r>
              <a:rPr sz="750" b="1" i="0">
                <a:solidFill>
                  <a:srgbClr val="91B76E"/>
                </a:solidFill>
                <a:latin typeface="Arial"/>
              </a:rPr>
              <a:t>→ </a:t>
            </a:r>
            <a:r>
              <a:rPr sz="750" b="0" i="0">
                <a:solidFill>
                  <a:srgbClr val="000000"/>
                </a:solidFill>
                <a:latin typeface="Arial"/>
              </a:rPr>
              <a:t>CX attestations, parent-group oversight</a:t>
            </a:r>
          </a:p>
          <a:p>
            <a:pPr algn="l"/>
            <a:r>
              <a:rPr sz="750" b="1" i="0">
                <a:solidFill>
                  <a:srgbClr val="DE161D"/>
                </a:solidFill>
                <a:latin typeface="Arial"/>
              </a:rPr>
              <a:t>← </a:t>
            </a:r>
            <a:r>
              <a:rPr sz="750" b="0" i="0">
                <a:solidFill>
                  <a:srgbClr val="000000"/>
                </a:solidFill>
                <a:latin typeface="Arial"/>
              </a:rPr>
              <a:t>UAR, FNUM/Okta data cleanup</a:t>
            </a:r>
          </a:p>
        </p:txBody>
      </p:sp>
    </p:spTree>
    <p:extLst>
      <p:ext uri="{BB962C8B-B14F-4D97-AF65-F5344CB8AC3E}">
        <p14:creationId xmlns:p14="http://schemas.microsoft.com/office/powerpoint/2010/main" val="2061802314"/>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2D02B-ECA6-2084-62FF-4776A588DB7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44F4AFF-83A2-3BCF-F8EF-662D8E79A36F}"/>
              </a:ext>
            </a:extLst>
          </p:cNvPr>
          <p:cNvSpPr>
            <a:spLocks noGrp="1"/>
          </p:cNvSpPr>
          <p:nvPr>
            <p:ph type="body" sz="quarter" idx="13"/>
          </p:nvPr>
        </p:nvSpPr>
        <p:spPr/>
        <p:txBody>
          <a:bodyPr/>
          <a:lstStyle/>
          <a:p>
            <a:r>
              <a:rPr lang="en-US" b="1">
                <a:solidFill>
                  <a:schemeClr val="bg1">
                    <a:lumMod val="50000"/>
                  </a:schemeClr>
                </a:solidFill>
              </a:rPr>
              <a:t>F&amp;UM Deep-Dive with Ray</a:t>
            </a:r>
          </a:p>
        </p:txBody>
      </p:sp>
      <p:sp>
        <p:nvSpPr>
          <p:cNvPr id="3" name="Title 2">
            <a:extLst>
              <a:ext uri="{FF2B5EF4-FFF2-40B4-BE49-F238E27FC236}">
                <a16:creationId xmlns:a16="http://schemas.microsoft.com/office/drawing/2014/main" id="{B61F474D-490C-EB09-CE3F-4DBF7820C0F0}"/>
              </a:ext>
            </a:extLst>
          </p:cNvPr>
          <p:cNvSpPr>
            <a:spLocks noGrp="1"/>
          </p:cNvSpPr>
          <p:nvPr>
            <p:ph type="title"/>
          </p:nvPr>
        </p:nvSpPr>
        <p:spPr>
          <a:xfrm>
            <a:off x="246064" y="414000"/>
            <a:ext cx="9601200" cy="542840"/>
          </a:xfrm>
        </p:spPr>
        <p:txBody>
          <a:bodyPr/>
          <a:lstStyle/>
          <a:p>
            <a:r>
              <a:rPr lang="en-US"/>
              <a:t>Unified CX User Attestations</a:t>
            </a:r>
          </a:p>
        </p:txBody>
      </p:sp>
      <p:sp>
        <p:nvSpPr>
          <p:cNvPr id="5" name="Slide Number Placeholder 4">
            <a:extLst>
              <a:ext uri="{FF2B5EF4-FFF2-40B4-BE49-F238E27FC236}">
                <a16:creationId xmlns:a16="http://schemas.microsoft.com/office/drawing/2014/main" id="{BF91A08D-C732-2335-C1C3-02F210060C81}"/>
              </a:ext>
            </a:extLst>
          </p:cNvPr>
          <p:cNvSpPr>
            <a:spLocks noGrp="1"/>
          </p:cNvSpPr>
          <p:nvPr>
            <p:ph type="sldNum" sz="quarter" idx="12"/>
          </p:nvPr>
        </p:nvSpPr>
        <p:spPr/>
        <p:txBody>
          <a:bodyPr/>
          <a:lstStyle/>
          <a:p>
            <a:fld id="{21DAE3DD-E46F-48E2-BAED-1C2B457B4828}" type="slidenum">
              <a:rPr lang="en-CA" smtClean="0"/>
              <a:t>6</a:t>
            </a:fld>
            <a:endParaRPr lang="en-CA"/>
          </a:p>
        </p:txBody>
      </p:sp>
      <p:graphicFrame>
        <p:nvGraphicFramePr>
          <p:cNvPr id="12" name="Table 11">
            <a:extLst>
              <a:ext uri="{FF2B5EF4-FFF2-40B4-BE49-F238E27FC236}">
                <a16:creationId xmlns:a16="http://schemas.microsoft.com/office/drawing/2014/main" id="{6B6BCFF2-9D79-7107-65E7-A3F318CA6CFD}"/>
              </a:ext>
            </a:extLst>
          </p:cNvPr>
          <p:cNvGraphicFramePr>
            <a:graphicFrameLocks noGrp="1"/>
          </p:cNvGraphicFramePr>
          <p:nvPr/>
        </p:nvGraphicFramePr>
        <p:xfrm>
          <a:off x="232651" y="1682496"/>
          <a:ext cx="5162310" cy="1847088"/>
        </p:xfrm>
        <a:graphic>
          <a:graphicData uri="http://schemas.openxmlformats.org/drawingml/2006/table">
            <a:tbl>
              <a:tblPr firstRow="1" bandRow="1">
                <a:tableStyleId>{72833802-FEF1-4C79-8D5D-14CF1EAF98D9}</a:tableStyleId>
              </a:tblPr>
              <a:tblGrid>
                <a:gridCol w="5162310">
                  <a:extLst>
                    <a:ext uri="{9D8B030D-6E8A-4147-A177-3AD203B41FA5}">
                      <a16:colId xmlns:a16="http://schemas.microsoft.com/office/drawing/2014/main" val="3860667342"/>
                    </a:ext>
                  </a:extLst>
                </a:gridCol>
              </a:tblGrid>
              <a:tr h="292608">
                <a:tc>
                  <a:txBody>
                    <a:bodyPr/>
                    <a:lstStyle/>
                    <a:p>
                      <a:pPr lvl="0">
                        <a:buNone/>
                      </a:pPr>
                      <a:r>
                        <a:rPr lang="en-US" sz="1200" dirty="0">
                          <a:latin typeface="Arial"/>
                        </a:rPr>
                        <a:t>Executive Summary</a:t>
                      </a:r>
                    </a:p>
                  </a:txBody>
                  <a:tcPr anchor="ctr"/>
                </a:tc>
                <a:extLst>
                  <a:ext uri="{0D108BD9-81ED-4DB2-BD59-A6C34878D82A}">
                    <a16:rowId xmlns:a16="http://schemas.microsoft.com/office/drawing/2014/main" val="908975722"/>
                  </a:ext>
                </a:extLst>
              </a:tr>
              <a:tr h="1554480">
                <a:tc>
                  <a:txBody>
                    <a:bodyPr/>
                    <a:lstStyle/>
                    <a:p>
                      <a:pPr lvl="0" marL="171450" indent="-171450">
                        <a:spcAft>
                          <a:spcPts val="250"/>
                        </a:spcAft>
                        <a:buFont typeface="Arial" panose="020B0604020202020204" pitchFamily="34" charset="0"/>
                        <a:buChar char="•"/>
                      </a:pPr>
                      <a:r>
                        <a:rPr lang="en-US" sz="950" dirty="0">
                          <a:latin typeface="Arial"/>
                        </a:rPr>
                        <a:t>Attestation today is files: quarterly CX reports per firm over SFTP, annual R2/SZ/NetRep reports, reconciled by hand with no relationship tags; Harbourfront could not reach the SFTP drop, Guardian cannot tell which report arrived</a:t>
                      </a:r>
                    </a:p>
                    <a:p>
                      <a:pPr lvl="0" marL="171450" indent="-171450">
                        <a:spcAft>
                          <a:spcPts val="250"/>
                        </a:spcAft>
                        <a:buFont typeface="Arial" panose="020B0604020202020204" pitchFamily="34" charset="0"/>
                        <a:buChar char="•"/>
                      </a:pPr>
                      <a:r>
                        <a:rPr lang="en-US" sz="950" dirty="0">
                          <a:latin typeface="Arial"/>
                        </a:rPr>
                        <a:t>Target: attestation inside CX from the user list — review, confirm and revoke in one place, with an evidence trail</a:t>
                      </a:r>
                    </a:p>
                    <a:p>
                      <a:pPr lvl="0" marL="171450" indent="-171450">
                        <a:spcAft>
                          <a:spcPts val="250"/>
                        </a:spcAft>
                        <a:buFont typeface="Arial" panose="020B0604020202020204" pitchFamily="34" charset="0"/>
                        <a:buChar char="•"/>
                      </a:pPr>
                      <a:r>
                        <a:rPr lang="en-US" sz="950" dirty="0">
                          <a:latin typeface="Arial"/>
                        </a:rPr>
                        <a:t>Achievable without Multi-Firm, but it would miss parent users and delegated access — exactly the gaps auditors ask about; plan a first wave after the user list, the full version after Multi-Firm</a:t>
                      </a:r>
                    </a:p>
                  </a:txBody>
                  <a:tcPr/>
                </a:tc>
                <a:extLst>
                  <a:ext uri="{0D108BD9-81ED-4DB2-BD59-A6C34878D82A}">
                    <a16:rowId xmlns:a16="http://schemas.microsoft.com/office/drawing/2014/main" val="704698289"/>
                  </a:ext>
                </a:extLst>
              </a:tr>
            </a:tbl>
          </a:graphicData>
        </a:graphic>
      </p:graphicFrame>
      <p:graphicFrame>
        <p:nvGraphicFramePr>
          <p:cNvPr id="14" name="Table 13">
            <a:extLst>
              <a:ext uri="{FF2B5EF4-FFF2-40B4-BE49-F238E27FC236}">
                <a16:creationId xmlns:a16="http://schemas.microsoft.com/office/drawing/2014/main" id="{7EEF6DA0-E1F6-52DA-0CB4-901A046086CF}"/>
              </a:ext>
            </a:extLst>
          </p:cNvPr>
          <p:cNvGraphicFramePr>
            <a:graphicFrameLocks noGrp="1"/>
          </p:cNvGraphicFramePr>
          <p:nvPr/>
        </p:nvGraphicFramePr>
        <p:xfrm>
          <a:off x="5486401" y="1682496"/>
          <a:ext cx="6358485" cy="1828800"/>
        </p:xfrm>
        <a:graphic>
          <a:graphicData uri="http://schemas.openxmlformats.org/drawingml/2006/table">
            <a:tbl>
              <a:tblPr firstRow="1" bandRow="1">
                <a:tableStyleId>{72833802-FEF1-4C79-8D5D-14CF1EAF98D9}</a:tableStyleId>
              </a:tblPr>
              <a:tblGrid>
                <a:gridCol w="1371599">
                  <a:extLst>
                    <a:ext uri="{9D8B030D-6E8A-4147-A177-3AD203B41FA5}">
                      <a16:colId xmlns:a16="http://schemas.microsoft.com/office/drawing/2014/main" val="845858488"/>
                    </a:ext>
                  </a:extLst>
                </a:gridCol>
                <a:gridCol w="4986886">
                  <a:extLst>
                    <a:ext uri="{9D8B030D-6E8A-4147-A177-3AD203B41FA5}">
                      <a16:colId xmlns:a16="http://schemas.microsoft.com/office/drawing/2014/main" val="727706782"/>
                    </a:ext>
                  </a:extLst>
                </a:gridCol>
              </a:tblGrid>
              <a:tr h="292608">
                <a:tc gridSpan="2">
                  <a:txBody>
                    <a:bodyPr/>
                    <a:lstStyle/>
                    <a:p>
                      <a:pPr>
                        <a:buNone/>
                      </a:pPr>
                      <a:r>
                        <a:rPr lang="en-US" sz="1200" dirty="0">
                          <a:latin typeface="Arial"/>
                        </a:rPr>
                        <a:t>Top Three Discussion / Decision Points</a:t>
                      </a:r>
                    </a:p>
                  </a:txBody>
                  <a:tcPr anchor="ctr"/>
                </a:tc>
                <a:tc hMerge="1">
                  <a:txBody>
                    <a:bodyPr/>
                    <a:lstStyle/>
                    <a:p>
                      <a:pPr algn="ctr"/>
                      <a:endParaRPr lang="en-US" sz="1600"/>
                    </a:p>
                  </a:txBody>
                  <a:tcPr anchor="ctr"/>
                </a:tc>
                <a:extLst>
                  <a:ext uri="{0D108BD9-81ED-4DB2-BD59-A6C34878D82A}">
                    <a16:rowId xmlns:a16="http://schemas.microsoft.com/office/drawing/2014/main" val="4048482078"/>
                  </a:ext>
                </a:extLst>
              </a:tr>
              <a:tr h="512064">
                <a:tc>
                  <a:txBody>
                    <a:bodyPr/>
                    <a:lstStyle/>
                    <a:p>
                      <a:pPr lvl="0" algn="l">
                        <a:lnSpc>
                          <a:spcPct val="100000"/>
                        </a:lnSpc>
                        <a:spcBef>
                          <a:spcPts val="0"/>
                        </a:spcBef>
                        <a:buNone/>
                      </a:pPr>
                      <a:r>
                        <a:rPr lang="en-US" sz="900" dirty="0" b="1">
                          <a:latin typeface="Arial"/>
                        </a:rPr>
                        <a:t>Sequence</a:t>
                      </a:r>
                    </a:p>
                  </a:txBody>
                  <a:tcPr>
                    <a:lnR w="12700" cap="flat" cmpd="sng" algn="ctr">
                      <a:solidFill>
                        <a:schemeClr val="tx1"/>
                      </a:solidFill>
                      <a:prstDash val="solid"/>
                      <a:round/>
                      <a:headEnd type="none" w="med" len="med"/>
                      <a:tailEnd type="none" w="med" len="med"/>
                    </a:lnR>
                  </a:tcPr>
                </a:tc>
                <a:tc>
                  <a:txBody>
                    <a:bodyPr/>
                    <a:lstStyle/>
                    <a:p>
                      <a:pPr lvl="0" algn="l">
                        <a:buClr>
                          <a:srgbClr val="000000"/>
                        </a:buClr>
                        <a:buNone/>
                      </a:pPr>
                      <a:r>
                        <a:rPr lang="en-US" sz="900" dirty="0">
                          <a:latin typeface="Arial"/>
                        </a:rPr>
                        <a:t>v1 per firm in CX after the user list (Q1/Q2) or wait for Multi-Firm? Recommend v1 then extend — partial value early, no rework if built on the same list.</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68293742"/>
                  </a:ext>
                </a:extLst>
              </a:tr>
              <a:tr h="512064">
                <a:tc>
                  <a:txBody>
                    <a:bodyPr/>
                    <a:lstStyle/>
                    <a:p>
                      <a:pPr lvl="0" algn="l">
                        <a:lnSpc>
                          <a:spcPct val="100000"/>
                        </a:lnSpc>
                        <a:spcBef>
                          <a:spcPts val="0"/>
                        </a:spcBef>
                        <a:buNone/>
                      </a:pPr>
                      <a:r>
                        <a:rPr lang="en-US" sz="900" dirty="0" b="1">
                          <a:latin typeface="Arial"/>
                        </a:rPr>
                        <a:t>What is certified</a:t>
                      </a:r>
                    </a:p>
                  </a:txBody>
                  <a:tcPr>
                    <a:lnR w="12700" cap="flat" cmpd="sng" algn="ctr">
                      <a:solidFill>
                        <a:schemeClr val="tx1"/>
                      </a:solidFill>
                      <a:prstDash val="solid"/>
                      <a:round/>
                      <a:headEnd type="none" w="med" len="med"/>
                      <a:tailEnd type="none" w="med" len="med"/>
                    </a:lnR>
                  </a:tcPr>
                </a:tc>
                <a:tc>
                  <a:txBody>
                    <a:bodyPr/>
                    <a:lstStyle/>
                    <a:p>
                      <a:pPr algn="l">
                        <a:buNone/>
                      </a:pPr>
                      <a:r>
                        <a:rPr lang="en-US" sz="900" dirty="0">
                          <a:latin typeface="Arial"/>
                        </a:rPr>
                        <a:t>Today: should this user still exist. Tomorrow also: does the delegating firm confirm the sub-advisory relationship still stands?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64039503"/>
                  </a:ext>
                </a:extLst>
              </a:tr>
              <a:tr h="512064">
                <a:tc>
                  <a:txBody>
                    <a:bodyPr/>
                    <a:lstStyle/>
                    <a:p>
                      <a:pPr marR="0" lvl="0" algn="l" defTabSz="914400" rtl="0" eaLnBrk="1" fontAlgn="auto" latinLnBrk="0" hangingPunct="1">
                        <a:lnSpc>
                          <a:spcPct val="100000"/>
                        </a:lnSpc>
                        <a:spcBef>
                          <a:spcPts val="0"/>
                        </a:spcBef>
                        <a:buClrTx/>
                        <a:buSzTx/>
                        <a:buFontTx/>
                        <a:tabLst/>
                        <a:defRPr/>
                        <a:buNone/>
                      </a:pPr>
                      <a:r>
                        <a:rPr lang="en-US" sz="900" dirty="0" b="1">
                          <a:latin typeface="Arial"/>
                        </a:rPr>
                        <a:t>Retiring the files</a:t>
                      </a:r>
                    </a:p>
                  </a:txBody>
                  <a:tcPr>
                    <a:lnR w="12700" cap="flat" cmpd="sng" algn="ctr">
                      <a:solidFill>
                        <a:schemeClr val="tx1"/>
                      </a:solidFill>
                      <a:prstDash val="solid"/>
                      <a:round/>
                      <a:headEnd type="none" w="med" len="med"/>
                      <a:tailEnd type="none" w="med" len="med"/>
                    </a:lnR>
                  </a:tcPr>
                </a:tc>
                <a:tc>
                  <a:txBody>
                    <a:bodyPr/>
                    <a:lstStyle/>
                    <a:p>
                      <a:pPr algn="l">
                        <a:buNone/>
                      </a:pPr>
                      <a:r>
                        <a:rPr lang="en-US" sz="900" dirty="0">
                          <a:latin typeface="Arial"/>
                        </a:rPr>
                        <a:t>Stop SFTP attestation only once CX attestation covers linked SZ and R2 IDs.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65637357"/>
                  </a:ext>
                </a:extLst>
              </a:tr>
            </a:tbl>
          </a:graphicData>
        </a:graphic>
      </p:graphicFrame>
      <p:graphicFrame>
        <p:nvGraphicFramePr>
          <p:cNvPr id="4" name="Table 3">
            <a:extLst>
              <a:ext uri="{FF2B5EF4-FFF2-40B4-BE49-F238E27FC236}">
                <a16:creationId xmlns:a16="http://schemas.microsoft.com/office/drawing/2014/main" id="{385EFEBA-2C47-649B-0F8D-F0F2E7CBEE9D}"/>
              </a:ext>
            </a:extLst>
          </p:cNvPr>
          <p:cNvGraphicFramePr>
            <a:graphicFrameLocks noGrp="1"/>
          </p:cNvGraphicFramePr>
          <p:nvPr/>
        </p:nvGraphicFramePr>
        <p:xfrm>
          <a:off x="232651" y="3639312"/>
          <a:ext cx="2918626" cy="2798064"/>
        </p:xfrm>
        <a:graphic>
          <a:graphicData uri="http://schemas.openxmlformats.org/drawingml/2006/table">
            <a:tbl>
              <a:tblPr firstRow="1" bandRow="1">
                <a:tableStyleId>{72833802-FEF1-4C79-8D5D-14CF1EAF98D9}</a:tableStyleId>
              </a:tblPr>
              <a:tblGrid>
                <a:gridCol w="2918626">
                  <a:extLst>
                    <a:ext uri="{9D8B030D-6E8A-4147-A177-3AD203B41FA5}">
                      <a16:colId xmlns:a16="http://schemas.microsoft.com/office/drawing/2014/main" val="3373326334"/>
                    </a:ext>
                  </a:extLst>
                </a:gridCol>
              </a:tblGrid>
              <a:tr h="292608">
                <a:tc>
                  <a:txBody>
                    <a:bodyPr/>
                    <a:lstStyle/>
                    <a:p>
                      <a:pPr>
                        <a:buNone/>
                      </a:pPr>
                      <a:r>
                        <a:rPr lang="en-US" sz="1200" dirty="0">
                          <a:latin typeface="Arial"/>
                        </a:rPr>
                        <a:t>Objective(s) / Purpose(s)</a:t>
                      </a:r>
                    </a:p>
                  </a:txBody>
                  <a:tcPr anchor="ctr"/>
                </a:tc>
                <a:extLst>
                  <a:ext uri="{0D108BD9-81ED-4DB2-BD59-A6C34878D82A}">
                    <a16:rowId xmlns:a16="http://schemas.microsoft.com/office/drawing/2014/main" val="4048482078"/>
                  </a:ext>
                </a:extLst>
              </a:tr>
              <a:tr h="2505456">
                <a:tc>
                  <a:txBody>
                    <a:bodyPr/>
                    <a:lstStyle/>
                    <a:p>
                      <a:pPr lvl="0" algn="l" marL="171450" indent="-171450">
                        <a:spcAft>
                          <a:spcPts val="250"/>
                        </a:spcAft>
                        <a:lnSpc>
                          <a:spcPct val="100000"/>
                        </a:lnSpc>
                        <a:buFont typeface="Arial" panose="020B0604020202020204" pitchFamily="34" charset="0"/>
                        <a:buChar char="•"/>
                      </a:pPr>
                      <a:r>
                        <a:rPr lang="en-US" sz="1000" dirty="0">
                          <a:latin typeface="Arial"/>
                        </a:rPr>
                        <a:t>Self-serve attestation in CX with an auditable record</a:t>
                      </a:r>
                    </a:p>
                    <a:p>
                      <a:pPr lvl="0" algn="l" marL="171450" indent="-171450">
                        <a:spcAft>
                          <a:spcPts val="250"/>
                        </a:spcAft>
                        <a:lnSpc>
                          <a:spcPct val="100000"/>
                        </a:lnSpc>
                        <a:buFont typeface="Arial" panose="020B0604020202020204" pitchFamily="34" charset="0"/>
                        <a:buChar char="•"/>
                      </a:pPr>
                      <a:r>
                        <a:rPr lang="en-US" sz="1000" dirty="0">
                          <a:latin typeface="Arial"/>
                        </a:rPr>
                        <a:t>Parent users and delegated access visible and attributable</a:t>
                      </a:r>
                    </a:p>
                    <a:p>
                      <a:pPr lvl="0" algn="l" marL="171450" indent="-171450">
                        <a:spcAft>
                          <a:spcPts val="250"/>
                        </a:spcAft>
                        <a:lnSpc>
                          <a:spcPct val="100000"/>
                        </a:lnSpc>
                        <a:buFont typeface="Arial" panose="020B0604020202020204" pitchFamily="34" charset="0"/>
                        <a:buChar char="•"/>
                      </a:pPr>
                      <a:r>
                        <a:rPr lang="en-US" sz="1000" dirty="0">
                          <a:latin typeface="Arial"/>
                        </a:rPr>
                        <a:t>Less manual reconciliation; fewer missed deactivations</a:t>
                      </a:r>
                    </a:p>
                  </a:txBody>
                  <a:tcPr/>
                </a:tc>
                <a:extLst>
                  <a:ext uri="{0D108BD9-81ED-4DB2-BD59-A6C34878D82A}">
                    <a16:rowId xmlns:a16="http://schemas.microsoft.com/office/drawing/2014/main" val="3704394858"/>
                  </a:ext>
                </a:extLst>
              </a:tr>
            </a:tbl>
          </a:graphicData>
        </a:graphic>
      </p:graphicFrame>
      <p:graphicFrame>
        <p:nvGraphicFramePr>
          <p:cNvPr id="10" name="Table 9">
            <a:extLst>
              <a:ext uri="{FF2B5EF4-FFF2-40B4-BE49-F238E27FC236}">
                <a16:creationId xmlns:a16="http://schemas.microsoft.com/office/drawing/2014/main" id="{BE28E161-F973-D35B-DAA2-728FA112FF20}"/>
              </a:ext>
            </a:extLst>
          </p:cNvPr>
          <p:cNvGraphicFramePr>
            <a:graphicFrameLocks noGrp="1"/>
          </p:cNvGraphicFramePr>
          <p:nvPr/>
        </p:nvGraphicFramePr>
        <p:xfrm>
          <a:off x="3233026" y="3639312"/>
          <a:ext cx="2918626" cy="2798064"/>
        </p:xfrm>
        <a:graphic>
          <a:graphicData uri="http://schemas.openxmlformats.org/drawingml/2006/table">
            <a:tbl>
              <a:tblPr firstRow="1" bandRow="1">
                <a:tableStyleId>{72833802-FEF1-4C79-8D5D-14CF1EAF98D9}</a:tableStyleId>
              </a:tblPr>
              <a:tblGrid>
                <a:gridCol w="2918626">
                  <a:extLst>
                    <a:ext uri="{9D8B030D-6E8A-4147-A177-3AD203B41FA5}">
                      <a16:colId xmlns:a16="http://schemas.microsoft.com/office/drawing/2014/main" val="3373326334"/>
                    </a:ext>
                  </a:extLst>
                </a:gridCol>
              </a:tblGrid>
              <a:tr h="292608">
                <a:tc>
                  <a:txBody>
                    <a:bodyPr/>
                    <a:lstStyle/>
                    <a:p>
                      <a:pPr>
                        <a:buNone/>
                      </a:pPr>
                      <a:r>
                        <a:rPr lang="en-US" sz="1200" dirty="0">
                          <a:latin typeface="Arial"/>
                        </a:rPr>
                        <a:t>Benefit(s) / Problem(s) to Solve</a:t>
                      </a:r>
                    </a:p>
                  </a:txBody>
                  <a:tcPr anchor="ctr"/>
                </a:tc>
                <a:extLst>
                  <a:ext uri="{0D108BD9-81ED-4DB2-BD59-A6C34878D82A}">
                    <a16:rowId xmlns:a16="http://schemas.microsoft.com/office/drawing/2014/main" val="4048482078"/>
                  </a:ext>
                </a:extLst>
              </a:tr>
              <a:tr h="2505456">
                <a:tc>
                  <a:txBody>
                    <a:bodyPr/>
                    <a:lstStyle/>
                    <a:p>
                      <a:pPr lvl="0" marL="171450" indent="-171450">
                        <a:spcAft>
                          <a:spcPts val="250"/>
                        </a:spcAft>
                        <a:buFont typeface="Arial" panose="020B0604020202020204" pitchFamily="34" charset="0"/>
                        <a:buChar char="•"/>
                      </a:pPr>
                      <a:r>
                        <a:rPr lang="en-US" sz="1000" dirty="0">
                          <a:latin typeface="Arial"/>
                        </a:rPr>
                        <a:t>Addresses audit and OSFI findings on access governance</a:t>
                      </a:r>
                    </a:p>
                    <a:p>
                      <a:pPr lvl="0" marL="171450" indent="-171450">
                        <a:spcAft>
                          <a:spcPts val="250"/>
                        </a:spcAft>
                        <a:buFont typeface="Arial" panose="020B0604020202020204" pitchFamily="34" charset="0"/>
                        <a:buChar char="•"/>
                      </a:pPr>
                      <a:r>
                        <a:rPr lang="en-US" sz="1000" dirty="0">
                          <a:latin typeface="Arial"/>
                        </a:rPr>
                        <a:t>Leavers found only at quarterly review (RN Croft); lingering access across two cycles (Fiera); stale access confirmed by RVPs</a:t>
                      </a:r>
                    </a:p>
                    <a:p>
                      <a:pPr lvl="0" marL="171450" indent="-171450">
                        <a:spcAft>
                          <a:spcPts val="250"/>
                        </a:spcAft>
                        <a:buFont typeface="Arial" panose="020B0604020202020204" pitchFamily="34" charset="0"/>
                        <a:buChar char="•"/>
                      </a:pPr>
                      <a:r>
                        <a:rPr lang="en-US" sz="1000" dirty="0">
                          <a:latin typeface="Arial"/>
                        </a:rPr>
                        <a:t>Secured Zone grants more than R2 and NetRep for the same person — visible once reconciled</a:t>
                      </a:r>
                    </a:p>
                  </a:txBody>
                  <a:tcPr/>
                </a:tc>
                <a:extLst>
                  <a:ext uri="{0D108BD9-81ED-4DB2-BD59-A6C34878D82A}">
                    <a16:rowId xmlns:a16="http://schemas.microsoft.com/office/drawing/2014/main" val="3704394858"/>
                  </a:ext>
                </a:extLst>
              </a:tr>
            </a:tbl>
          </a:graphicData>
        </a:graphic>
      </p:graphicFrame>
      <p:graphicFrame>
        <p:nvGraphicFramePr>
          <p:cNvPr id="6" name="Table 5">
            <a:extLst>
              <a:ext uri="{FF2B5EF4-FFF2-40B4-BE49-F238E27FC236}">
                <a16:creationId xmlns:a16="http://schemas.microsoft.com/office/drawing/2014/main" id="{9F872672-1F19-8727-1FB1-1CAD6CF9BD60}"/>
              </a:ext>
            </a:extLst>
          </p:cNvPr>
          <p:cNvGraphicFramePr>
            <a:graphicFrameLocks noGrp="1"/>
          </p:cNvGraphicFramePr>
          <p:nvPr/>
        </p:nvGraphicFramePr>
        <p:xfrm>
          <a:off x="6240385" y="3639312"/>
          <a:ext cx="5605388" cy="2798064"/>
        </p:xfrm>
        <a:graphic>
          <a:graphicData uri="http://schemas.openxmlformats.org/drawingml/2006/table">
            <a:tbl>
              <a:tblPr firstRow="1" bandRow="1">
                <a:tableStyleId>{72833802-FEF1-4C79-8D5D-14CF1EAF98D9}</a:tableStyleId>
              </a:tblPr>
              <a:tblGrid>
                <a:gridCol w="5605388">
                  <a:extLst>
                    <a:ext uri="{9D8B030D-6E8A-4147-A177-3AD203B41FA5}">
                      <a16:colId xmlns:a16="http://schemas.microsoft.com/office/drawing/2014/main" val="3373326334"/>
                    </a:ext>
                  </a:extLst>
                </a:gridCol>
              </a:tblGrid>
              <a:tr h="292608">
                <a:tc>
                  <a:txBody>
                    <a:bodyPr/>
                    <a:lstStyle/>
                    <a:p>
                      <a:pPr lvl="0" algn="l">
                        <a:lnSpc>
                          <a:spcPct val="100000"/>
                        </a:lnSpc>
                        <a:spcBef>
                          <a:spcPts val="0"/>
                        </a:spcBef>
                        <a:buNone/>
                      </a:pPr>
                      <a:r>
                        <a:rPr lang="en-US" sz="1200" dirty="0">
                          <a:latin typeface="Arial"/>
                        </a:rPr>
                        <a:t>Solution Approach</a:t>
                      </a:r>
                    </a:p>
                  </a:txBody>
                  <a:tcPr anchor="ctr"/>
                </a:tc>
                <a:extLst>
                  <a:ext uri="{0D108BD9-81ED-4DB2-BD59-A6C34878D82A}">
                    <a16:rowId xmlns:a16="http://schemas.microsoft.com/office/drawing/2014/main" val="4048482078"/>
                  </a:ext>
                </a:extLst>
              </a:tr>
              <a:tr h="2505456">
                <a:tc>
                  <a:txBody>
                    <a:bodyPr/>
                    <a:lstStyle/>
                    <a:p>
                      <a:pPr lvl="0" marL="171450" indent="-171450">
                        <a:spcAft>
                          <a:spcPts val="250"/>
                        </a:spcAft>
                        <a:buClr>
                          <a:srgbClr val="000000"/>
                        </a:buClr>
                        <a:buFont typeface="Arial" panose="020B0604020202020204" pitchFamily="34" charset="0"/>
                        <a:buChar char="•"/>
                      </a:pPr>
                      <a:r>
                        <a:rPr lang="en-US" sz="1000" dirty="0">
                          <a:latin typeface="Arial"/>
                        </a:rPr>
                        <a:t>Build on the user list: attestation campaign per firm; attest or revoke actions feed UAR deactivation</a:t>
                      </a:r>
                    </a:p>
                    <a:p>
                      <a:pPr lvl="0" marL="171450" indent="-171450">
                        <a:spcAft>
                          <a:spcPts val="250"/>
                        </a:spcAft>
                        <a:buClr>
                          <a:srgbClr val="000000"/>
                        </a:buClr>
                        <a:buFont typeface="Arial" panose="020B0604020202020204" pitchFamily="34" charset="0"/>
                        <a:buChar char="•"/>
                      </a:pPr>
                      <a:r>
                        <a:rPr lang="en-US" sz="1000" dirty="0">
                          <a:latin typeface="Arial"/>
                        </a:rPr>
                        <a:t>Reconcile linked NetRep and SZ IDs (NetRep user-id parameter; P2 in the onboarding plan)</a:t>
                      </a:r>
                    </a:p>
                    <a:p>
                      <a:pPr lvl="0" marL="171450" indent="-171450">
                        <a:spcAft>
                          <a:spcPts val="250"/>
                        </a:spcAft>
                        <a:buClr>
                          <a:srgbClr val="000000"/>
                        </a:buClr>
                        <a:buFont typeface="Arial" panose="020B0604020202020204" pitchFamily="34" charset="0"/>
                        <a:buChar char="•"/>
                      </a:pPr>
                      <a:r>
                        <a:rPr lang="en-US" sz="1000" dirty="0">
                          <a:latin typeface="Arial"/>
                        </a:rPr>
                        <a:t>Multi-Firm adds parent-level campaigns, relationship tags and delegating-firm confirmation</a:t>
                      </a:r>
                    </a:p>
                  </a:txBody>
                  <a:tcPr/>
                </a:tc>
                <a:extLst>
                  <a:ext uri="{0D108BD9-81ED-4DB2-BD59-A6C34878D82A}">
                    <a16:rowId xmlns:a16="http://schemas.microsoft.com/office/drawing/2014/main" val="3704394858"/>
                  </a:ext>
                </a:extLst>
              </a:tr>
            </a:tbl>
          </a:graphicData>
        </a:graphic>
      </p:graphicFrame>
      <p:sp>
        <p:nvSpPr>
          <p:cNvPr id="15" name="Rounded Rectangle 14"/>
          <p:cNvSpPr/>
          <p:nvPr/>
        </p:nvSpPr>
        <p:spPr>
          <a:xfrm>
            <a:off x="228600" y="950976"/>
            <a:ext cx="2743200" cy="603504"/>
          </a:xfrm>
          <a:prstGeom prst="roundRect">
            <a:avLst>
              <a:gd name="adj" fmla="val 8000"/>
            </a:avLst>
          </a:prstGeom>
          <a:solidFill>
            <a:srgbClr val="F7F4F0"/>
          </a:solidFill>
          <a:ln>
            <a:noFill/>
          </a:ln>
        </p:spPr>
        <p:txBody>
          <a:bodyPr rtlCol="0" anchor="ctr"/>
          <a:lstStyle/>
          <a:p/>
        </p:txBody>
      </p:sp>
      <p:sp>
        <p:nvSpPr>
          <p:cNvPr id="16" name="TextBox 15"/>
          <p:cNvSpPr txBox="1"/>
          <p:nvPr/>
        </p:nvSpPr>
        <p:spPr>
          <a:xfrm>
            <a:off x="301752" y="987552"/>
            <a:ext cx="2596896" cy="182880"/>
          </a:xfrm>
          <a:prstGeom prst="rect">
            <a:avLst/>
          </a:prstGeom>
          <a:noFill/>
        </p:spPr>
        <p:txBody>
          <a:bodyPr wrap="square" lIns="18288" rIns="18288" tIns="9144" bIns="9144" anchor="t">
            <a:spAutoFit/>
          </a:bodyPr>
          <a:lstStyle/>
          <a:p>
            <a:pPr algn="l"/>
            <a:r>
              <a:rPr sz="700" b="1" i="0">
                <a:solidFill>
                  <a:srgbClr val="6E6E71"/>
                </a:solidFill>
                <a:latin typeface="Arial"/>
              </a:rPr>
              <a:t>STAGE</a:t>
            </a:r>
          </a:p>
        </p:txBody>
      </p:sp>
      <p:sp>
        <p:nvSpPr>
          <p:cNvPr id="17" name="Rounded Rectangle 16"/>
          <p:cNvSpPr/>
          <p:nvPr/>
        </p:nvSpPr>
        <p:spPr>
          <a:xfrm>
            <a:off x="2999232" y="950976"/>
            <a:ext cx="1417320" cy="603504"/>
          </a:xfrm>
          <a:prstGeom prst="roundRect">
            <a:avLst>
              <a:gd name="adj" fmla="val 8000"/>
            </a:avLst>
          </a:prstGeom>
          <a:solidFill>
            <a:srgbClr val="F7F4F0"/>
          </a:solidFill>
          <a:ln>
            <a:noFill/>
          </a:ln>
        </p:spPr>
        <p:txBody>
          <a:bodyPr rtlCol="0" anchor="ctr"/>
          <a:lstStyle/>
          <a:p/>
        </p:txBody>
      </p:sp>
      <p:sp>
        <p:nvSpPr>
          <p:cNvPr id="18" name="TextBox 17"/>
          <p:cNvSpPr txBox="1"/>
          <p:nvPr/>
        </p:nvSpPr>
        <p:spPr>
          <a:xfrm>
            <a:off x="3072384"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VALUE</a:t>
            </a:r>
          </a:p>
        </p:txBody>
      </p:sp>
      <p:sp>
        <p:nvSpPr>
          <p:cNvPr id="19" name="Rounded Rectangle 18"/>
          <p:cNvSpPr/>
          <p:nvPr/>
        </p:nvSpPr>
        <p:spPr>
          <a:xfrm>
            <a:off x="4443983" y="950976"/>
            <a:ext cx="1417320" cy="603504"/>
          </a:xfrm>
          <a:prstGeom prst="roundRect">
            <a:avLst>
              <a:gd name="adj" fmla="val 8000"/>
            </a:avLst>
          </a:prstGeom>
          <a:solidFill>
            <a:srgbClr val="F7F4F0"/>
          </a:solidFill>
          <a:ln>
            <a:noFill/>
          </a:ln>
        </p:spPr>
        <p:txBody>
          <a:bodyPr rtlCol="0" anchor="ctr"/>
          <a:lstStyle/>
          <a:p/>
        </p:txBody>
      </p:sp>
      <p:sp>
        <p:nvSpPr>
          <p:cNvPr id="20" name="TextBox 19"/>
          <p:cNvSpPr txBox="1"/>
          <p:nvPr/>
        </p:nvSpPr>
        <p:spPr>
          <a:xfrm>
            <a:off x="4517136"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RISK</a:t>
            </a:r>
          </a:p>
        </p:txBody>
      </p:sp>
      <p:sp>
        <p:nvSpPr>
          <p:cNvPr id="21" name="Rounded Rectangle 20"/>
          <p:cNvSpPr/>
          <p:nvPr/>
        </p:nvSpPr>
        <p:spPr>
          <a:xfrm>
            <a:off x="5888736" y="950976"/>
            <a:ext cx="1417320" cy="603504"/>
          </a:xfrm>
          <a:prstGeom prst="roundRect">
            <a:avLst>
              <a:gd name="adj" fmla="val 8000"/>
            </a:avLst>
          </a:prstGeom>
          <a:solidFill>
            <a:srgbClr val="F7F4F0"/>
          </a:solidFill>
          <a:ln>
            <a:noFill/>
          </a:ln>
        </p:spPr>
        <p:txBody>
          <a:bodyPr rtlCol="0" anchor="ctr"/>
          <a:lstStyle/>
          <a:p/>
        </p:txBody>
      </p:sp>
      <p:sp>
        <p:nvSpPr>
          <p:cNvPr id="22" name="TextBox 21"/>
          <p:cNvSpPr txBox="1"/>
          <p:nvPr/>
        </p:nvSpPr>
        <p:spPr>
          <a:xfrm>
            <a:off x="5961888"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EFFORT</a:t>
            </a:r>
          </a:p>
        </p:txBody>
      </p:sp>
      <p:sp>
        <p:nvSpPr>
          <p:cNvPr id="23" name="Rounded Rectangle 22"/>
          <p:cNvSpPr/>
          <p:nvPr/>
        </p:nvSpPr>
        <p:spPr>
          <a:xfrm>
            <a:off x="7333488" y="950976"/>
            <a:ext cx="1417320" cy="603504"/>
          </a:xfrm>
          <a:prstGeom prst="roundRect">
            <a:avLst>
              <a:gd name="adj" fmla="val 8000"/>
            </a:avLst>
          </a:prstGeom>
          <a:solidFill>
            <a:srgbClr val="F7F4F0"/>
          </a:solidFill>
          <a:ln>
            <a:noFill/>
          </a:ln>
        </p:spPr>
        <p:txBody>
          <a:bodyPr rtlCol="0" anchor="ctr"/>
          <a:lstStyle/>
          <a:p/>
        </p:txBody>
      </p:sp>
      <p:sp>
        <p:nvSpPr>
          <p:cNvPr id="24" name="TextBox 23"/>
          <p:cNvSpPr txBox="1"/>
          <p:nvPr/>
        </p:nvSpPr>
        <p:spPr>
          <a:xfrm>
            <a:off x="7406640" y="987552"/>
            <a:ext cx="1271016" cy="182880"/>
          </a:xfrm>
          <a:prstGeom prst="rect">
            <a:avLst/>
          </a:prstGeom>
          <a:noFill/>
        </p:spPr>
        <p:txBody>
          <a:bodyPr wrap="square" lIns="18288" rIns="18288" tIns="9144" bIns="9144" anchor="t">
            <a:spAutoFit/>
          </a:bodyPr>
          <a:lstStyle/>
          <a:p>
            <a:pPr algn="l"/>
            <a:r>
              <a:rPr sz="700" b="1" i="0">
                <a:solidFill>
                  <a:srgbClr val="6E6E71"/>
                </a:solidFill>
                <a:latin typeface="Arial"/>
              </a:rPr>
              <a:t>URGENCY</a:t>
            </a:r>
          </a:p>
        </p:txBody>
      </p:sp>
      <p:sp>
        <p:nvSpPr>
          <p:cNvPr id="25" name="Rounded Rectangle 24"/>
          <p:cNvSpPr/>
          <p:nvPr/>
        </p:nvSpPr>
        <p:spPr>
          <a:xfrm>
            <a:off x="8778240" y="950976"/>
            <a:ext cx="3063240" cy="603504"/>
          </a:xfrm>
          <a:prstGeom prst="roundRect">
            <a:avLst>
              <a:gd name="adj" fmla="val 8000"/>
            </a:avLst>
          </a:prstGeom>
          <a:solidFill>
            <a:srgbClr val="F7F4F0"/>
          </a:solidFill>
          <a:ln>
            <a:noFill/>
          </a:ln>
        </p:spPr>
        <p:txBody>
          <a:bodyPr rtlCol="0" anchor="ctr"/>
          <a:lstStyle/>
          <a:p/>
        </p:txBody>
      </p:sp>
      <p:sp>
        <p:nvSpPr>
          <p:cNvPr id="26" name="TextBox 25"/>
          <p:cNvSpPr txBox="1"/>
          <p:nvPr/>
        </p:nvSpPr>
        <p:spPr>
          <a:xfrm>
            <a:off x="8851392" y="987552"/>
            <a:ext cx="2916936" cy="182880"/>
          </a:xfrm>
          <a:prstGeom prst="rect">
            <a:avLst/>
          </a:prstGeom>
          <a:noFill/>
        </p:spPr>
        <p:txBody>
          <a:bodyPr wrap="square" lIns="18288" rIns="18288" tIns="9144" bIns="9144" anchor="t">
            <a:spAutoFit/>
          </a:bodyPr>
          <a:lstStyle/>
          <a:p>
            <a:pPr algn="l"/>
            <a:r>
              <a:rPr sz="700" b="1" i="0">
                <a:solidFill>
                  <a:srgbClr val="6E6E71"/>
                </a:solidFill>
                <a:latin typeface="Arial"/>
              </a:rPr>
              <a:t>ENABLES → / DEPENDS ON ←</a:t>
            </a:r>
          </a:p>
        </p:txBody>
      </p:sp>
      <p:sp>
        <p:nvSpPr>
          <p:cNvPr id="27" name="Pentagon 26"/>
          <p:cNvSpPr/>
          <p:nvPr/>
        </p:nvSpPr>
        <p:spPr>
          <a:xfrm>
            <a:off x="301752" y="1225296"/>
            <a:ext cx="640080" cy="237744"/>
          </a:xfrm>
          <a:prstGeom prst="homePlate">
            <a:avLst/>
          </a:prstGeom>
          <a:solidFill>
            <a:srgbClr val="CECAC5"/>
          </a:solidFill>
          <a:ln>
            <a:noFill/>
          </a:ln>
        </p:spPr>
        <p:txBody>
          <a:bodyPr rtlCol="0" anchor="ctr" wrap="square" lIns="27432" rIns="27432" tIns="0" bIns="0"/>
          <a:lstStyle/>
          <a:p>
            <a:pPr algn="ctr"/>
            <a:r>
              <a:rPr sz="750" b="1">
                <a:solidFill>
                  <a:srgbClr val="6E6E71"/>
                </a:solidFill>
                <a:latin typeface="Arial"/>
              </a:rPr>
              <a:t>Discovery</a:t>
            </a:r>
          </a:p>
        </p:txBody>
      </p:sp>
      <p:sp>
        <p:nvSpPr>
          <p:cNvPr id="28" name="Chevron 27"/>
          <p:cNvSpPr/>
          <p:nvPr/>
        </p:nvSpPr>
        <p:spPr>
          <a:xfrm>
            <a:off x="960120" y="1225296"/>
            <a:ext cx="640080" cy="237744"/>
          </a:xfrm>
          <a:prstGeom prst="chevron">
            <a:avLst/>
          </a:prstGeom>
          <a:solidFill>
            <a:srgbClr val="CECAC5"/>
          </a:solidFill>
          <a:ln>
            <a:noFill/>
          </a:ln>
        </p:spPr>
        <p:txBody>
          <a:bodyPr rtlCol="0" anchor="ctr" wrap="square" lIns="27432" rIns="27432" tIns="0" bIns="0"/>
          <a:lstStyle/>
          <a:p>
            <a:pPr algn="ctr"/>
            <a:r>
              <a:rPr sz="750" b="1">
                <a:solidFill>
                  <a:srgbClr val="6E6E71"/>
                </a:solidFill>
                <a:latin typeface="Arial"/>
              </a:rPr>
              <a:t>Design</a:t>
            </a:r>
          </a:p>
        </p:txBody>
      </p:sp>
      <p:sp>
        <p:nvSpPr>
          <p:cNvPr id="29" name="Chevron 28"/>
          <p:cNvSpPr/>
          <p:nvPr/>
        </p:nvSpPr>
        <p:spPr>
          <a:xfrm>
            <a:off x="1618488" y="1225296"/>
            <a:ext cx="640080" cy="237744"/>
          </a:xfrm>
          <a:prstGeom prst="chevron">
            <a:avLst/>
          </a:prstGeom>
          <a:solidFill>
            <a:srgbClr val="CECAC5"/>
          </a:solidFill>
          <a:ln>
            <a:noFill/>
          </a:ln>
        </p:spPr>
        <p:txBody>
          <a:bodyPr rtlCol="0" anchor="ctr" wrap="square" lIns="27432" rIns="27432" tIns="0" bIns="0"/>
          <a:lstStyle/>
          <a:p>
            <a:pPr algn="ctr"/>
            <a:r>
              <a:rPr sz="750" b="1">
                <a:solidFill>
                  <a:srgbClr val="6E6E71"/>
                </a:solidFill>
                <a:latin typeface="Arial"/>
              </a:rPr>
              <a:t>Build</a:t>
            </a:r>
          </a:p>
        </p:txBody>
      </p:sp>
      <p:sp>
        <p:nvSpPr>
          <p:cNvPr id="30" name="Chevron 29"/>
          <p:cNvSpPr/>
          <p:nvPr/>
        </p:nvSpPr>
        <p:spPr>
          <a:xfrm>
            <a:off x="2276856" y="1225296"/>
            <a:ext cx="640080" cy="237744"/>
          </a:xfrm>
          <a:prstGeom prst="chevron">
            <a:avLst/>
          </a:prstGeom>
          <a:solidFill>
            <a:srgbClr val="CECAC5"/>
          </a:solidFill>
          <a:ln>
            <a:noFill/>
          </a:ln>
        </p:spPr>
        <p:txBody>
          <a:bodyPr rtlCol="0" anchor="ctr" wrap="square" lIns="27432" rIns="27432" tIns="0" bIns="0"/>
          <a:lstStyle/>
          <a:p>
            <a:pPr algn="ctr"/>
            <a:r>
              <a:rPr sz="750" b="1">
                <a:solidFill>
                  <a:srgbClr val="6E6E71"/>
                </a:solidFill>
                <a:latin typeface="Arial"/>
              </a:rPr>
              <a:t>Launch</a:t>
            </a:r>
          </a:p>
        </p:txBody>
      </p:sp>
      <p:sp>
        <p:nvSpPr>
          <p:cNvPr id="31" name="TextBox 30"/>
          <p:cNvSpPr txBox="1"/>
          <p:nvPr/>
        </p:nvSpPr>
        <p:spPr>
          <a:xfrm>
            <a:off x="301752" y="978408"/>
            <a:ext cx="2560320" cy="182880"/>
          </a:xfrm>
          <a:prstGeom prst="rect">
            <a:avLst/>
          </a:prstGeom>
          <a:noFill/>
        </p:spPr>
        <p:txBody>
          <a:bodyPr wrap="square" lIns="18288" rIns="18288" tIns="9144" bIns="9144" anchor="t">
            <a:spAutoFit/>
          </a:bodyPr>
          <a:lstStyle/>
          <a:p>
            <a:pPr algn="l"/>
            <a:r>
              <a:rPr sz="700" b="1" i="0">
                <a:solidFill>
                  <a:srgbClr val="6E6E71"/>
                </a:solidFill>
                <a:latin typeface="Arial"/>
              </a:rPr>
              <a:t>STAGE</a:t>
            </a:r>
            <a:r>
              <a:rPr sz="700" b="0" i="1">
                <a:solidFill>
                  <a:srgbClr val="6E6E71"/>
                </a:solidFill>
                <a:latin typeface="Arial"/>
              </a:rPr>
              <a:t>   backlog · after user list</a:t>
            </a:r>
          </a:p>
        </p:txBody>
      </p:sp>
      <p:sp>
        <p:nvSpPr>
          <p:cNvPr id="32" name="Oval 31"/>
          <p:cNvSpPr/>
          <p:nvPr/>
        </p:nvSpPr>
        <p:spPr>
          <a:xfrm>
            <a:off x="3108960" y="1261872"/>
            <a:ext cx="137160" cy="137160"/>
          </a:xfrm>
          <a:prstGeom prst="ellipse">
            <a:avLst/>
          </a:prstGeom>
          <a:solidFill>
            <a:srgbClr val="91B76E"/>
          </a:solidFill>
          <a:ln>
            <a:noFill/>
          </a:ln>
        </p:spPr>
        <p:txBody>
          <a:bodyPr rtlCol="0" anchor="ctr"/>
          <a:lstStyle/>
          <a:p>
            <a:pPr algn="ctr"/>
          </a:p>
        </p:txBody>
      </p:sp>
      <p:sp>
        <p:nvSpPr>
          <p:cNvPr id="33" name="Oval 32"/>
          <p:cNvSpPr/>
          <p:nvPr/>
        </p:nvSpPr>
        <p:spPr>
          <a:xfrm>
            <a:off x="3310128" y="1261872"/>
            <a:ext cx="137160" cy="137160"/>
          </a:xfrm>
          <a:prstGeom prst="ellipse">
            <a:avLst/>
          </a:prstGeom>
          <a:solidFill>
            <a:srgbClr val="91B76E"/>
          </a:solidFill>
          <a:ln>
            <a:noFill/>
          </a:ln>
        </p:spPr>
        <p:txBody>
          <a:bodyPr rtlCol="0" anchor="ctr"/>
          <a:lstStyle/>
          <a:p>
            <a:pPr algn="ctr"/>
          </a:p>
        </p:txBody>
      </p:sp>
      <p:sp>
        <p:nvSpPr>
          <p:cNvPr id="34" name="Oval 33"/>
          <p:cNvSpPr/>
          <p:nvPr/>
        </p:nvSpPr>
        <p:spPr>
          <a:xfrm>
            <a:off x="3511296" y="1261872"/>
            <a:ext cx="137160" cy="137160"/>
          </a:xfrm>
          <a:prstGeom prst="ellipse">
            <a:avLst/>
          </a:prstGeom>
          <a:solidFill>
            <a:srgbClr val="91B76E"/>
          </a:solidFill>
          <a:ln>
            <a:noFill/>
          </a:ln>
        </p:spPr>
        <p:txBody>
          <a:bodyPr rtlCol="0" anchor="ctr"/>
          <a:lstStyle/>
          <a:p>
            <a:pPr algn="ctr"/>
          </a:p>
        </p:txBody>
      </p:sp>
      <p:sp>
        <p:nvSpPr>
          <p:cNvPr id="35" name="Oval 34"/>
          <p:cNvSpPr/>
          <p:nvPr/>
        </p:nvSpPr>
        <p:spPr>
          <a:xfrm>
            <a:off x="3712463" y="1261872"/>
            <a:ext cx="137160" cy="137160"/>
          </a:xfrm>
          <a:prstGeom prst="ellipse">
            <a:avLst/>
          </a:prstGeom>
          <a:solidFill>
            <a:srgbClr val="91B76E"/>
          </a:solidFill>
          <a:ln>
            <a:noFill/>
          </a:ln>
        </p:spPr>
        <p:txBody>
          <a:bodyPr rtlCol="0" anchor="ctr"/>
          <a:lstStyle/>
          <a:p>
            <a:pPr algn="ctr"/>
          </a:p>
        </p:txBody>
      </p:sp>
      <p:sp>
        <p:nvSpPr>
          <p:cNvPr id="36" name="Oval 35"/>
          <p:cNvSpPr/>
          <p:nvPr/>
        </p:nvSpPr>
        <p:spPr>
          <a:xfrm>
            <a:off x="3913632" y="1261872"/>
            <a:ext cx="137160" cy="137160"/>
          </a:xfrm>
          <a:prstGeom prst="ellipse">
            <a:avLst/>
          </a:prstGeom>
          <a:solidFill>
            <a:srgbClr val="CECAC5"/>
          </a:solidFill>
          <a:ln>
            <a:noFill/>
          </a:ln>
        </p:spPr>
        <p:txBody>
          <a:bodyPr rtlCol="0" anchor="ctr"/>
          <a:lstStyle/>
          <a:p>
            <a:pPr algn="ctr"/>
          </a:p>
        </p:txBody>
      </p:sp>
      <p:sp>
        <p:nvSpPr>
          <p:cNvPr id="37" name="Oval 36"/>
          <p:cNvSpPr/>
          <p:nvPr/>
        </p:nvSpPr>
        <p:spPr>
          <a:xfrm>
            <a:off x="4553712" y="1261872"/>
            <a:ext cx="137160" cy="137160"/>
          </a:xfrm>
          <a:prstGeom prst="ellipse">
            <a:avLst/>
          </a:prstGeom>
          <a:solidFill>
            <a:srgbClr val="DE161D"/>
          </a:solidFill>
          <a:ln>
            <a:noFill/>
          </a:ln>
        </p:spPr>
        <p:txBody>
          <a:bodyPr rtlCol="0" anchor="ctr"/>
          <a:lstStyle/>
          <a:p>
            <a:pPr algn="ctr"/>
          </a:p>
        </p:txBody>
      </p:sp>
      <p:sp>
        <p:nvSpPr>
          <p:cNvPr id="38" name="Oval 37"/>
          <p:cNvSpPr/>
          <p:nvPr/>
        </p:nvSpPr>
        <p:spPr>
          <a:xfrm>
            <a:off x="4754879" y="1261872"/>
            <a:ext cx="137160" cy="137160"/>
          </a:xfrm>
          <a:prstGeom prst="ellipse">
            <a:avLst/>
          </a:prstGeom>
          <a:solidFill>
            <a:srgbClr val="DE161D"/>
          </a:solidFill>
          <a:ln>
            <a:noFill/>
          </a:ln>
        </p:spPr>
        <p:txBody>
          <a:bodyPr rtlCol="0" anchor="ctr"/>
          <a:lstStyle/>
          <a:p>
            <a:pPr algn="ctr"/>
          </a:p>
        </p:txBody>
      </p:sp>
      <p:sp>
        <p:nvSpPr>
          <p:cNvPr id="39" name="Oval 38"/>
          <p:cNvSpPr/>
          <p:nvPr/>
        </p:nvSpPr>
        <p:spPr>
          <a:xfrm>
            <a:off x="4956048" y="1261872"/>
            <a:ext cx="137160" cy="137160"/>
          </a:xfrm>
          <a:prstGeom prst="ellipse">
            <a:avLst/>
          </a:prstGeom>
          <a:solidFill>
            <a:srgbClr val="CECAC5"/>
          </a:solidFill>
          <a:ln>
            <a:noFill/>
          </a:ln>
        </p:spPr>
        <p:txBody>
          <a:bodyPr rtlCol="0" anchor="ctr"/>
          <a:lstStyle/>
          <a:p>
            <a:pPr algn="ctr"/>
          </a:p>
        </p:txBody>
      </p:sp>
      <p:sp>
        <p:nvSpPr>
          <p:cNvPr id="40" name="Oval 39"/>
          <p:cNvSpPr/>
          <p:nvPr/>
        </p:nvSpPr>
        <p:spPr>
          <a:xfrm>
            <a:off x="5157216" y="1261872"/>
            <a:ext cx="137160" cy="137160"/>
          </a:xfrm>
          <a:prstGeom prst="ellipse">
            <a:avLst/>
          </a:prstGeom>
          <a:solidFill>
            <a:srgbClr val="CECAC5"/>
          </a:solidFill>
          <a:ln>
            <a:noFill/>
          </a:ln>
        </p:spPr>
        <p:txBody>
          <a:bodyPr rtlCol="0" anchor="ctr"/>
          <a:lstStyle/>
          <a:p>
            <a:pPr algn="ctr"/>
          </a:p>
        </p:txBody>
      </p:sp>
      <p:sp>
        <p:nvSpPr>
          <p:cNvPr id="41" name="Oval 40"/>
          <p:cNvSpPr/>
          <p:nvPr/>
        </p:nvSpPr>
        <p:spPr>
          <a:xfrm>
            <a:off x="5358383" y="1261872"/>
            <a:ext cx="137160" cy="137160"/>
          </a:xfrm>
          <a:prstGeom prst="ellipse">
            <a:avLst/>
          </a:prstGeom>
          <a:solidFill>
            <a:srgbClr val="CECAC5"/>
          </a:solidFill>
          <a:ln>
            <a:noFill/>
          </a:ln>
        </p:spPr>
        <p:txBody>
          <a:bodyPr rtlCol="0" anchor="ctr"/>
          <a:lstStyle/>
          <a:p>
            <a:pPr algn="ctr"/>
          </a:p>
        </p:txBody>
      </p:sp>
      <p:sp>
        <p:nvSpPr>
          <p:cNvPr id="42" name="Oval 41"/>
          <p:cNvSpPr/>
          <p:nvPr/>
        </p:nvSpPr>
        <p:spPr>
          <a:xfrm>
            <a:off x="5998464" y="1261872"/>
            <a:ext cx="137160" cy="137160"/>
          </a:xfrm>
          <a:prstGeom prst="ellipse">
            <a:avLst/>
          </a:prstGeom>
          <a:solidFill>
            <a:srgbClr val="6E6E71"/>
          </a:solidFill>
          <a:ln>
            <a:noFill/>
          </a:ln>
        </p:spPr>
        <p:txBody>
          <a:bodyPr rtlCol="0" anchor="ctr"/>
          <a:lstStyle/>
          <a:p>
            <a:pPr algn="ctr"/>
          </a:p>
        </p:txBody>
      </p:sp>
      <p:sp>
        <p:nvSpPr>
          <p:cNvPr id="43" name="Oval 42"/>
          <p:cNvSpPr/>
          <p:nvPr/>
        </p:nvSpPr>
        <p:spPr>
          <a:xfrm>
            <a:off x="6199631" y="1261872"/>
            <a:ext cx="137160" cy="137160"/>
          </a:xfrm>
          <a:prstGeom prst="ellipse">
            <a:avLst/>
          </a:prstGeom>
          <a:solidFill>
            <a:srgbClr val="6E6E71"/>
          </a:solidFill>
          <a:ln>
            <a:noFill/>
          </a:ln>
        </p:spPr>
        <p:txBody>
          <a:bodyPr rtlCol="0" anchor="ctr"/>
          <a:lstStyle/>
          <a:p>
            <a:pPr algn="ctr"/>
          </a:p>
        </p:txBody>
      </p:sp>
      <p:sp>
        <p:nvSpPr>
          <p:cNvPr id="44" name="Oval 43"/>
          <p:cNvSpPr/>
          <p:nvPr/>
        </p:nvSpPr>
        <p:spPr>
          <a:xfrm>
            <a:off x="6400800" y="1261872"/>
            <a:ext cx="137160" cy="137160"/>
          </a:xfrm>
          <a:prstGeom prst="ellipse">
            <a:avLst/>
          </a:prstGeom>
          <a:solidFill>
            <a:srgbClr val="6E6E71"/>
          </a:solidFill>
          <a:ln>
            <a:noFill/>
          </a:ln>
        </p:spPr>
        <p:txBody>
          <a:bodyPr rtlCol="0" anchor="ctr"/>
          <a:lstStyle/>
          <a:p>
            <a:pPr algn="ctr"/>
          </a:p>
        </p:txBody>
      </p:sp>
      <p:sp>
        <p:nvSpPr>
          <p:cNvPr id="45" name="Oval 44"/>
          <p:cNvSpPr/>
          <p:nvPr/>
        </p:nvSpPr>
        <p:spPr>
          <a:xfrm>
            <a:off x="6601968" y="1261872"/>
            <a:ext cx="137160" cy="137160"/>
          </a:xfrm>
          <a:prstGeom prst="ellipse">
            <a:avLst/>
          </a:prstGeom>
          <a:solidFill>
            <a:srgbClr val="CECAC5"/>
          </a:solidFill>
          <a:ln>
            <a:noFill/>
          </a:ln>
        </p:spPr>
        <p:txBody>
          <a:bodyPr rtlCol="0" anchor="ctr"/>
          <a:lstStyle/>
          <a:p>
            <a:pPr algn="ctr"/>
          </a:p>
        </p:txBody>
      </p:sp>
      <p:sp>
        <p:nvSpPr>
          <p:cNvPr id="46" name="Oval 45"/>
          <p:cNvSpPr/>
          <p:nvPr/>
        </p:nvSpPr>
        <p:spPr>
          <a:xfrm>
            <a:off x="6803136" y="1261872"/>
            <a:ext cx="137160" cy="137160"/>
          </a:xfrm>
          <a:prstGeom prst="ellipse">
            <a:avLst/>
          </a:prstGeom>
          <a:solidFill>
            <a:srgbClr val="CECAC5"/>
          </a:solidFill>
          <a:ln>
            <a:noFill/>
          </a:ln>
        </p:spPr>
        <p:txBody>
          <a:bodyPr rtlCol="0" anchor="ctr"/>
          <a:lstStyle/>
          <a:p>
            <a:pPr algn="ctr"/>
          </a:p>
        </p:txBody>
      </p:sp>
      <p:sp>
        <p:nvSpPr>
          <p:cNvPr id="47" name="Oval 46"/>
          <p:cNvSpPr/>
          <p:nvPr/>
        </p:nvSpPr>
        <p:spPr>
          <a:xfrm>
            <a:off x="7443215" y="1261872"/>
            <a:ext cx="137160" cy="137160"/>
          </a:xfrm>
          <a:prstGeom prst="ellipse">
            <a:avLst/>
          </a:prstGeom>
          <a:solidFill>
            <a:srgbClr val="D99A1B"/>
          </a:solidFill>
          <a:ln>
            <a:noFill/>
          </a:ln>
        </p:spPr>
        <p:txBody>
          <a:bodyPr rtlCol="0" anchor="ctr"/>
          <a:lstStyle/>
          <a:p>
            <a:pPr algn="ctr"/>
          </a:p>
        </p:txBody>
      </p:sp>
      <p:sp>
        <p:nvSpPr>
          <p:cNvPr id="48" name="Oval 47"/>
          <p:cNvSpPr/>
          <p:nvPr/>
        </p:nvSpPr>
        <p:spPr>
          <a:xfrm>
            <a:off x="7644383" y="1261872"/>
            <a:ext cx="137160" cy="137160"/>
          </a:xfrm>
          <a:prstGeom prst="ellipse">
            <a:avLst/>
          </a:prstGeom>
          <a:solidFill>
            <a:srgbClr val="D99A1B"/>
          </a:solidFill>
          <a:ln>
            <a:noFill/>
          </a:ln>
        </p:spPr>
        <p:txBody>
          <a:bodyPr rtlCol="0" anchor="ctr"/>
          <a:lstStyle/>
          <a:p>
            <a:pPr algn="ctr"/>
          </a:p>
        </p:txBody>
      </p:sp>
      <p:sp>
        <p:nvSpPr>
          <p:cNvPr id="49" name="Oval 48"/>
          <p:cNvSpPr/>
          <p:nvPr/>
        </p:nvSpPr>
        <p:spPr>
          <a:xfrm>
            <a:off x="7845551" y="1261872"/>
            <a:ext cx="137160" cy="137160"/>
          </a:xfrm>
          <a:prstGeom prst="ellipse">
            <a:avLst/>
          </a:prstGeom>
          <a:solidFill>
            <a:srgbClr val="CECAC5"/>
          </a:solidFill>
          <a:ln>
            <a:noFill/>
          </a:ln>
        </p:spPr>
        <p:txBody>
          <a:bodyPr rtlCol="0" anchor="ctr"/>
          <a:lstStyle/>
          <a:p>
            <a:pPr algn="ctr"/>
          </a:p>
        </p:txBody>
      </p:sp>
      <p:sp>
        <p:nvSpPr>
          <p:cNvPr id="50" name="Oval 49"/>
          <p:cNvSpPr/>
          <p:nvPr/>
        </p:nvSpPr>
        <p:spPr>
          <a:xfrm>
            <a:off x="8046719" y="1261872"/>
            <a:ext cx="137160" cy="137160"/>
          </a:xfrm>
          <a:prstGeom prst="ellipse">
            <a:avLst/>
          </a:prstGeom>
          <a:solidFill>
            <a:srgbClr val="CECAC5"/>
          </a:solidFill>
          <a:ln>
            <a:noFill/>
          </a:ln>
        </p:spPr>
        <p:txBody>
          <a:bodyPr rtlCol="0" anchor="ctr"/>
          <a:lstStyle/>
          <a:p>
            <a:pPr algn="ctr"/>
          </a:p>
        </p:txBody>
      </p:sp>
      <p:sp>
        <p:nvSpPr>
          <p:cNvPr id="51" name="Oval 50"/>
          <p:cNvSpPr/>
          <p:nvPr/>
        </p:nvSpPr>
        <p:spPr>
          <a:xfrm>
            <a:off x="8247888" y="1261872"/>
            <a:ext cx="137160" cy="137160"/>
          </a:xfrm>
          <a:prstGeom prst="ellipse">
            <a:avLst/>
          </a:prstGeom>
          <a:solidFill>
            <a:srgbClr val="CECAC5"/>
          </a:solidFill>
          <a:ln>
            <a:noFill/>
          </a:ln>
        </p:spPr>
        <p:txBody>
          <a:bodyPr rtlCol="0" anchor="ctr"/>
          <a:lstStyle/>
          <a:p>
            <a:pPr algn="ctr"/>
          </a:p>
        </p:txBody>
      </p:sp>
      <p:sp>
        <p:nvSpPr>
          <p:cNvPr id="52" name="TextBox 51"/>
          <p:cNvSpPr txBox="1"/>
          <p:nvPr/>
        </p:nvSpPr>
        <p:spPr>
          <a:xfrm>
            <a:off x="8851392" y="1170432"/>
            <a:ext cx="2916936" cy="384048"/>
          </a:xfrm>
          <a:prstGeom prst="rect">
            <a:avLst/>
          </a:prstGeom>
          <a:noFill/>
        </p:spPr>
        <p:txBody>
          <a:bodyPr wrap="square" lIns="18288" rIns="18288" tIns="9144" bIns="9144" anchor="t">
            <a:spAutoFit/>
          </a:bodyPr>
          <a:lstStyle/>
          <a:p>
            <a:pPr algn="l"/>
            <a:r>
              <a:rPr sz="750" b="1" i="0">
                <a:solidFill>
                  <a:srgbClr val="91B76E"/>
                </a:solidFill>
                <a:latin typeface="Arial"/>
              </a:rPr>
              <a:t>→ </a:t>
            </a:r>
            <a:r>
              <a:rPr sz="750" b="0" i="0">
                <a:solidFill>
                  <a:srgbClr val="000000"/>
                </a:solidFill>
                <a:latin typeface="Arial"/>
              </a:rPr>
              <a:t>Audit compliance, safe R2 exit</a:t>
            </a:r>
          </a:p>
          <a:p>
            <a:pPr algn="l"/>
            <a:r>
              <a:rPr sz="750" b="1" i="0">
                <a:solidFill>
                  <a:srgbClr val="DE161D"/>
                </a:solidFill>
                <a:latin typeface="Arial"/>
              </a:rPr>
              <a:t>← </a:t>
            </a:r>
            <a:r>
              <a:rPr sz="750" b="0" i="0">
                <a:solidFill>
                  <a:srgbClr val="000000"/>
                </a:solidFill>
                <a:latin typeface="Arial"/>
              </a:rPr>
              <a:t>User list; Multi-Firm for full value</a:t>
            </a:r>
          </a:p>
        </p:txBody>
      </p:sp>
    </p:spTree>
    <p:extLst>
      <p:ext uri="{BB962C8B-B14F-4D97-AF65-F5344CB8AC3E}">
        <p14:creationId xmlns:p14="http://schemas.microsoft.com/office/powerpoint/2010/main" val="2616336847"/>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F&amp;UM Deep-Dive with Ray</a:t>
            </a:r>
          </a:p>
        </p:txBody>
      </p:sp>
      <p:sp>
        <p:nvSpPr>
          <p:cNvPr id="3" name="Title 2"/>
          <p:cNvSpPr>
            <a:spLocks noGrp="1"/>
          </p:cNvSpPr>
          <p:nvPr>
            <p:ph type="title"/>
          </p:nvPr>
        </p:nvSpPr>
        <p:spPr/>
        <p:txBody>
          <a:bodyPr/>
          <a:lstStyle/>
          <a:p>
            <a:r>
              <a:t>Where we are — accomplished and ahead</a:t>
            </a:r>
          </a:p>
        </p:txBody>
      </p:sp>
      <p:sp>
        <p:nvSpPr>
          <p:cNvPr id="5" name="Slide Number Placeholder 4">
            <a:extLst>
              <a:ext uri="{FF2B5EF4-FFF2-40B4-BE49-F238E27FC236}">
                <a16:creationId xmlns:a16="http://schemas.microsoft.com/office/drawing/2014/main" id="{0372CC49-7463-8F55-F164-A8816679E9F9}"/>
              </a:ext>
            </a:extLst>
          </p:cNvPr>
          <p:cNvSpPr>
            <a:spLocks noGrp="1"/>
          </p:cNvSpPr>
          <p:nvPr>
            <p:ph type="sldNum" sz="quarter" idx="12"/>
          </p:nvPr>
        </p:nvSpPr>
        <p:spPr/>
        <p:txBody>
          <a:bodyPr/>
          <a:lstStyle/>
          <a:p>
            <a:fld id="{21DAE3DD-E46F-48E2-BAED-1C2B457B4828}" type="slidenum">
              <a:rPr lang="en-CA" smtClean="0"/>
              <a:t>4</a:t>
            </a:fld>
            <a:endParaRPr lang="en-CA"/>
          </a:p>
        </p:txBody>
      </p:sp>
      <p:sp>
        <p:nvSpPr>
          <p:cNvPr id="6" name="Rounded Rectangle 5"/>
          <p:cNvSpPr/>
          <p:nvPr/>
        </p:nvSpPr>
        <p:spPr>
          <a:xfrm>
            <a:off x="246888" y="1024128"/>
            <a:ext cx="5715000" cy="5303520"/>
          </a:xfrm>
          <a:prstGeom prst="roundRect">
            <a:avLst>
              <a:gd name="adj" fmla="val 8000"/>
            </a:avLst>
          </a:prstGeom>
          <a:solidFill>
            <a:srgbClr val="F7F4F0"/>
          </a:solidFill>
          <a:ln>
            <a:noFill/>
          </a:ln>
        </p:spPr>
        <p:txBody>
          <a:bodyPr rtlCol="0" anchor="ctr"/>
          <a:lstStyle/>
          <a:p/>
        </p:txBody>
      </p:sp>
      <p:sp>
        <p:nvSpPr>
          <p:cNvPr id="7" name="Rounded Rectangle 6"/>
          <p:cNvSpPr/>
          <p:nvPr/>
        </p:nvSpPr>
        <p:spPr>
          <a:xfrm>
            <a:off x="6199632" y="1024128"/>
            <a:ext cx="5742432" cy="5303520"/>
          </a:xfrm>
          <a:prstGeom prst="roundRect">
            <a:avLst>
              <a:gd name="adj" fmla="val 8000"/>
            </a:avLst>
          </a:prstGeom>
          <a:solidFill>
            <a:srgbClr val="F7F4F0"/>
          </a:solidFill>
          <a:ln>
            <a:noFill/>
          </a:ln>
        </p:spPr>
        <p:txBody>
          <a:bodyPr rtlCol="0" anchor="ctr"/>
          <a:lstStyle/>
          <a:p/>
        </p:txBody>
      </p:sp>
      <p:sp>
        <p:nvSpPr>
          <p:cNvPr id="8" name="TextBox 7"/>
          <p:cNvSpPr txBox="1"/>
          <p:nvPr/>
        </p:nvSpPr>
        <p:spPr>
          <a:xfrm>
            <a:off x="429768" y="1143000"/>
            <a:ext cx="5394960" cy="274320"/>
          </a:xfrm>
          <a:prstGeom prst="rect">
            <a:avLst/>
          </a:prstGeom>
          <a:noFill/>
        </p:spPr>
        <p:txBody>
          <a:bodyPr wrap="square" lIns="18288" rIns="18288" tIns="9144" bIns="9144" anchor="t">
            <a:spAutoFit/>
          </a:bodyPr>
          <a:lstStyle/>
          <a:p>
            <a:pPr algn="l"/>
            <a:r>
              <a:rPr sz="1300" b="1" i="0">
                <a:solidFill>
                  <a:srgbClr val="000000"/>
                </a:solidFill>
                <a:latin typeface="Arial"/>
              </a:rPr>
              <a:t>Accomplished · September–October 2026</a:t>
            </a:r>
          </a:p>
        </p:txBody>
      </p:sp>
      <p:sp>
        <p:nvSpPr>
          <p:cNvPr id="9" name="Oval 8"/>
          <p:cNvSpPr/>
          <p:nvPr/>
        </p:nvSpPr>
        <p:spPr>
          <a:xfrm>
            <a:off x="429768" y="1581912"/>
            <a:ext cx="201168" cy="201168"/>
          </a:xfrm>
          <a:prstGeom prst="ellipse">
            <a:avLst/>
          </a:prstGeom>
          <a:solidFill>
            <a:srgbClr val="91B76E"/>
          </a:solidFill>
          <a:ln>
            <a:noFill/>
          </a:ln>
        </p:spPr>
        <p:txBody>
          <a:bodyPr rtlCol="0" anchor="ctr" wrap="square" lIns="27432" rIns="27432" tIns="0" bIns="0"/>
          <a:lstStyle/>
          <a:p>
            <a:pPr algn="ctr"/>
            <a:r>
              <a:rPr sz="1000" b="1">
                <a:solidFill>
                  <a:srgbClr val="FFFFFF"/>
                </a:solidFill>
                <a:latin typeface="Arial"/>
              </a:rPr>
              <a:t>✓</a:t>
            </a:r>
          </a:p>
        </p:txBody>
      </p:sp>
      <p:sp>
        <p:nvSpPr>
          <p:cNvPr id="10" name="TextBox 9"/>
          <p:cNvSpPr txBox="1"/>
          <p:nvPr/>
        </p:nvSpPr>
        <p:spPr>
          <a:xfrm>
            <a:off x="731520" y="1536192"/>
            <a:ext cx="5074920" cy="685800"/>
          </a:xfrm>
          <a:prstGeom prst="rect">
            <a:avLst/>
          </a:prstGeom>
          <a:noFill/>
        </p:spPr>
        <p:txBody>
          <a:bodyPr wrap="square" lIns="18288" rIns="18288" tIns="9144" bIns="9144" anchor="t">
            <a:spAutoFit/>
          </a:bodyPr>
          <a:lstStyle/>
          <a:p>
            <a:pPr algn="l"/>
            <a:r>
              <a:rPr sz="1050" b="1" i="0">
                <a:solidFill>
                  <a:srgbClr val="000000"/>
                </a:solidFill>
                <a:latin typeface="Arial"/>
              </a:rPr>
              <a:t>Ownership — </a:t>
            </a:r>
            <a:r>
              <a:rPr sz="1050" b="0" i="0">
                <a:solidFill>
                  <a:srgbClr val="000000"/>
                </a:solidFill>
                <a:latin typeface="Arial"/>
              </a:rPr>
              <a:t>Knowledge transfer from Penny complete; FUM, access, security and firm hierarchy now under one platform PM</a:t>
            </a:r>
          </a:p>
        </p:txBody>
      </p:sp>
      <p:sp>
        <p:nvSpPr>
          <p:cNvPr id="11" name="Oval 10"/>
          <p:cNvSpPr/>
          <p:nvPr/>
        </p:nvSpPr>
        <p:spPr>
          <a:xfrm>
            <a:off x="429768" y="2350008"/>
            <a:ext cx="201168" cy="201168"/>
          </a:xfrm>
          <a:prstGeom prst="ellipse">
            <a:avLst/>
          </a:prstGeom>
          <a:solidFill>
            <a:srgbClr val="91B76E"/>
          </a:solidFill>
          <a:ln>
            <a:noFill/>
          </a:ln>
        </p:spPr>
        <p:txBody>
          <a:bodyPr rtlCol="0" anchor="ctr" wrap="square" lIns="27432" rIns="27432" tIns="0" bIns="0"/>
          <a:lstStyle/>
          <a:p>
            <a:pPr algn="ctr"/>
            <a:r>
              <a:rPr sz="1000" b="1">
                <a:solidFill>
                  <a:srgbClr val="FFFFFF"/>
                </a:solidFill>
                <a:latin typeface="Arial"/>
              </a:rPr>
              <a:t>✓</a:t>
            </a:r>
          </a:p>
        </p:txBody>
      </p:sp>
      <p:sp>
        <p:nvSpPr>
          <p:cNvPr id="12" name="TextBox 11"/>
          <p:cNvSpPr txBox="1"/>
          <p:nvPr/>
        </p:nvSpPr>
        <p:spPr>
          <a:xfrm>
            <a:off x="731520" y="2304288"/>
            <a:ext cx="5074920" cy="685800"/>
          </a:xfrm>
          <a:prstGeom prst="rect">
            <a:avLst/>
          </a:prstGeom>
          <a:noFill/>
        </p:spPr>
        <p:txBody>
          <a:bodyPr wrap="square" lIns="18288" rIns="18288" tIns="9144" bIns="9144" anchor="t">
            <a:spAutoFit/>
          </a:bodyPr>
          <a:lstStyle/>
          <a:p>
            <a:pPr algn="l"/>
            <a:r>
              <a:rPr sz="1050" b="1" i="0">
                <a:solidFill>
                  <a:srgbClr val="000000"/>
                </a:solidFill>
                <a:latin typeface="Arial"/>
              </a:rPr>
              <a:t>Employee Access — </a:t>
            </a:r>
            <a:r>
              <a:rPr sz="1050" b="0" i="0">
                <a:solidFill>
                  <a:srgbClr val="000000"/>
                </a:solidFill>
                <a:latin typeface="Arial"/>
              </a:rPr>
              <a:t>IIQ integration delivered; employee migration running in phases</a:t>
            </a:r>
          </a:p>
        </p:txBody>
      </p:sp>
      <p:sp>
        <p:nvSpPr>
          <p:cNvPr id="13" name="Oval 12"/>
          <p:cNvSpPr/>
          <p:nvPr/>
        </p:nvSpPr>
        <p:spPr>
          <a:xfrm>
            <a:off x="429768" y="3118103"/>
            <a:ext cx="201168" cy="201168"/>
          </a:xfrm>
          <a:prstGeom prst="ellipse">
            <a:avLst/>
          </a:prstGeom>
          <a:solidFill>
            <a:srgbClr val="91B76E"/>
          </a:solidFill>
          <a:ln>
            <a:noFill/>
          </a:ln>
        </p:spPr>
        <p:txBody>
          <a:bodyPr rtlCol="0" anchor="ctr" wrap="square" lIns="27432" rIns="27432" tIns="0" bIns="0"/>
          <a:lstStyle/>
          <a:p>
            <a:pPr algn="ctr"/>
            <a:r>
              <a:rPr sz="1000" b="1">
                <a:solidFill>
                  <a:srgbClr val="FFFFFF"/>
                </a:solidFill>
                <a:latin typeface="Arial"/>
              </a:rPr>
              <a:t>✓</a:t>
            </a:r>
          </a:p>
        </p:txBody>
      </p:sp>
      <p:sp>
        <p:nvSpPr>
          <p:cNvPr id="14" name="TextBox 13"/>
          <p:cNvSpPr txBox="1"/>
          <p:nvPr/>
        </p:nvSpPr>
        <p:spPr>
          <a:xfrm>
            <a:off x="731520" y="3072384"/>
            <a:ext cx="5074920" cy="685800"/>
          </a:xfrm>
          <a:prstGeom prst="rect">
            <a:avLst/>
          </a:prstGeom>
          <a:noFill/>
        </p:spPr>
        <p:txBody>
          <a:bodyPr wrap="square" lIns="18288" rIns="18288" tIns="9144" bIns="9144" anchor="t">
            <a:spAutoFit/>
          </a:bodyPr>
          <a:lstStyle/>
          <a:p>
            <a:pPr algn="l"/>
            <a:r>
              <a:rPr sz="1050" b="1" i="0">
                <a:solidFill>
                  <a:srgbClr val="000000"/>
                </a:solidFill>
                <a:latin typeface="Arial"/>
              </a:rPr>
              <a:t>Secured Zone SSO — </a:t>
            </a:r>
            <a:r>
              <a:rPr sz="1050" b="0" i="0">
                <a:solidFill>
                  <a:srgbClr val="000000"/>
                </a:solidFill>
                <a:latin typeface="Arial"/>
              </a:rPr>
              <a:t>Integration and navigation in build for CX 6.0 (end of October)</a:t>
            </a:r>
          </a:p>
        </p:txBody>
      </p:sp>
      <p:sp>
        <p:nvSpPr>
          <p:cNvPr id="15" name="Oval 14"/>
          <p:cNvSpPr/>
          <p:nvPr/>
        </p:nvSpPr>
        <p:spPr>
          <a:xfrm>
            <a:off x="429768" y="3886200"/>
            <a:ext cx="201168" cy="201168"/>
          </a:xfrm>
          <a:prstGeom prst="ellipse">
            <a:avLst/>
          </a:prstGeom>
          <a:solidFill>
            <a:srgbClr val="91B76E"/>
          </a:solidFill>
          <a:ln>
            <a:noFill/>
          </a:ln>
        </p:spPr>
        <p:txBody>
          <a:bodyPr rtlCol="0" anchor="ctr" wrap="square" lIns="27432" rIns="27432" tIns="0" bIns="0"/>
          <a:lstStyle/>
          <a:p>
            <a:pPr algn="ctr"/>
            <a:r>
              <a:rPr sz="1000" b="1">
                <a:solidFill>
                  <a:srgbClr val="FFFFFF"/>
                </a:solidFill>
                <a:latin typeface="Arial"/>
              </a:rPr>
              <a:t>✓</a:t>
            </a:r>
          </a:p>
        </p:txBody>
      </p:sp>
      <p:sp>
        <p:nvSpPr>
          <p:cNvPr id="16" name="TextBox 15"/>
          <p:cNvSpPr txBox="1"/>
          <p:nvPr/>
        </p:nvSpPr>
        <p:spPr>
          <a:xfrm>
            <a:off x="731520" y="3840480"/>
            <a:ext cx="5074920" cy="685800"/>
          </a:xfrm>
          <a:prstGeom prst="rect">
            <a:avLst/>
          </a:prstGeom>
          <a:noFill/>
        </p:spPr>
        <p:txBody>
          <a:bodyPr wrap="square" lIns="18288" rIns="18288" tIns="9144" bIns="9144" anchor="t">
            <a:spAutoFit/>
          </a:bodyPr>
          <a:lstStyle/>
          <a:p>
            <a:pPr algn="l"/>
            <a:r>
              <a:rPr sz="1050" b="1" i="0">
                <a:solidFill>
                  <a:srgbClr val="000000"/>
                </a:solidFill>
                <a:latin typeface="Arial"/>
              </a:rPr>
              <a:t>Unified Access Management — </a:t>
            </a:r>
            <a:r>
              <a:rPr sz="1050" b="0" i="0">
                <a:solidFill>
                  <a:srgbClr val="000000"/>
                </a:solidFill>
                <a:latin typeface="Arial"/>
              </a:rPr>
              <a:t>Design complete (6 flows, prototype validated against 20 Okta packages); scope cut; Feature Onboarding Plan ready for engineering</a:t>
            </a:r>
          </a:p>
        </p:txBody>
      </p:sp>
      <p:sp>
        <p:nvSpPr>
          <p:cNvPr id="17" name="Oval 16"/>
          <p:cNvSpPr/>
          <p:nvPr/>
        </p:nvSpPr>
        <p:spPr>
          <a:xfrm>
            <a:off x="429768" y="4654296"/>
            <a:ext cx="201168" cy="201168"/>
          </a:xfrm>
          <a:prstGeom prst="ellipse">
            <a:avLst/>
          </a:prstGeom>
          <a:solidFill>
            <a:srgbClr val="91B76E"/>
          </a:solidFill>
          <a:ln>
            <a:noFill/>
          </a:ln>
        </p:spPr>
        <p:txBody>
          <a:bodyPr rtlCol="0" anchor="ctr" wrap="square" lIns="27432" rIns="27432" tIns="0" bIns="0"/>
          <a:lstStyle/>
          <a:p>
            <a:pPr algn="ctr"/>
            <a:r>
              <a:rPr sz="1000" b="1">
                <a:solidFill>
                  <a:srgbClr val="FFFFFF"/>
                </a:solidFill>
                <a:latin typeface="Arial"/>
              </a:rPr>
              <a:t>✓</a:t>
            </a:r>
          </a:p>
        </p:txBody>
      </p:sp>
      <p:sp>
        <p:nvSpPr>
          <p:cNvPr id="18" name="TextBox 17"/>
          <p:cNvSpPr txBox="1"/>
          <p:nvPr/>
        </p:nvSpPr>
        <p:spPr>
          <a:xfrm>
            <a:off x="731520" y="4608576"/>
            <a:ext cx="5074920" cy="685800"/>
          </a:xfrm>
          <a:prstGeom prst="rect">
            <a:avLst/>
          </a:prstGeom>
          <a:noFill/>
        </p:spPr>
        <p:txBody>
          <a:bodyPr wrap="square" lIns="18288" rIns="18288" tIns="9144" bIns="9144" anchor="t">
            <a:spAutoFit/>
          </a:bodyPr>
          <a:lstStyle/>
          <a:p>
            <a:pPr algn="l"/>
            <a:r>
              <a:rPr sz="1050" b="1" i="0">
                <a:solidFill>
                  <a:srgbClr val="000000"/>
                </a:solidFill>
                <a:latin typeface="Arial"/>
              </a:rPr>
              <a:t>Multi-Firm — </a:t>
            </a:r>
            <a:r>
              <a:rPr sz="1050" b="0" i="0">
                <a:solidFill>
                  <a:srgbClr val="000000"/>
                </a:solidFill>
                <a:latin typeface="Arial"/>
              </a:rPr>
              <a:t>Discovery done (4 client sessions, RVP review, data analysis); PRD drafted; Firm360 Parent_Code change in flight</a:t>
            </a:r>
          </a:p>
        </p:txBody>
      </p:sp>
      <p:sp>
        <p:nvSpPr>
          <p:cNvPr id="19" name="Oval 18"/>
          <p:cNvSpPr/>
          <p:nvPr/>
        </p:nvSpPr>
        <p:spPr>
          <a:xfrm>
            <a:off x="429768" y="5422392"/>
            <a:ext cx="201168" cy="201168"/>
          </a:xfrm>
          <a:prstGeom prst="ellipse">
            <a:avLst/>
          </a:prstGeom>
          <a:solidFill>
            <a:srgbClr val="91B76E"/>
          </a:solidFill>
          <a:ln>
            <a:noFill/>
          </a:ln>
        </p:spPr>
        <p:txBody>
          <a:bodyPr rtlCol="0" anchor="ctr" wrap="square" lIns="27432" rIns="27432" tIns="0" bIns="0"/>
          <a:lstStyle/>
          <a:p>
            <a:pPr algn="ctr"/>
            <a:r>
              <a:rPr sz="1000" b="1">
                <a:solidFill>
                  <a:srgbClr val="FFFFFF"/>
                </a:solidFill>
                <a:latin typeface="Arial"/>
              </a:rPr>
              <a:t>✓</a:t>
            </a:r>
          </a:p>
        </p:txBody>
      </p:sp>
      <p:sp>
        <p:nvSpPr>
          <p:cNvPr id="20" name="TextBox 19"/>
          <p:cNvSpPr txBox="1"/>
          <p:nvPr/>
        </p:nvSpPr>
        <p:spPr>
          <a:xfrm>
            <a:off x="731520" y="5376672"/>
            <a:ext cx="5074920" cy="685800"/>
          </a:xfrm>
          <a:prstGeom prst="rect">
            <a:avLst/>
          </a:prstGeom>
          <a:noFill/>
        </p:spPr>
        <p:txBody>
          <a:bodyPr wrap="square" lIns="18288" rIns="18288" tIns="9144" bIns="9144" anchor="t">
            <a:spAutoFit/>
          </a:bodyPr>
          <a:lstStyle/>
          <a:p>
            <a:pPr algn="l"/>
            <a:r>
              <a:rPr sz="1050" b="1" i="0">
                <a:solidFill>
                  <a:srgbClr val="000000"/>
                </a:solidFill>
                <a:latin typeface="Arial"/>
              </a:rPr>
              <a:t>Platform governance — </a:t>
            </a:r>
            <a:r>
              <a:rPr sz="1050" b="0" i="0">
                <a:solidFill>
                  <a:srgbClr val="000000"/>
                </a:solidFill>
                <a:latin typeface="Arial"/>
              </a:rPr>
              <a:t>Feature-registration process in place; position on FGDA set; Infinite integration clean-up assessed</a:t>
            </a:r>
          </a:p>
        </p:txBody>
      </p:sp>
      <p:sp>
        <p:nvSpPr>
          <p:cNvPr id="21" name="TextBox 20"/>
          <p:cNvSpPr txBox="1"/>
          <p:nvPr/>
        </p:nvSpPr>
        <p:spPr>
          <a:xfrm>
            <a:off x="6382512" y="1143000"/>
            <a:ext cx="5394960" cy="274320"/>
          </a:xfrm>
          <a:prstGeom prst="rect">
            <a:avLst/>
          </a:prstGeom>
          <a:noFill/>
        </p:spPr>
        <p:txBody>
          <a:bodyPr wrap="square" lIns="18288" rIns="18288" tIns="9144" bIns="9144" anchor="t">
            <a:spAutoFit/>
          </a:bodyPr>
          <a:lstStyle/>
          <a:p>
            <a:pPr algn="l"/>
            <a:r>
              <a:rPr sz="1300" b="1" i="0">
                <a:solidFill>
                  <a:srgbClr val="000000"/>
                </a:solidFill>
                <a:latin typeface="Arial"/>
              </a:rPr>
              <a:t>Ahead</a:t>
            </a:r>
          </a:p>
        </p:txBody>
      </p:sp>
      <p:sp>
        <p:nvSpPr>
          <p:cNvPr id="22" name="Rounded Rectangle 21"/>
          <p:cNvSpPr/>
          <p:nvPr/>
        </p:nvSpPr>
        <p:spPr>
          <a:xfrm>
            <a:off x="6382512" y="1554480"/>
            <a:ext cx="1051560" cy="457200"/>
          </a:xfrm>
          <a:prstGeom prst="roundRect">
            <a:avLst>
              <a:gd name="adj" fmla="val 15000"/>
            </a:avLst>
          </a:prstGeom>
          <a:solidFill>
            <a:srgbClr val="6E6E71"/>
          </a:solidFill>
          <a:ln>
            <a:noFill/>
          </a:ln>
        </p:spPr>
        <p:txBody>
          <a:bodyPr rtlCol="0" anchor="ctr" wrap="square" lIns="27432" rIns="27432" tIns="0" bIns="0"/>
          <a:lstStyle/>
          <a:p>
            <a:pPr algn="ctr"/>
            <a:r>
              <a:rPr sz="1000" b="1">
                <a:solidFill>
                  <a:srgbClr val="FFFFFF"/>
                </a:solidFill>
                <a:latin typeface="Arial"/>
              </a:rPr>
              <a:t>Q4 2026</a:t>
            </a:r>
          </a:p>
        </p:txBody>
      </p:sp>
      <p:sp>
        <p:nvSpPr>
          <p:cNvPr id="23" name="TextBox 22"/>
          <p:cNvSpPr txBox="1"/>
          <p:nvPr/>
        </p:nvSpPr>
        <p:spPr>
          <a:xfrm>
            <a:off x="6382512" y="2048256"/>
            <a:ext cx="1051560" cy="228600"/>
          </a:xfrm>
          <a:prstGeom prst="rect">
            <a:avLst/>
          </a:prstGeom>
          <a:noFill/>
        </p:spPr>
        <p:txBody>
          <a:bodyPr wrap="square" lIns="18288" rIns="18288" tIns="9144" bIns="9144" anchor="t">
            <a:spAutoFit/>
          </a:bodyPr>
          <a:lstStyle/>
          <a:p>
            <a:pPr algn="ctr"/>
            <a:r>
              <a:rPr sz="800" b="0" i="0">
                <a:solidFill>
                  <a:srgbClr val="6E6E71"/>
                </a:solidFill>
                <a:latin typeface="Arial"/>
              </a:rPr>
              <a:t>CX 6.0 / 8.0</a:t>
            </a:r>
          </a:p>
        </p:txBody>
      </p:sp>
      <p:sp>
        <p:nvSpPr>
          <p:cNvPr id="24" name="TextBox 23"/>
          <p:cNvSpPr txBox="1"/>
          <p:nvPr/>
        </p:nvSpPr>
        <p:spPr>
          <a:xfrm>
            <a:off x="7571231" y="1536192"/>
            <a:ext cx="4206240" cy="1005840"/>
          </a:xfrm>
          <a:prstGeom prst="rect">
            <a:avLst/>
          </a:prstGeom>
          <a:noFill/>
        </p:spPr>
        <p:txBody>
          <a:bodyPr wrap="square" lIns="18288" rIns="18288" tIns="9144" bIns="9144" anchor="t">
            <a:spAutoFit/>
          </a:bodyPr>
          <a:lstStyle/>
          <a:p>
            <a:pPr algn="l"/>
            <a:r>
              <a:rPr sz="1050" b="0" i="0">
                <a:solidFill>
                  <a:srgbClr val="000000"/>
                </a:solidFill>
                <a:latin typeface="Arial"/>
              </a:rPr>
              <a:t>Secured Zone SSO live · UAR build starts (PCR, feature registry, request form) · Multi-Firm delegation requirements and governance with Ed, Jonathan and Ray</a:t>
            </a:r>
          </a:p>
        </p:txBody>
      </p:sp>
      <p:sp>
        <p:nvSpPr>
          <p:cNvPr id="25" name="Rounded Rectangle 24"/>
          <p:cNvSpPr/>
          <p:nvPr/>
        </p:nvSpPr>
        <p:spPr>
          <a:xfrm>
            <a:off x="6382512" y="2670048"/>
            <a:ext cx="1051560" cy="457200"/>
          </a:xfrm>
          <a:prstGeom prst="roundRect">
            <a:avLst>
              <a:gd name="adj" fmla="val 15000"/>
            </a:avLst>
          </a:prstGeom>
          <a:solidFill>
            <a:srgbClr val="6E6E71"/>
          </a:solidFill>
          <a:ln>
            <a:noFill/>
          </a:ln>
        </p:spPr>
        <p:txBody>
          <a:bodyPr rtlCol="0" anchor="ctr" wrap="square" lIns="27432" rIns="27432" tIns="0" bIns="0"/>
          <a:lstStyle/>
          <a:p>
            <a:pPr algn="ctr"/>
            <a:r>
              <a:rPr sz="1000" b="1">
                <a:solidFill>
                  <a:srgbClr val="FFFFFF"/>
                </a:solidFill>
                <a:latin typeface="Arial"/>
              </a:rPr>
              <a:t>Q1 2027</a:t>
            </a:r>
          </a:p>
        </p:txBody>
      </p:sp>
      <p:sp>
        <p:nvSpPr>
          <p:cNvPr id="26" name="TextBox 25"/>
          <p:cNvSpPr txBox="1"/>
          <p:nvPr/>
        </p:nvSpPr>
        <p:spPr>
          <a:xfrm>
            <a:off x="6382512" y="3163824"/>
            <a:ext cx="1051560" cy="228600"/>
          </a:xfrm>
          <a:prstGeom prst="rect">
            <a:avLst/>
          </a:prstGeom>
          <a:noFill/>
        </p:spPr>
        <p:txBody>
          <a:bodyPr wrap="square" lIns="18288" rIns="18288" tIns="9144" bIns="9144" anchor="t">
            <a:spAutoFit/>
          </a:bodyPr>
          <a:lstStyle/>
          <a:p>
            <a:pPr algn="ctr"/>
            <a:r>
              <a:rPr sz="800" b="0" i="0">
                <a:solidFill>
                  <a:srgbClr val="6E6E71"/>
                </a:solidFill>
                <a:latin typeface="Arial"/>
              </a:rPr>
              <a:t>by end Feb</a:t>
            </a:r>
          </a:p>
        </p:txBody>
      </p:sp>
      <p:sp>
        <p:nvSpPr>
          <p:cNvPr id="27" name="TextBox 26"/>
          <p:cNvSpPr txBox="1"/>
          <p:nvPr/>
        </p:nvSpPr>
        <p:spPr>
          <a:xfrm>
            <a:off x="7571231" y="2651760"/>
            <a:ext cx="4206240" cy="1005840"/>
          </a:xfrm>
          <a:prstGeom prst="rect">
            <a:avLst/>
          </a:prstGeom>
          <a:noFill/>
        </p:spPr>
        <p:txBody>
          <a:bodyPr wrap="square" lIns="18288" rIns="18288" tIns="9144" bIns="9144" anchor="t">
            <a:spAutoFit/>
          </a:bodyPr>
          <a:lstStyle/>
          <a:p>
            <a:pPr algn="l"/>
            <a:r>
              <a:rPr sz="1050" b="0" i="0">
                <a:solidFill>
                  <a:srgbClr val="000000"/>
                </a:solidFill>
                <a:latin typeface="Arial"/>
              </a:rPr>
              <a:t>UAR and self-serve user list complete · Multi-Firm design closed with Owen and JP · Firm360 relationship model agreed</a:t>
            </a:r>
          </a:p>
        </p:txBody>
      </p:sp>
      <p:sp>
        <p:nvSpPr>
          <p:cNvPr id="28" name="Rounded Rectangle 27"/>
          <p:cNvSpPr/>
          <p:nvPr/>
        </p:nvSpPr>
        <p:spPr>
          <a:xfrm>
            <a:off x="6382512" y="3785615"/>
            <a:ext cx="1051560" cy="457200"/>
          </a:xfrm>
          <a:prstGeom prst="roundRect">
            <a:avLst>
              <a:gd name="adj" fmla="val 15000"/>
            </a:avLst>
          </a:prstGeom>
          <a:solidFill>
            <a:srgbClr val="6E6E71"/>
          </a:solidFill>
          <a:ln>
            <a:noFill/>
          </a:ln>
        </p:spPr>
        <p:txBody>
          <a:bodyPr rtlCol="0" anchor="ctr" wrap="square" lIns="27432" rIns="27432" tIns="0" bIns="0"/>
          <a:lstStyle/>
          <a:p>
            <a:pPr algn="ctr"/>
            <a:r>
              <a:rPr sz="1000" b="1">
                <a:solidFill>
                  <a:srgbClr val="FFFFFF"/>
                </a:solidFill>
                <a:latin typeface="Arial"/>
              </a:rPr>
              <a:t>Q2 2027</a:t>
            </a:r>
          </a:p>
        </p:txBody>
      </p:sp>
      <p:sp>
        <p:nvSpPr>
          <p:cNvPr id="29" name="TextBox 28"/>
          <p:cNvSpPr txBox="1"/>
          <p:nvPr/>
        </p:nvSpPr>
        <p:spPr>
          <a:xfrm>
            <a:off x="6382512" y="4279392"/>
            <a:ext cx="1051560" cy="228600"/>
          </a:xfrm>
          <a:prstGeom prst="rect">
            <a:avLst/>
          </a:prstGeom>
          <a:noFill/>
        </p:spPr>
        <p:txBody>
          <a:bodyPr wrap="square" lIns="18288" rIns="18288" tIns="9144" bIns="9144" anchor="t">
            <a:spAutoFit/>
          </a:bodyPr>
          <a:lstStyle/>
          <a:p>
            <a:pPr algn="ctr"/>
            <a:r>
              <a:rPr sz="800" b="0" i="0">
                <a:solidFill>
                  <a:srgbClr val="6E6E71"/>
                </a:solidFill>
                <a:latin typeface="Arial"/>
              </a:rPr>
              <a:t>Mar–May</a:t>
            </a:r>
          </a:p>
        </p:txBody>
      </p:sp>
      <p:sp>
        <p:nvSpPr>
          <p:cNvPr id="30" name="TextBox 29"/>
          <p:cNvSpPr txBox="1"/>
          <p:nvPr/>
        </p:nvSpPr>
        <p:spPr>
          <a:xfrm>
            <a:off x="7571231" y="3767328"/>
            <a:ext cx="4206240" cy="1005840"/>
          </a:xfrm>
          <a:prstGeom prst="rect">
            <a:avLst/>
          </a:prstGeom>
          <a:noFill/>
        </p:spPr>
        <p:txBody>
          <a:bodyPr wrap="square" lIns="18288" rIns="18288" tIns="9144" bIns="9144" anchor="t">
            <a:spAutoFit/>
          </a:bodyPr>
          <a:lstStyle/>
          <a:p>
            <a:pPr algn="l"/>
            <a:r>
              <a:rPr sz="1050" b="0" i="0">
                <a:solidFill>
                  <a:srgbClr val="000000"/>
                </a:solidFill>
                <a:latin typeface="Arial"/>
              </a:rPr>
              <a:t>Multi-Firm build in March–April → beta and pilot with non-sub-advisory firms → trading GA at the end of May</a:t>
            </a:r>
          </a:p>
        </p:txBody>
      </p:sp>
      <p:sp>
        <p:nvSpPr>
          <p:cNvPr id="31" name="Rounded Rectangle 30"/>
          <p:cNvSpPr/>
          <p:nvPr/>
        </p:nvSpPr>
        <p:spPr>
          <a:xfrm>
            <a:off x="6382512" y="4901183"/>
            <a:ext cx="1051560" cy="457200"/>
          </a:xfrm>
          <a:prstGeom prst="roundRect">
            <a:avLst>
              <a:gd name="adj" fmla="val 15000"/>
            </a:avLst>
          </a:prstGeom>
          <a:solidFill>
            <a:srgbClr val="6E6E71"/>
          </a:solidFill>
          <a:ln>
            <a:noFill/>
          </a:ln>
        </p:spPr>
        <p:txBody>
          <a:bodyPr rtlCol="0" anchor="ctr" wrap="square" lIns="27432" rIns="27432" tIns="0" bIns="0"/>
          <a:lstStyle/>
          <a:p>
            <a:pPr algn="ctr"/>
            <a:r>
              <a:rPr sz="1000" b="1">
                <a:solidFill>
                  <a:srgbClr val="FFFFFF"/>
                </a:solidFill>
                <a:latin typeface="Arial"/>
              </a:rPr>
              <a:t>H2 2027</a:t>
            </a:r>
          </a:p>
        </p:txBody>
      </p:sp>
      <p:sp>
        <p:nvSpPr>
          <p:cNvPr id="32" name="TextBox 31"/>
          <p:cNvSpPr txBox="1"/>
          <p:nvPr/>
        </p:nvSpPr>
        <p:spPr>
          <a:xfrm>
            <a:off x="6382512" y="5394960"/>
            <a:ext cx="1051560" cy="228600"/>
          </a:xfrm>
          <a:prstGeom prst="rect">
            <a:avLst/>
          </a:prstGeom>
          <a:noFill/>
        </p:spPr>
        <p:txBody>
          <a:bodyPr wrap="square" lIns="18288" rIns="18288" tIns="9144" bIns="9144" anchor="t">
            <a:spAutoFit/>
          </a:bodyPr>
          <a:lstStyle/>
          <a:p>
            <a:pPr algn="ctr"/>
            <a:r>
              <a:rPr sz="800" b="0" i="0">
                <a:solidFill>
                  <a:srgbClr val="6E6E71"/>
                </a:solidFill>
                <a:latin typeface="Arial"/>
              </a:rPr>
              <a:t>after GA</a:t>
            </a:r>
          </a:p>
        </p:txBody>
      </p:sp>
      <p:sp>
        <p:nvSpPr>
          <p:cNvPr id="33" name="TextBox 32"/>
          <p:cNvSpPr txBox="1"/>
          <p:nvPr/>
        </p:nvSpPr>
        <p:spPr>
          <a:xfrm>
            <a:off x="7571231" y="4882896"/>
            <a:ext cx="4206240" cy="1005840"/>
          </a:xfrm>
          <a:prstGeom prst="rect">
            <a:avLst/>
          </a:prstGeom>
          <a:noFill/>
        </p:spPr>
        <p:txBody>
          <a:bodyPr wrap="square" lIns="18288" rIns="18288" tIns="9144" bIns="9144" anchor="t">
            <a:spAutoFit/>
          </a:bodyPr>
          <a:lstStyle/>
          <a:p>
            <a:pPr algn="l"/>
            <a:r>
              <a:rPr sz="1050" b="0" i="0">
                <a:solidFill>
                  <a:srgbClr val="000000"/>
                </a:solidFill>
                <a:latin typeface="Arial"/>
              </a:rPr>
              <a:t>Parent-aware attestations · usage reporting to Firm360 · R2 powered down on October 31 (~$5M a year)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F&amp;UM Deep-Dive with Ray</a:t>
            </a:r>
          </a:p>
        </p:txBody>
      </p:sp>
      <p:sp>
        <p:nvSpPr>
          <p:cNvPr id="3" name="Title 2"/>
          <p:cNvSpPr>
            <a:spLocks noGrp="1"/>
          </p:cNvSpPr>
          <p:nvPr>
            <p:ph type="title"/>
          </p:nvPr>
        </p:nvSpPr>
        <p:spPr/>
        <p:txBody>
          <a:bodyPr/>
          <a:lstStyle/>
          <a:p>
            <a:r>
              <a:t>The line in the sand: trading GA at the end of May 2027</a:t>
            </a:r>
          </a:p>
        </p:txBody>
      </p:sp>
      <p:sp>
        <p:nvSpPr>
          <p:cNvPr id="5" name="Slide Number Placeholder 4">
            <a:extLst>
              <a:ext uri="{FF2B5EF4-FFF2-40B4-BE49-F238E27FC236}">
                <a16:creationId xmlns:a16="http://schemas.microsoft.com/office/drawing/2014/main" id="{0372CC49-7463-8F55-F164-A8816679E9F9}"/>
              </a:ext>
            </a:extLst>
          </p:cNvPr>
          <p:cNvSpPr>
            <a:spLocks noGrp="1"/>
          </p:cNvSpPr>
          <p:nvPr>
            <p:ph type="sldNum" sz="quarter" idx="12"/>
          </p:nvPr>
        </p:nvSpPr>
        <p:spPr/>
        <p:txBody>
          <a:bodyPr/>
          <a:lstStyle/>
          <a:p>
            <a:fld id="{21DAE3DD-E46F-48E2-BAED-1C2B457B4828}" type="slidenum">
              <a:rPr lang="en-CA" smtClean="0"/>
              <a:t>4</a:t>
            </a:fld>
            <a:endParaRPr lang="en-CA"/>
          </a:p>
        </p:txBody>
      </p:sp>
      <p:sp>
        <p:nvSpPr>
          <p:cNvPr id="6" name="TextBox 5"/>
          <p:cNvSpPr txBox="1"/>
          <p:nvPr/>
        </p:nvSpPr>
        <p:spPr>
          <a:xfrm>
            <a:off x="246888" y="960120"/>
            <a:ext cx="11704320" cy="320040"/>
          </a:xfrm>
          <a:prstGeom prst="rect">
            <a:avLst/>
          </a:prstGeom>
          <a:noFill/>
        </p:spPr>
        <p:txBody>
          <a:bodyPr wrap="square" lIns="18288" rIns="18288" tIns="9144" bIns="9144" anchor="t">
            <a:spAutoFit/>
          </a:bodyPr>
          <a:lstStyle/>
          <a:p>
            <a:pPr algn="l"/>
            <a:r>
              <a:rPr sz="1150" b="0" i="0">
                <a:solidFill>
                  <a:srgbClr val="6E6E71"/>
                </a:solidFill>
                <a:latin typeface="Arial"/>
              </a:rPr>
              <a:t>Trading cannot launch without Multi-Firm: sub-advisors trade across firms and survive today on NetRep and R2. Everything in front of Multi-Firm sets its start date.</a:t>
            </a:r>
          </a:p>
        </p:txBody>
      </p:sp>
      <p:cxnSp>
        <p:nvCxnSpPr>
          <p:cNvPr id="7" name="Connector 6"/>
          <p:cNvCxnSpPr/>
          <p:nvPr/>
        </p:nvCxnSpPr>
        <p:spPr>
          <a:xfrm>
            <a:off x="1143000" y="2697480"/>
            <a:ext cx="10040112" cy="0"/>
          </a:xfrm>
          <a:prstGeom prst="line">
            <a:avLst/>
          </a:prstGeom>
          <a:ln w="25400">
            <a:solidFill>
              <a:srgbClr val="6E6E71"/>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042415" y="2596896"/>
            <a:ext cx="201168" cy="201168"/>
          </a:xfrm>
          <a:prstGeom prst="ellipse">
            <a:avLst/>
          </a:prstGeom>
          <a:solidFill>
            <a:srgbClr val="6E6E71"/>
          </a:solidFill>
          <a:ln>
            <a:noFill/>
          </a:ln>
        </p:spPr>
        <p:txBody>
          <a:bodyPr rtlCol="0" anchor="ctr"/>
          <a:lstStyle/>
          <a:p>
            <a:pPr algn="ctr"/>
          </a:p>
        </p:txBody>
      </p:sp>
      <p:sp>
        <p:nvSpPr>
          <p:cNvPr id="9" name="TextBox 8"/>
          <p:cNvSpPr txBox="1"/>
          <p:nvPr/>
        </p:nvSpPr>
        <p:spPr>
          <a:xfrm>
            <a:off x="411479" y="1737360"/>
            <a:ext cx="1463040" cy="274320"/>
          </a:xfrm>
          <a:prstGeom prst="rect">
            <a:avLst/>
          </a:prstGeom>
          <a:noFill/>
        </p:spPr>
        <p:txBody>
          <a:bodyPr wrap="square" lIns="18288" rIns="18288" tIns="9144" bIns="9144" anchor="t">
            <a:spAutoFit/>
          </a:bodyPr>
          <a:lstStyle/>
          <a:p>
            <a:pPr algn="ctr"/>
            <a:r>
              <a:rPr sz="1000" b="1" i="0">
                <a:solidFill>
                  <a:srgbClr val="000000"/>
                </a:solidFill>
                <a:latin typeface="Arial"/>
              </a:rPr>
              <a:t>Oct 2026</a:t>
            </a:r>
          </a:p>
        </p:txBody>
      </p:sp>
      <p:sp>
        <p:nvSpPr>
          <p:cNvPr id="10" name="TextBox 9"/>
          <p:cNvSpPr txBox="1"/>
          <p:nvPr/>
        </p:nvSpPr>
        <p:spPr>
          <a:xfrm>
            <a:off x="411479" y="1984248"/>
            <a:ext cx="1463040" cy="548640"/>
          </a:xfrm>
          <a:prstGeom prst="rect">
            <a:avLst/>
          </a:prstGeom>
          <a:noFill/>
        </p:spPr>
        <p:txBody>
          <a:bodyPr wrap="square" lIns="18288" rIns="18288" tIns="9144" bIns="9144" anchor="t">
            <a:spAutoFit/>
          </a:bodyPr>
          <a:lstStyle/>
          <a:p>
            <a:pPr algn="ctr"/>
            <a:r>
              <a:rPr sz="850" b="0" i="0">
                <a:solidFill>
                  <a:srgbClr val="6E6E71"/>
                </a:solidFill>
                <a:latin typeface="Arial"/>
              </a:rPr>
              <a:t>Today · Q1 planning in 2 weeks</a:t>
            </a:r>
          </a:p>
        </p:txBody>
      </p:sp>
      <p:sp>
        <p:nvSpPr>
          <p:cNvPr id="11" name="Oval 10"/>
          <p:cNvSpPr/>
          <p:nvPr/>
        </p:nvSpPr>
        <p:spPr>
          <a:xfrm>
            <a:off x="1632204" y="2596896"/>
            <a:ext cx="201168" cy="201168"/>
          </a:xfrm>
          <a:prstGeom prst="ellipse">
            <a:avLst/>
          </a:prstGeom>
          <a:solidFill>
            <a:srgbClr val="91B76E"/>
          </a:solidFill>
          <a:ln>
            <a:noFill/>
          </a:ln>
        </p:spPr>
        <p:txBody>
          <a:bodyPr rtlCol="0" anchor="ctr"/>
          <a:lstStyle/>
          <a:p>
            <a:pPr algn="ctr"/>
          </a:p>
        </p:txBody>
      </p:sp>
      <p:sp>
        <p:nvSpPr>
          <p:cNvPr id="12" name="TextBox 11"/>
          <p:cNvSpPr txBox="1"/>
          <p:nvPr/>
        </p:nvSpPr>
        <p:spPr>
          <a:xfrm>
            <a:off x="1001268" y="2880360"/>
            <a:ext cx="1463040" cy="274320"/>
          </a:xfrm>
          <a:prstGeom prst="rect">
            <a:avLst/>
          </a:prstGeom>
          <a:noFill/>
        </p:spPr>
        <p:txBody>
          <a:bodyPr wrap="square" lIns="18288" rIns="18288" tIns="9144" bIns="9144" anchor="t">
            <a:spAutoFit/>
          </a:bodyPr>
          <a:lstStyle/>
          <a:p>
            <a:pPr algn="ctr"/>
            <a:r>
              <a:rPr sz="1000" b="1" i="0">
                <a:solidFill>
                  <a:srgbClr val="000000"/>
                </a:solidFill>
                <a:latin typeface="Arial"/>
              </a:rPr>
              <a:t>End Oct</a:t>
            </a:r>
          </a:p>
        </p:txBody>
      </p:sp>
      <p:sp>
        <p:nvSpPr>
          <p:cNvPr id="13" name="TextBox 12"/>
          <p:cNvSpPr txBox="1"/>
          <p:nvPr/>
        </p:nvSpPr>
        <p:spPr>
          <a:xfrm>
            <a:off x="1001268" y="3127248"/>
            <a:ext cx="1463040" cy="548640"/>
          </a:xfrm>
          <a:prstGeom prst="rect">
            <a:avLst/>
          </a:prstGeom>
          <a:noFill/>
        </p:spPr>
        <p:txBody>
          <a:bodyPr wrap="square" lIns="18288" rIns="18288" tIns="9144" bIns="9144" anchor="t">
            <a:spAutoFit/>
          </a:bodyPr>
          <a:lstStyle/>
          <a:p>
            <a:pPr algn="ctr"/>
            <a:r>
              <a:rPr sz="850" b="0" i="0">
                <a:solidFill>
                  <a:srgbClr val="6E6E71"/>
                </a:solidFill>
                <a:latin typeface="Arial"/>
              </a:rPr>
              <a:t>CX 6.0: SZ SSO + employee SSO</a:t>
            </a:r>
          </a:p>
        </p:txBody>
      </p:sp>
      <p:sp>
        <p:nvSpPr>
          <p:cNvPr id="14" name="Oval 13"/>
          <p:cNvSpPr/>
          <p:nvPr/>
        </p:nvSpPr>
        <p:spPr>
          <a:xfrm>
            <a:off x="2615184" y="2596896"/>
            <a:ext cx="201168" cy="201168"/>
          </a:xfrm>
          <a:prstGeom prst="ellipse">
            <a:avLst/>
          </a:prstGeom>
          <a:solidFill>
            <a:srgbClr val="6E6E71"/>
          </a:solidFill>
          <a:ln>
            <a:noFill/>
          </a:ln>
        </p:spPr>
        <p:txBody>
          <a:bodyPr rtlCol="0" anchor="ctr"/>
          <a:lstStyle/>
          <a:p>
            <a:pPr algn="ctr"/>
          </a:p>
        </p:txBody>
      </p:sp>
      <p:sp>
        <p:nvSpPr>
          <p:cNvPr id="15" name="TextBox 14"/>
          <p:cNvSpPr txBox="1"/>
          <p:nvPr/>
        </p:nvSpPr>
        <p:spPr>
          <a:xfrm>
            <a:off x="1984248" y="1737360"/>
            <a:ext cx="1463040" cy="274320"/>
          </a:xfrm>
          <a:prstGeom prst="rect">
            <a:avLst/>
          </a:prstGeom>
          <a:noFill/>
        </p:spPr>
        <p:txBody>
          <a:bodyPr wrap="square" lIns="18288" rIns="18288" tIns="9144" bIns="9144" anchor="t">
            <a:spAutoFit/>
          </a:bodyPr>
          <a:lstStyle/>
          <a:p>
            <a:pPr algn="ctr"/>
            <a:r>
              <a:rPr sz="1000" b="1" i="0">
                <a:solidFill>
                  <a:srgbClr val="000000"/>
                </a:solidFill>
                <a:latin typeface="Arial"/>
              </a:rPr>
              <a:t>Dec 2026</a:t>
            </a:r>
          </a:p>
        </p:txBody>
      </p:sp>
      <p:sp>
        <p:nvSpPr>
          <p:cNvPr id="16" name="TextBox 15"/>
          <p:cNvSpPr txBox="1"/>
          <p:nvPr/>
        </p:nvSpPr>
        <p:spPr>
          <a:xfrm>
            <a:off x="1984248" y="1984248"/>
            <a:ext cx="1463040" cy="548640"/>
          </a:xfrm>
          <a:prstGeom prst="rect">
            <a:avLst/>
          </a:prstGeom>
          <a:noFill/>
        </p:spPr>
        <p:txBody>
          <a:bodyPr wrap="square" lIns="18288" rIns="18288" tIns="9144" bIns="9144" anchor="t">
            <a:spAutoFit/>
          </a:bodyPr>
          <a:lstStyle/>
          <a:p>
            <a:pPr algn="ctr"/>
            <a:r>
              <a:rPr sz="850" b="0" i="0">
                <a:solidFill>
                  <a:srgbClr val="6E6E71"/>
                </a:solidFill>
                <a:latin typeface="Arial"/>
              </a:rPr>
              <a:t>Orders thin launch · trading beta</a:t>
            </a:r>
          </a:p>
        </p:txBody>
      </p:sp>
      <p:sp>
        <p:nvSpPr>
          <p:cNvPr id="17" name="Oval 16"/>
          <p:cNvSpPr/>
          <p:nvPr/>
        </p:nvSpPr>
        <p:spPr>
          <a:xfrm>
            <a:off x="4187951" y="2596896"/>
            <a:ext cx="201168" cy="201168"/>
          </a:xfrm>
          <a:prstGeom prst="ellipse">
            <a:avLst/>
          </a:prstGeom>
          <a:solidFill>
            <a:srgbClr val="D99A1B"/>
          </a:solidFill>
          <a:ln>
            <a:noFill/>
          </a:ln>
        </p:spPr>
        <p:txBody>
          <a:bodyPr rtlCol="0" anchor="ctr"/>
          <a:lstStyle/>
          <a:p>
            <a:pPr algn="ctr"/>
          </a:p>
        </p:txBody>
      </p:sp>
      <p:sp>
        <p:nvSpPr>
          <p:cNvPr id="18" name="TextBox 17"/>
          <p:cNvSpPr txBox="1"/>
          <p:nvPr/>
        </p:nvSpPr>
        <p:spPr>
          <a:xfrm>
            <a:off x="3557015" y="2880360"/>
            <a:ext cx="1463040" cy="274320"/>
          </a:xfrm>
          <a:prstGeom prst="rect">
            <a:avLst/>
          </a:prstGeom>
          <a:noFill/>
        </p:spPr>
        <p:txBody>
          <a:bodyPr wrap="square" lIns="18288" rIns="18288" tIns="9144" bIns="9144" anchor="t">
            <a:spAutoFit/>
          </a:bodyPr>
          <a:lstStyle/>
          <a:p>
            <a:pPr algn="ctr"/>
            <a:r>
              <a:rPr sz="1000" b="1" i="0">
                <a:solidFill>
                  <a:srgbClr val="000000"/>
                </a:solidFill>
                <a:latin typeface="Arial"/>
              </a:rPr>
              <a:t>Feb 2027</a:t>
            </a:r>
          </a:p>
        </p:txBody>
      </p:sp>
      <p:sp>
        <p:nvSpPr>
          <p:cNvPr id="19" name="TextBox 18"/>
          <p:cNvSpPr txBox="1"/>
          <p:nvPr/>
        </p:nvSpPr>
        <p:spPr>
          <a:xfrm>
            <a:off x="3557015" y="3127248"/>
            <a:ext cx="1463040" cy="548640"/>
          </a:xfrm>
          <a:prstGeom prst="rect">
            <a:avLst/>
          </a:prstGeom>
          <a:noFill/>
        </p:spPr>
        <p:txBody>
          <a:bodyPr wrap="square" lIns="18288" rIns="18288" tIns="9144" bIns="9144" anchor="t">
            <a:spAutoFit/>
          </a:bodyPr>
          <a:lstStyle/>
          <a:p>
            <a:pPr algn="ctr"/>
            <a:r>
              <a:rPr sz="850" b="0" i="0">
                <a:solidFill>
                  <a:srgbClr val="6E6E71"/>
                </a:solidFill>
                <a:latin typeface="Arial"/>
              </a:rPr>
              <a:t>UAR + user list complete (target)</a:t>
            </a:r>
          </a:p>
        </p:txBody>
      </p:sp>
      <p:sp>
        <p:nvSpPr>
          <p:cNvPr id="20" name="Oval 19"/>
          <p:cNvSpPr/>
          <p:nvPr/>
        </p:nvSpPr>
        <p:spPr>
          <a:xfrm>
            <a:off x="5367527" y="2596896"/>
            <a:ext cx="201168" cy="201168"/>
          </a:xfrm>
          <a:prstGeom prst="ellipse">
            <a:avLst/>
          </a:prstGeom>
          <a:solidFill>
            <a:srgbClr val="DE161D"/>
          </a:solidFill>
          <a:ln>
            <a:noFill/>
          </a:ln>
        </p:spPr>
        <p:txBody>
          <a:bodyPr rtlCol="0" anchor="ctr"/>
          <a:lstStyle/>
          <a:p>
            <a:pPr algn="ctr"/>
          </a:p>
        </p:txBody>
      </p:sp>
      <p:sp>
        <p:nvSpPr>
          <p:cNvPr id="21" name="TextBox 20"/>
          <p:cNvSpPr txBox="1"/>
          <p:nvPr/>
        </p:nvSpPr>
        <p:spPr>
          <a:xfrm>
            <a:off x="4736592" y="1737360"/>
            <a:ext cx="1463040" cy="274320"/>
          </a:xfrm>
          <a:prstGeom prst="rect">
            <a:avLst/>
          </a:prstGeom>
          <a:noFill/>
        </p:spPr>
        <p:txBody>
          <a:bodyPr wrap="square" lIns="18288" rIns="18288" tIns="9144" bIns="9144" anchor="t">
            <a:spAutoFit/>
          </a:bodyPr>
          <a:lstStyle/>
          <a:p>
            <a:pPr algn="ctr"/>
            <a:r>
              <a:rPr sz="1000" b="1" i="0">
                <a:solidFill>
                  <a:srgbClr val="000000"/>
                </a:solidFill>
                <a:latin typeface="Arial"/>
              </a:rPr>
              <a:t>Mar–Apr</a:t>
            </a:r>
          </a:p>
        </p:txBody>
      </p:sp>
      <p:sp>
        <p:nvSpPr>
          <p:cNvPr id="22" name="TextBox 21"/>
          <p:cNvSpPr txBox="1"/>
          <p:nvPr/>
        </p:nvSpPr>
        <p:spPr>
          <a:xfrm>
            <a:off x="4736592" y="1984248"/>
            <a:ext cx="1463040" cy="548640"/>
          </a:xfrm>
          <a:prstGeom prst="rect">
            <a:avLst/>
          </a:prstGeom>
          <a:noFill/>
        </p:spPr>
        <p:txBody>
          <a:bodyPr wrap="square" lIns="18288" rIns="18288" tIns="9144" bIns="9144" anchor="t">
            <a:spAutoFit/>
          </a:bodyPr>
          <a:lstStyle/>
          <a:p>
            <a:pPr algn="ctr"/>
            <a:r>
              <a:rPr sz="850" b="0" i="0">
                <a:solidFill>
                  <a:srgbClr val="6E6E71"/>
                </a:solidFill>
                <a:latin typeface="Arial"/>
              </a:rPr>
              <a:t>Multi-Firm build (one full quarter)</a:t>
            </a:r>
          </a:p>
        </p:txBody>
      </p:sp>
      <p:sp>
        <p:nvSpPr>
          <p:cNvPr id="23" name="Oval 22"/>
          <p:cNvSpPr/>
          <p:nvPr/>
        </p:nvSpPr>
        <p:spPr>
          <a:xfrm>
            <a:off x="7097572" y="2596896"/>
            <a:ext cx="201168" cy="201168"/>
          </a:xfrm>
          <a:prstGeom prst="ellipse">
            <a:avLst/>
          </a:prstGeom>
          <a:solidFill>
            <a:srgbClr val="DE161D"/>
          </a:solidFill>
          <a:ln>
            <a:noFill/>
          </a:ln>
        </p:spPr>
        <p:txBody>
          <a:bodyPr rtlCol="0" anchor="ctr"/>
          <a:lstStyle/>
          <a:p>
            <a:pPr algn="ctr"/>
          </a:p>
        </p:txBody>
      </p:sp>
      <p:sp>
        <p:nvSpPr>
          <p:cNvPr id="24" name="TextBox 23"/>
          <p:cNvSpPr txBox="1"/>
          <p:nvPr/>
        </p:nvSpPr>
        <p:spPr>
          <a:xfrm>
            <a:off x="6466636" y="2880360"/>
            <a:ext cx="1463040" cy="274320"/>
          </a:xfrm>
          <a:prstGeom prst="rect">
            <a:avLst/>
          </a:prstGeom>
          <a:noFill/>
        </p:spPr>
        <p:txBody>
          <a:bodyPr wrap="square" lIns="18288" rIns="18288" tIns="9144" bIns="9144" anchor="t">
            <a:spAutoFit/>
          </a:bodyPr>
          <a:lstStyle/>
          <a:p>
            <a:pPr algn="ctr"/>
            <a:r>
              <a:rPr sz="1000" b="1" i="0">
                <a:solidFill>
                  <a:srgbClr val="000000"/>
                </a:solidFill>
                <a:latin typeface="Arial"/>
              </a:rPr>
              <a:t>End May</a:t>
            </a:r>
          </a:p>
        </p:txBody>
      </p:sp>
      <p:sp>
        <p:nvSpPr>
          <p:cNvPr id="25" name="TextBox 24"/>
          <p:cNvSpPr txBox="1"/>
          <p:nvPr/>
        </p:nvSpPr>
        <p:spPr>
          <a:xfrm>
            <a:off x="6466636" y="3127248"/>
            <a:ext cx="1463040" cy="548640"/>
          </a:xfrm>
          <a:prstGeom prst="rect">
            <a:avLst/>
          </a:prstGeom>
          <a:noFill/>
        </p:spPr>
        <p:txBody>
          <a:bodyPr wrap="square" lIns="18288" rIns="18288" tIns="9144" bIns="9144" anchor="t">
            <a:spAutoFit/>
          </a:bodyPr>
          <a:lstStyle/>
          <a:p>
            <a:pPr algn="ctr"/>
            <a:r>
              <a:rPr sz="850" b="0" i="0">
                <a:solidFill>
                  <a:srgbClr val="6E6E71"/>
                </a:solidFill>
                <a:latin typeface="Arial"/>
              </a:rPr>
              <a:t>Trading GA · Multi-Firm drop-dead</a:t>
            </a:r>
          </a:p>
        </p:txBody>
      </p:sp>
      <p:sp>
        <p:nvSpPr>
          <p:cNvPr id="26" name="Oval 25"/>
          <p:cNvSpPr/>
          <p:nvPr/>
        </p:nvSpPr>
        <p:spPr>
          <a:xfrm>
            <a:off x="10872216" y="2596896"/>
            <a:ext cx="201168" cy="201168"/>
          </a:xfrm>
          <a:prstGeom prst="ellipse">
            <a:avLst/>
          </a:prstGeom>
          <a:solidFill>
            <a:srgbClr val="6E6E71"/>
          </a:solidFill>
          <a:ln>
            <a:noFill/>
          </a:ln>
        </p:spPr>
        <p:txBody>
          <a:bodyPr rtlCol="0" anchor="ctr"/>
          <a:lstStyle/>
          <a:p>
            <a:pPr algn="ctr"/>
          </a:p>
        </p:txBody>
      </p:sp>
      <p:sp>
        <p:nvSpPr>
          <p:cNvPr id="27" name="TextBox 26"/>
          <p:cNvSpPr txBox="1"/>
          <p:nvPr/>
        </p:nvSpPr>
        <p:spPr>
          <a:xfrm>
            <a:off x="10241280" y="1737360"/>
            <a:ext cx="1463040" cy="274320"/>
          </a:xfrm>
          <a:prstGeom prst="rect">
            <a:avLst/>
          </a:prstGeom>
          <a:noFill/>
        </p:spPr>
        <p:txBody>
          <a:bodyPr wrap="square" lIns="18288" rIns="18288" tIns="9144" bIns="9144" anchor="t">
            <a:spAutoFit/>
          </a:bodyPr>
          <a:lstStyle/>
          <a:p>
            <a:pPr algn="ctr"/>
            <a:r>
              <a:rPr sz="1000" b="1" i="0">
                <a:solidFill>
                  <a:srgbClr val="000000"/>
                </a:solidFill>
                <a:latin typeface="Arial"/>
              </a:rPr>
              <a:t>Oct 31, 2027</a:t>
            </a:r>
          </a:p>
        </p:txBody>
      </p:sp>
      <p:sp>
        <p:nvSpPr>
          <p:cNvPr id="28" name="TextBox 27"/>
          <p:cNvSpPr txBox="1"/>
          <p:nvPr/>
        </p:nvSpPr>
        <p:spPr>
          <a:xfrm>
            <a:off x="10241280" y="1984248"/>
            <a:ext cx="1463040" cy="548640"/>
          </a:xfrm>
          <a:prstGeom prst="rect">
            <a:avLst/>
          </a:prstGeom>
          <a:noFill/>
        </p:spPr>
        <p:txBody>
          <a:bodyPr wrap="square" lIns="18288" rIns="18288" tIns="9144" bIns="9144" anchor="t">
            <a:spAutoFit/>
          </a:bodyPr>
          <a:lstStyle/>
          <a:p>
            <a:pPr algn="ctr"/>
            <a:r>
              <a:rPr sz="850" b="0" i="0">
                <a:solidFill>
                  <a:srgbClr val="6E6E71"/>
                </a:solidFill>
                <a:latin typeface="Arial"/>
              </a:rPr>
              <a:t>R2 powered down</a:t>
            </a:r>
          </a:p>
        </p:txBody>
      </p:sp>
      <p:sp>
        <p:nvSpPr>
          <p:cNvPr id="29" name="Pentagon 28"/>
          <p:cNvSpPr/>
          <p:nvPr/>
        </p:nvSpPr>
        <p:spPr>
          <a:xfrm>
            <a:off x="246888" y="4160520"/>
            <a:ext cx="2212848" cy="457200"/>
          </a:xfrm>
          <a:prstGeom prst="homePlate">
            <a:avLst/>
          </a:prstGeom>
          <a:solidFill>
            <a:srgbClr val="6E6E71"/>
          </a:solidFill>
          <a:ln>
            <a:noFill/>
          </a:ln>
        </p:spPr>
        <p:txBody>
          <a:bodyPr rtlCol="0" anchor="ctr" wrap="square" lIns="27432" rIns="27432" tIns="0" bIns="0"/>
          <a:lstStyle/>
          <a:p>
            <a:pPr algn="ctr"/>
            <a:r>
              <a:rPr sz="950" b="1">
                <a:solidFill>
                  <a:srgbClr val="FFFFFF"/>
                </a:solidFill>
                <a:latin typeface="Arial"/>
              </a:rPr>
              <a:t>UAR build  ·  Q4 → Q1</a:t>
            </a:r>
          </a:p>
        </p:txBody>
      </p:sp>
      <p:sp>
        <p:nvSpPr>
          <p:cNvPr id="30" name="Chevron 29"/>
          <p:cNvSpPr/>
          <p:nvPr/>
        </p:nvSpPr>
        <p:spPr>
          <a:xfrm>
            <a:off x="2496312" y="4160520"/>
            <a:ext cx="2212848" cy="457200"/>
          </a:xfrm>
          <a:prstGeom prst="chevron">
            <a:avLst/>
          </a:prstGeom>
          <a:solidFill>
            <a:srgbClr val="6E6E71"/>
          </a:solidFill>
          <a:ln>
            <a:noFill/>
          </a:ln>
        </p:spPr>
        <p:txBody>
          <a:bodyPr rtlCol="0" anchor="ctr" wrap="square" lIns="27432" rIns="27432" tIns="0" bIns="0"/>
          <a:lstStyle/>
          <a:p>
            <a:pPr algn="ctr"/>
            <a:r>
              <a:rPr sz="950" b="1">
                <a:solidFill>
                  <a:srgbClr val="FFFFFF"/>
                </a:solidFill>
                <a:latin typeface="Arial"/>
              </a:rPr>
              <a:t>Self-serve user list  ·  Q1</a:t>
            </a:r>
          </a:p>
        </p:txBody>
      </p:sp>
      <p:sp>
        <p:nvSpPr>
          <p:cNvPr id="31" name="Chevron 30"/>
          <p:cNvSpPr/>
          <p:nvPr/>
        </p:nvSpPr>
        <p:spPr>
          <a:xfrm>
            <a:off x="4745736" y="4160520"/>
            <a:ext cx="2212848" cy="457200"/>
          </a:xfrm>
          <a:prstGeom prst="chevron">
            <a:avLst/>
          </a:prstGeom>
          <a:solidFill>
            <a:srgbClr val="DE161D"/>
          </a:solidFill>
          <a:ln>
            <a:noFill/>
          </a:ln>
        </p:spPr>
        <p:txBody>
          <a:bodyPr rtlCol="0" anchor="ctr" wrap="square" lIns="27432" rIns="27432" tIns="0" bIns="0"/>
          <a:lstStyle/>
          <a:p>
            <a:pPr algn="ctr"/>
            <a:r>
              <a:rPr sz="950" b="1">
                <a:solidFill>
                  <a:srgbClr val="FFFFFF"/>
                </a:solidFill>
                <a:latin typeface="Arial"/>
              </a:rPr>
              <a:t>Multi-Firm  ·  Mar–Apr</a:t>
            </a:r>
          </a:p>
        </p:txBody>
      </p:sp>
      <p:sp>
        <p:nvSpPr>
          <p:cNvPr id="32" name="Chevron 31"/>
          <p:cNvSpPr/>
          <p:nvPr/>
        </p:nvSpPr>
        <p:spPr>
          <a:xfrm>
            <a:off x="6995160" y="4160520"/>
            <a:ext cx="2212848" cy="457200"/>
          </a:xfrm>
          <a:prstGeom prst="chevron">
            <a:avLst/>
          </a:prstGeom>
          <a:solidFill>
            <a:srgbClr val="DE161D"/>
          </a:solidFill>
          <a:ln>
            <a:noFill/>
          </a:ln>
        </p:spPr>
        <p:txBody>
          <a:bodyPr rtlCol="0" anchor="ctr" wrap="square" lIns="27432" rIns="27432" tIns="0" bIns="0"/>
          <a:lstStyle/>
          <a:p>
            <a:pPr algn="ctr"/>
            <a:r>
              <a:rPr sz="950" b="1">
                <a:solidFill>
                  <a:srgbClr val="FFFFFF"/>
                </a:solidFill>
                <a:latin typeface="Arial"/>
              </a:rPr>
              <a:t>Trading GA  ·  end of May</a:t>
            </a:r>
          </a:p>
        </p:txBody>
      </p:sp>
      <p:sp>
        <p:nvSpPr>
          <p:cNvPr id="33" name="Chevron 32"/>
          <p:cNvSpPr/>
          <p:nvPr/>
        </p:nvSpPr>
        <p:spPr>
          <a:xfrm>
            <a:off x="9244584" y="4160520"/>
            <a:ext cx="2212848" cy="457200"/>
          </a:xfrm>
          <a:prstGeom prst="chevron">
            <a:avLst/>
          </a:prstGeom>
          <a:solidFill>
            <a:srgbClr val="CECAC5"/>
          </a:solidFill>
          <a:ln>
            <a:noFill/>
          </a:ln>
        </p:spPr>
        <p:txBody>
          <a:bodyPr rtlCol="0" anchor="ctr" wrap="square" lIns="27432" rIns="27432" tIns="0" bIns="0"/>
          <a:lstStyle/>
          <a:p>
            <a:pPr algn="ctr"/>
            <a:r>
              <a:rPr sz="950" b="1">
                <a:solidFill>
                  <a:srgbClr val="6E6E71"/>
                </a:solidFill>
                <a:latin typeface="Arial"/>
              </a:rPr>
              <a:t>Parent-aware attestations  ·  H2 2027</a:t>
            </a:r>
          </a:p>
        </p:txBody>
      </p:sp>
      <p:sp>
        <p:nvSpPr>
          <p:cNvPr id="34" name="TextBox 33"/>
          <p:cNvSpPr txBox="1"/>
          <p:nvPr/>
        </p:nvSpPr>
        <p:spPr>
          <a:xfrm>
            <a:off x="246888" y="3840480"/>
            <a:ext cx="5486400" cy="274320"/>
          </a:xfrm>
          <a:prstGeom prst="rect">
            <a:avLst/>
          </a:prstGeom>
          <a:noFill/>
        </p:spPr>
        <p:txBody>
          <a:bodyPr wrap="square" lIns="18288" rIns="18288" tIns="9144" bIns="9144" anchor="t">
            <a:spAutoFit/>
          </a:bodyPr>
          <a:lstStyle/>
          <a:p>
            <a:pPr algn="l"/>
            <a:r>
              <a:rPr sz="900" b="1" i="0">
                <a:solidFill>
                  <a:srgbClr val="6E6E71"/>
                </a:solidFill>
                <a:latin typeface="Arial"/>
              </a:rPr>
              <a:t>Dependency chain</a:t>
            </a:r>
          </a:p>
        </p:txBody>
      </p:sp>
      <p:sp>
        <p:nvSpPr>
          <p:cNvPr id="35" name="Rounded Rectangle 34"/>
          <p:cNvSpPr/>
          <p:nvPr/>
        </p:nvSpPr>
        <p:spPr>
          <a:xfrm>
            <a:off x="246888" y="4846320"/>
            <a:ext cx="3794760" cy="1463040"/>
          </a:xfrm>
          <a:prstGeom prst="roundRect">
            <a:avLst>
              <a:gd name="adj" fmla="val 8000"/>
            </a:avLst>
          </a:prstGeom>
          <a:solidFill>
            <a:srgbClr val="F7F4F0"/>
          </a:solidFill>
          <a:ln>
            <a:noFill/>
          </a:ln>
        </p:spPr>
        <p:txBody>
          <a:bodyPr rtlCol="0" anchor="ctr"/>
          <a:lstStyle/>
          <a:p/>
        </p:txBody>
      </p:sp>
      <p:sp>
        <p:nvSpPr>
          <p:cNvPr id="36" name="TextBox 35"/>
          <p:cNvSpPr txBox="1"/>
          <p:nvPr/>
        </p:nvSpPr>
        <p:spPr>
          <a:xfrm>
            <a:off x="411480" y="4956048"/>
            <a:ext cx="3474720" cy="274320"/>
          </a:xfrm>
          <a:prstGeom prst="rect">
            <a:avLst/>
          </a:prstGeom>
          <a:noFill/>
        </p:spPr>
        <p:txBody>
          <a:bodyPr wrap="square" lIns="18288" rIns="18288" tIns="9144" bIns="9144" anchor="t">
            <a:spAutoFit/>
          </a:bodyPr>
          <a:lstStyle/>
          <a:p>
            <a:pPr algn="l"/>
            <a:r>
              <a:rPr sz="1100" b="1" i="0">
                <a:solidFill>
                  <a:srgbClr val="000000"/>
                </a:solidFill>
                <a:latin typeface="Arial"/>
              </a:rPr>
              <a:t>Why Multi-Firm gates trading</a:t>
            </a:r>
          </a:p>
        </p:txBody>
      </p:sp>
      <p:sp>
        <p:nvSpPr>
          <p:cNvPr id="37" name="TextBox 36"/>
          <p:cNvSpPr txBox="1"/>
          <p:nvPr/>
        </p:nvSpPr>
        <p:spPr>
          <a:xfrm>
            <a:off x="411480" y="5257800"/>
            <a:ext cx="3474720" cy="1005840"/>
          </a:xfrm>
          <a:prstGeom prst="rect">
            <a:avLst/>
          </a:prstGeom>
          <a:noFill/>
        </p:spPr>
        <p:txBody>
          <a:bodyPr wrap="square" lIns="18288" rIns="18288" tIns="9144" bIns="9144" anchor="t">
            <a:spAutoFit/>
          </a:bodyPr>
          <a:lstStyle/>
          <a:p>
            <a:pPr algn="l"/>
            <a:r>
              <a:rPr sz="950" b="0" i="0">
                <a:solidFill>
                  <a:srgbClr val="000000"/>
                </a:solidFill>
                <a:latin typeface="Arial"/>
              </a:rPr>
              <a:t>Sub-advisors need to trade on accounts of several firms from one profile. Without the relationship model, trading would launch only for single-firm users and the sub-advisory book stays on NetRep.</a:t>
            </a:r>
          </a:p>
        </p:txBody>
      </p:sp>
      <p:sp>
        <p:nvSpPr>
          <p:cNvPr id="38" name="Rounded Rectangle 37"/>
          <p:cNvSpPr/>
          <p:nvPr/>
        </p:nvSpPr>
        <p:spPr>
          <a:xfrm>
            <a:off x="4178808" y="4846320"/>
            <a:ext cx="3794760" cy="1463040"/>
          </a:xfrm>
          <a:prstGeom prst="roundRect">
            <a:avLst>
              <a:gd name="adj" fmla="val 8000"/>
            </a:avLst>
          </a:prstGeom>
          <a:solidFill>
            <a:srgbClr val="F7F4F0"/>
          </a:solidFill>
          <a:ln>
            <a:noFill/>
          </a:ln>
        </p:spPr>
        <p:txBody>
          <a:bodyPr rtlCol="0" anchor="ctr"/>
          <a:lstStyle/>
          <a:p/>
        </p:txBody>
      </p:sp>
      <p:sp>
        <p:nvSpPr>
          <p:cNvPr id="39" name="TextBox 38"/>
          <p:cNvSpPr txBox="1"/>
          <p:nvPr/>
        </p:nvSpPr>
        <p:spPr>
          <a:xfrm>
            <a:off x="4343400" y="4956048"/>
            <a:ext cx="3474720" cy="274320"/>
          </a:xfrm>
          <a:prstGeom prst="rect">
            <a:avLst/>
          </a:prstGeom>
          <a:noFill/>
        </p:spPr>
        <p:txBody>
          <a:bodyPr wrap="square" lIns="18288" rIns="18288" tIns="9144" bIns="9144" anchor="t">
            <a:spAutoFit/>
          </a:bodyPr>
          <a:lstStyle/>
          <a:p>
            <a:pPr algn="l"/>
            <a:r>
              <a:rPr sz="1100" b="1" i="0">
                <a:solidFill>
                  <a:srgbClr val="000000"/>
                </a:solidFill>
                <a:latin typeface="Arial"/>
              </a:rPr>
              <a:t>Why UAM gates Multi-Firm</a:t>
            </a:r>
          </a:p>
        </p:txBody>
      </p:sp>
      <p:sp>
        <p:nvSpPr>
          <p:cNvPr id="40" name="TextBox 39"/>
          <p:cNvSpPr txBox="1"/>
          <p:nvPr/>
        </p:nvSpPr>
        <p:spPr>
          <a:xfrm>
            <a:off x="4343400" y="5257800"/>
            <a:ext cx="3474720" cy="1005840"/>
          </a:xfrm>
          <a:prstGeom prst="rect">
            <a:avLst/>
          </a:prstGeom>
          <a:noFill/>
        </p:spPr>
        <p:txBody>
          <a:bodyPr wrap="square" lIns="18288" rIns="18288" tIns="9144" bIns="9144" anchor="t">
            <a:spAutoFit/>
          </a:bodyPr>
          <a:lstStyle/>
          <a:p>
            <a:pPr algn="l"/>
            <a:r>
              <a:rPr sz="950" b="0" i="0">
                <a:solidFill>
                  <a:srgbClr val="000000"/>
                </a:solidFill>
                <a:latin typeface="Arial"/>
              </a:rPr>
              <a:t>Parent and delegated access are expressed through the unified request form, the feature registry and the user list. Multi-Firm extends them; it cannot be built first.</a:t>
            </a:r>
          </a:p>
        </p:txBody>
      </p:sp>
      <p:sp>
        <p:nvSpPr>
          <p:cNvPr id="41" name="Rounded Rectangle 40"/>
          <p:cNvSpPr/>
          <p:nvPr/>
        </p:nvSpPr>
        <p:spPr>
          <a:xfrm>
            <a:off x="8110727" y="4846320"/>
            <a:ext cx="3794760" cy="1463040"/>
          </a:xfrm>
          <a:prstGeom prst="roundRect">
            <a:avLst>
              <a:gd name="adj" fmla="val 8000"/>
            </a:avLst>
          </a:prstGeom>
          <a:solidFill>
            <a:srgbClr val="F7F4F0"/>
          </a:solidFill>
          <a:ln>
            <a:noFill/>
          </a:ln>
        </p:spPr>
        <p:txBody>
          <a:bodyPr rtlCol="0" anchor="ctr"/>
          <a:lstStyle/>
          <a:p/>
        </p:txBody>
      </p:sp>
      <p:sp>
        <p:nvSpPr>
          <p:cNvPr id="42" name="TextBox 41"/>
          <p:cNvSpPr txBox="1"/>
          <p:nvPr/>
        </p:nvSpPr>
        <p:spPr>
          <a:xfrm>
            <a:off x="8275319" y="4956048"/>
            <a:ext cx="3474720" cy="274320"/>
          </a:xfrm>
          <a:prstGeom prst="rect">
            <a:avLst/>
          </a:prstGeom>
          <a:noFill/>
        </p:spPr>
        <p:txBody>
          <a:bodyPr wrap="square" lIns="18288" rIns="18288" tIns="9144" bIns="9144" anchor="t">
            <a:spAutoFit/>
          </a:bodyPr>
          <a:lstStyle/>
          <a:p>
            <a:pPr algn="l"/>
            <a:r>
              <a:rPr sz="1100" b="1" i="0">
                <a:solidFill>
                  <a:srgbClr val="000000"/>
                </a:solidFill>
                <a:latin typeface="Arial"/>
              </a:rPr>
              <a:t>What the R2 sunset does not fix</a:t>
            </a:r>
          </a:p>
        </p:txBody>
      </p:sp>
      <p:sp>
        <p:nvSpPr>
          <p:cNvPr id="43" name="TextBox 42"/>
          <p:cNvSpPr txBox="1"/>
          <p:nvPr/>
        </p:nvSpPr>
        <p:spPr>
          <a:xfrm>
            <a:off x="8275319" y="5257800"/>
            <a:ext cx="3474720" cy="1005840"/>
          </a:xfrm>
          <a:prstGeom prst="rect">
            <a:avLst/>
          </a:prstGeom>
          <a:noFill/>
        </p:spPr>
        <p:txBody>
          <a:bodyPr wrap="square" lIns="18288" rIns="18288" tIns="9144" bIns="9144" anchor="t">
            <a:spAutoFit/>
          </a:bodyPr>
          <a:lstStyle/>
          <a:p>
            <a:pPr algn="l"/>
            <a:r>
              <a:rPr sz="950" b="0" i="0">
                <a:solidFill>
                  <a:srgbClr val="000000"/>
                </a:solidFill>
                <a:latin typeface="Arial"/>
              </a:rPr>
              <a:t>October 31, 2027 removes R2, not the duplicate identities. Every SZ and R2 ID must be linked behind a CX profile before then, which is Multi-Firm plus UAM.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F&amp;UM Deep-Dive with Ray</a:t>
            </a:r>
          </a:p>
        </p:txBody>
      </p:sp>
      <p:sp>
        <p:nvSpPr>
          <p:cNvPr id="3" name="Title 2"/>
          <p:cNvSpPr>
            <a:spLocks noGrp="1"/>
          </p:cNvSpPr>
          <p:nvPr>
            <p:ph type="title"/>
          </p:nvPr>
        </p:nvSpPr>
        <p:spPr/>
        <p:txBody>
          <a:bodyPr/>
          <a:lstStyle/>
          <a:p>
            <a:r>
              <a:t>Decisions and asks</a:t>
            </a:r>
          </a:p>
        </p:txBody>
      </p:sp>
      <p:sp>
        <p:nvSpPr>
          <p:cNvPr id="5" name="Slide Number Placeholder 4">
            <a:extLst>
              <a:ext uri="{FF2B5EF4-FFF2-40B4-BE49-F238E27FC236}">
                <a16:creationId xmlns:a16="http://schemas.microsoft.com/office/drawing/2014/main" id="{0372CC49-7463-8F55-F164-A8816679E9F9}"/>
              </a:ext>
            </a:extLst>
          </p:cNvPr>
          <p:cNvSpPr>
            <a:spLocks noGrp="1"/>
          </p:cNvSpPr>
          <p:nvPr>
            <p:ph type="sldNum" sz="quarter" idx="12"/>
          </p:nvPr>
        </p:nvSpPr>
        <p:spPr/>
        <p:txBody>
          <a:bodyPr/>
          <a:lstStyle/>
          <a:p>
            <a:fld id="{21DAE3DD-E46F-48E2-BAED-1C2B457B4828}" type="slidenum">
              <a:rPr lang="en-CA" smtClean="0"/>
              <a:t>4</a:t>
            </a:fld>
            <a:endParaRPr lang="en-CA"/>
          </a:p>
        </p:txBody>
      </p:sp>
      <p:sp>
        <p:nvSpPr>
          <p:cNvPr id="6" name="TextBox 5"/>
          <p:cNvSpPr txBox="1"/>
          <p:nvPr/>
        </p:nvSpPr>
        <p:spPr>
          <a:xfrm>
            <a:off x="246888" y="960120"/>
            <a:ext cx="11704320" cy="320040"/>
          </a:xfrm>
          <a:prstGeom prst="rect">
            <a:avLst/>
          </a:prstGeom>
          <a:noFill/>
        </p:spPr>
        <p:txBody>
          <a:bodyPr wrap="square" lIns="18288" rIns="18288" tIns="9144" bIns="9144" anchor="t">
            <a:spAutoFit/>
          </a:bodyPr>
          <a:lstStyle/>
          <a:p>
            <a:pPr algn="l"/>
            <a:r>
              <a:rPr sz="1150" b="0" i="0">
                <a:solidFill>
                  <a:srgbClr val="6E6E71"/>
                </a:solidFill>
                <a:latin typeface="Arial"/>
              </a:rPr>
              <a:t>Six items that need your sponsorship or a decision in the next weeks — ordered by what they unblock.</a:t>
            </a:r>
          </a:p>
        </p:txBody>
      </p:sp>
      <p:graphicFrame>
        <p:nvGraphicFramePr>
          <p:cNvPr id="7" name="Table 6"/>
          <p:cNvGraphicFramePr>
            <a:graphicFrameLocks noGrp="1"/>
          </p:cNvGraphicFramePr>
          <p:nvPr/>
        </p:nvGraphicFramePr>
        <p:xfrm>
          <a:off x="246888" y="1417320"/>
          <a:ext cx="11704320" cy="4754880"/>
        </p:xfrm>
        <a:graphic>
          <a:graphicData uri="http://schemas.openxmlformats.org/drawingml/2006/table">
            <a:tbl>
              <a:tblPr firstRow="1" bandRow="0">
                <a:tableStyleId>{72833802-FEF1-4C79-8D5D-14CF1EAF98D9}</a:tableStyleId>
              </a:tblPr>
              <a:tblGrid>
                <a:gridCol w="365760"/>
                <a:gridCol w="5029200"/>
                <a:gridCol w="3108960"/>
                <a:gridCol w="1554480"/>
                <a:gridCol w="1645920"/>
              </a:tblGrid>
              <a:tr h="365760">
                <a:tc>
                  <a:txBody>
                    <a:bodyPr/>
                    <a:lstStyle/>
                    <a:p>
                      <a:pPr>
                        <a:buNone/>
                      </a:pPr>
                      <a:r>
                        <a:rPr lang="en-US" sz="1100" dirty="0" b="1">
                          <a:latin typeface="Arial"/>
                        </a:rPr>
                        <a:t>#</a:t>
                      </a:r>
                    </a:p>
                  </a:txBody>
                  <a:tcPr/>
                </a:tc>
                <a:tc>
                  <a:txBody>
                    <a:bodyPr/>
                    <a:lstStyle/>
                    <a:p>
                      <a:pPr>
                        <a:buNone/>
                      </a:pPr>
                      <a:r>
                        <a:rPr lang="en-US" sz="1100" dirty="0" b="1">
                          <a:latin typeface="Arial"/>
                        </a:rPr>
                        <a:t>Decision / ask</a:t>
                      </a:r>
                    </a:p>
                  </a:txBody>
                  <a:tcPr/>
                </a:tc>
                <a:tc>
                  <a:txBody>
                    <a:bodyPr/>
                    <a:lstStyle/>
                    <a:p>
                      <a:pPr>
                        <a:buNone/>
                      </a:pPr>
                      <a:r>
                        <a:rPr lang="en-US" sz="1100" dirty="0" b="1">
                          <a:latin typeface="Arial"/>
                        </a:rPr>
                        <a:t>Why it matters now</a:t>
                      </a:r>
                    </a:p>
                  </a:txBody>
                  <a:tcPr/>
                </a:tc>
                <a:tc>
                  <a:txBody>
                    <a:bodyPr/>
                    <a:lstStyle/>
                    <a:p>
                      <a:pPr>
                        <a:buNone/>
                      </a:pPr>
                      <a:r>
                        <a:rPr lang="en-US" sz="1100" dirty="0" b="1">
                          <a:latin typeface="Arial"/>
                        </a:rPr>
                        <a:t>Owner</a:t>
                      </a:r>
                    </a:p>
                  </a:txBody>
                  <a:tcPr/>
                </a:tc>
                <a:tc>
                  <a:txBody>
                    <a:bodyPr/>
                    <a:lstStyle/>
                    <a:p>
                      <a:pPr>
                        <a:buNone/>
                      </a:pPr>
                      <a:r>
                        <a:rPr lang="en-US" sz="1100" dirty="0" b="1">
                          <a:latin typeface="Arial"/>
                        </a:rPr>
                        <a:t>By</a:t>
                      </a:r>
                    </a:p>
                  </a:txBody>
                  <a:tcPr/>
                </a:tc>
              </a:tr>
              <a:tr h="731520">
                <a:tc>
                  <a:txBody>
                    <a:bodyPr/>
                    <a:lstStyle/>
                    <a:p>
                      <a:pPr>
                        <a:buNone/>
                      </a:pPr>
                      <a:r>
                        <a:rPr lang="en-US" sz="950" dirty="0" b="1">
                          <a:latin typeface="Arial"/>
                        </a:rPr>
                        <a:t>1</a:t>
                      </a:r>
                    </a:p>
                  </a:txBody>
                  <a:tcPr/>
                </a:tc>
                <a:tc>
                  <a:txBody>
                    <a:bodyPr/>
                    <a:lstStyle/>
                    <a:p>
                      <a:pPr>
                        <a:buNone/>
                      </a:pPr>
                      <a:r>
                        <a:rPr lang="en-US" sz="950" dirty="0">
                          <a:latin typeface="Arial"/>
                        </a:rPr>
                        <a:t>Hold UAM v1 to P0 (+ provisioning diff, steward monitoring); confirm the deferrals: provisioning automation, NetRep and external apps, case management</a:t>
                      </a:r>
                    </a:p>
                  </a:txBody>
                  <a:tcPr/>
                </a:tc>
                <a:tc>
                  <a:txBody>
                    <a:bodyPr/>
                    <a:lstStyle/>
                    <a:p>
                      <a:pPr>
                        <a:buNone/>
                      </a:pPr>
                      <a:r>
                        <a:rPr lang="en-US" sz="950" dirty="0">
                          <a:latin typeface="Arial"/>
                        </a:rPr>
                        <a:t>Protects the Q1 finish and the Multi-Firm start</a:t>
                      </a:r>
                    </a:p>
                  </a:txBody>
                  <a:tcPr/>
                </a:tc>
                <a:tc>
                  <a:txBody>
                    <a:bodyPr/>
                    <a:lstStyle/>
                    <a:p>
                      <a:pPr>
                        <a:buNone/>
                      </a:pPr>
                      <a:r>
                        <a:rPr lang="en-US" sz="950" dirty="0">
                          <a:latin typeface="Arial"/>
                        </a:rPr>
                        <a:t>Ray · Kevin</a:t>
                      </a:r>
                    </a:p>
                  </a:txBody>
                  <a:tcPr/>
                </a:tc>
                <a:tc>
                  <a:txBody>
                    <a:bodyPr/>
                    <a:lstStyle/>
                    <a:p>
                      <a:pPr>
                        <a:buNone/>
                      </a:pPr>
                      <a:r>
                        <a:rPr lang="en-US" sz="950" dirty="0">
                          <a:latin typeface="Arial"/>
                        </a:rPr>
                        <a:t>Q1 planning (2 weeks)</a:t>
                      </a:r>
                    </a:p>
                  </a:txBody>
                  <a:tcPr/>
                </a:tc>
              </a:tr>
              <a:tr h="731520">
                <a:tc>
                  <a:txBody>
                    <a:bodyPr/>
                    <a:lstStyle/>
                    <a:p>
                      <a:pPr>
                        <a:buNone/>
                      </a:pPr>
                      <a:r>
                        <a:rPr lang="en-US" sz="950" dirty="0" b="1">
                          <a:latin typeface="Arial"/>
                        </a:rPr>
                        <a:t>2</a:t>
                      </a:r>
                    </a:p>
                  </a:txBody>
                  <a:tcPr/>
                </a:tc>
                <a:tc>
                  <a:txBody>
                    <a:bodyPr/>
                    <a:lstStyle/>
                    <a:p>
                      <a:pPr>
                        <a:buNone/>
                      </a:pPr>
                      <a:r>
                        <a:rPr lang="en-US" sz="950" dirty="0">
                          <a:latin typeface="Arial"/>
                        </a:rPr>
                        <a:t>Firm360 as the system of record for firm relationships: Parent_Code feed (API or nightly file), a delegation table, products &amp; services redesign timing</a:t>
                      </a:r>
                    </a:p>
                  </a:txBody>
                  <a:tcPr/>
                </a:tc>
                <a:tc>
                  <a:txBody>
                    <a:bodyPr/>
                    <a:lstStyle/>
                    <a:p>
                      <a:pPr>
                        <a:buNone/>
                      </a:pPr>
                      <a:r>
                        <a:rPr lang="en-US" sz="950" dirty="0">
                          <a:latin typeface="Arial"/>
                        </a:rPr>
                        <a:t>CX design assumes it; sub-advisory does not exist in Firm360 today</a:t>
                      </a:r>
                    </a:p>
                  </a:txBody>
                  <a:tcPr/>
                </a:tc>
                <a:tc>
                  <a:txBody>
                    <a:bodyPr/>
                    <a:lstStyle/>
                    <a:p>
                      <a:pPr>
                        <a:buNone/>
                      </a:pPr>
                      <a:r>
                        <a:rPr lang="en-US" sz="950" dirty="0">
                          <a:latin typeface="Arial"/>
                        </a:rPr>
                        <a:t>Ray</a:t>
                      </a:r>
                    </a:p>
                  </a:txBody>
                  <a:tcPr/>
                </a:tc>
                <a:tc>
                  <a:txBody>
                    <a:bodyPr/>
                    <a:lstStyle/>
                    <a:p>
                      <a:pPr>
                        <a:buNone/>
                      </a:pPr>
                      <a:r>
                        <a:rPr lang="en-US" sz="950" dirty="0">
                          <a:latin typeface="Arial"/>
                        </a:rPr>
                        <a:t>November</a:t>
                      </a:r>
                    </a:p>
                  </a:txBody>
                  <a:tcPr/>
                </a:tc>
              </a:tr>
              <a:tr h="731520">
                <a:tc>
                  <a:txBody>
                    <a:bodyPr/>
                    <a:lstStyle/>
                    <a:p>
                      <a:pPr>
                        <a:buNone/>
                      </a:pPr>
                      <a:r>
                        <a:rPr lang="en-US" sz="950" dirty="0" b="1">
                          <a:latin typeface="Arial"/>
                        </a:rPr>
                        <a:t>3</a:t>
                      </a:r>
                    </a:p>
                  </a:txBody>
                  <a:tcPr/>
                </a:tc>
                <a:tc>
                  <a:txBody>
                    <a:bodyPr/>
                    <a:lstStyle/>
                    <a:p>
                      <a:pPr>
                        <a:buNone/>
                      </a:pPr>
                      <a:r>
                        <a:rPr lang="en-US" sz="950" dirty="0">
                          <a:latin typeface="Arial"/>
                        </a:rPr>
                        <a:t>Sub-advisor identity model: fund an estimate for one ID with several profiles vs two credentials, then decide against the May date</a:t>
                      </a:r>
                    </a:p>
                  </a:txBody>
                  <a:tcPr/>
                </a:tc>
                <a:tc>
                  <a:txBody>
                    <a:bodyPr/>
                    <a:lstStyle/>
                    <a:p>
                      <a:pPr>
                        <a:buNone/>
                      </a:pPr>
                      <a:r>
                        <a:rPr lang="en-US" sz="950" dirty="0">
                          <a:latin typeface="Arial"/>
                        </a:rPr>
                        <a:t>Decides the size of the Multi-Firm build</a:t>
                      </a:r>
                    </a:p>
                  </a:txBody>
                  <a:tcPr/>
                </a:tc>
                <a:tc>
                  <a:txBody>
                    <a:bodyPr/>
                    <a:lstStyle/>
                    <a:p>
                      <a:pPr>
                        <a:buNone/>
                      </a:pPr>
                      <a:r>
                        <a:rPr lang="en-US" sz="950" dirty="0">
                          <a:latin typeface="Arial"/>
                        </a:rPr>
                        <a:t>Esther · JP</a:t>
                      </a:r>
                    </a:p>
                  </a:txBody>
                  <a:tcPr/>
                </a:tc>
                <a:tc>
                  <a:txBody>
                    <a:bodyPr/>
                    <a:lstStyle/>
                    <a:p>
                      <a:pPr>
                        <a:buNone/>
                      </a:pPr>
                      <a:r>
                        <a:rPr lang="en-US" sz="950" dirty="0">
                          <a:latin typeface="Arial"/>
                        </a:rPr>
                        <a:t>November</a:t>
                      </a:r>
                    </a:p>
                  </a:txBody>
                  <a:tcPr/>
                </a:tc>
              </a:tr>
              <a:tr h="731520">
                <a:tc>
                  <a:txBody>
                    <a:bodyPr/>
                    <a:lstStyle/>
                    <a:p>
                      <a:pPr>
                        <a:buNone/>
                      </a:pPr>
                      <a:r>
                        <a:rPr lang="en-US" sz="950" dirty="0" b="1">
                          <a:latin typeface="Arial"/>
                        </a:rPr>
                        <a:t>4</a:t>
                      </a:r>
                    </a:p>
                  </a:txBody>
                  <a:tcPr/>
                </a:tc>
                <a:tc>
                  <a:txBody>
                    <a:bodyPr/>
                    <a:lstStyle/>
                    <a:p>
                      <a:pPr>
                        <a:buNone/>
                      </a:pPr>
                      <a:r>
                        <a:rPr lang="en-US" sz="950" dirty="0">
                          <a:latin typeface="Arial"/>
                        </a:rPr>
                        <a:t>Governance pack for delegation: who authorizes, attests, revokes; signature-based agreement before any account release</a:t>
                      </a:r>
                    </a:p>
                  </a:txBody>
                  <a:tcPr/>
                </a:tc>
                <a:tc>
                  <a:txBody>
                    <a:bodyPr/>
                    <a:lstStyle/>
                    <a:p>
                      <a:pPr>
                        <a:buNone/>
                      </a:pPr>
                      <a:r>
                        <a:rPr lang="en-US" sz="950" dirty="0">
                          <a:latin typeface="Arial"/>
                        </a:rPr>
                        <a:t>Blocks delegation design and the sub-advisor PRD</a:t>
                      </a:r>
                    </a:p>
                  </a:txBody>
                  <a:tcPr/>
                </a:tc>
                <a:tc>
                  <a:txBody>
                    <a:bodyPr/>
                    <a:lstStyle/>
                    <a:p>
                      <a:pPr>
                        <a:buNone/>
                      </a:pPr>
                      <a:r>
                        <a:rPr lang="en-US" sz="950" dirty="0">
                          <a:latin typeface="Arial"/>
                        </a:rPr>
                        <a:t>Ed · Jonathan</a:t>
                      </a:r>
                    </a:p>
                  </a:txBody>
                  <a:tcPr/>
                </a:tc>
                <a:tc>
                  <a:txBody>
                    <a:bodyPr/>
                    <a:lstStyle/>
                    <a:p>
                      <a:pPr>
                        <a:buNone/>
                      </a:pPr>
                      <a:r>
                        <a:rPr lang="en-US" sz="950" dirty="0">
                          <a:latin typeface="Arial"/>
                        </a:rPr>
                        <a:t>December</a:t>
                      </a:r>
                    </a:p>
                  </a:txBody>
                  <a:tcPr/>
                </a:tc>
              </a:tr>
              <a:tr h="731520">
                <a:tc>
                  <a:txBody>
                    <a:bodyPr/>
                    <a:lstStyle/>
                    <a:p>
                      <a:pPr>
                        <a:buNone/>
                      </a:pPr>
                      <a:r>
                        <a:rPr lang="en-US" sz="950" dirty="0" b="1">
                          <a:latin typeface="Arial"/>
                        </a:rPr>
                        <a:t>5</a:t>
                      </a:r>
                    </a:p>
                  </a:txBody>
                  <a:tcPr/>
                </a:tc>
                <a:tc>
                  <a:txBody>
                    <a:bodyPr/>
                    <a:lstStyle/>
                    <a:p>
                      <a:pPr>
                        <a:buNone/>
                      </a:pPr>
                      <a:r>
                        <a:rPr lang="en-US" sz="950" dirty="0">
                          <a:latin typeface="Arial"/>
                        </a:rPr>
                        <a:t>FGDA: NBIN keeps its own RR store; adopt wealth’s shared service only behind an edge architecture, and last</a:t>
                      </a:r>
                    </a:p>
                  </a:txBody>
                  <a:tcPr/>
                </a:tc>
                <a:tc>
                  <a:txBody>
                    <a:bodyPr/>
                    <a:lstStyle/>
                    <a:p>
                      <a:pPr>
                        <a:buNone/>
                      </a:pPr>
                      <a:r>
                        <a:rPr lang="en-US" sz="950" dirty="0">
                          <a:latin typeface="Arial"/>
                        </a:rPr>
                        <a:t>Avoids a critical-path dependency on an untested shared service</a:t>
                      </a:r>
                    </a:p>
                  </a:txBody>
                  <a:tcPr/>
                </a:tc>
                <a:tc>
                  <a:txBody>
                    <a:bodyPr/>
                    <a:lstStyle/>
                    <a:p>
                      <a:pPr>
                        <a:buNone/>
                      </a:pPr>
                      <a:r>
                        <a:rPr lang="en-US" sz="950" dirty="0">
                          <a:latin typeface="Arial"/>
                        </a:rPr>
                        <a:t>Ray · Kevin with JP</a:t>
                      </a:r>
                    </a:p>
                  </a:txBody>
                  <a:tcPr/>
                </a:tc>
                <a:tc>
                  <a:txBody>
                    <a:bodyPr/>
                    <a:lstStyle/>
                    <a:p>
                      <a:pPr>
                        <a:buNone/>
                      </a:pPr>
                      <a:r>
                        <a:rPr lang="en-US" sz="950" dirty="0">
                          <a:latin typeface="Arial"/>
                        </a:rPr>
                        <a:t>Before the wealth design review</a:t>
                      </a:r>
                    </a:p>
                  </a:txBody>
                  <a:tcPr/>
                </a:tc>
              </a:tr>
              <a:tr h="731520">
                <a:tc>
                  <a:txBody>
                    <a:bodyPr/>
                    <a:lstStyle/>
                    <a:p>
                      <a:pPr>
                        <a:buNone/>
                      </a:pPr>
                      <a:r>
                        <a:rPr lang="en-US" sz="950" dirty="0" b="1">
                          <a:latin typeface="Arial"/>
                        </a:rPr>
                        <a:t>6</a:t>
                      </a:r>
                    </a:p>
                  </a:txBody>
                  <a:tcPr/>
                </a:tc>
                <a:tc>
                  <a:txBody>
                    <a:bodyPr/>
                    <a:lstStyle/>
                    <a:p>
                      <a:pPr>
                        <a:buNone/>
                      </a:pPr>
                      <a:r>
                        <a:rPr lang="en-US" sz="950" dirty="0">
                          <a:latin typeface="Arial"/>
                        </a:rPr>
                        <a:t>Capacity: Tech Titans for the FNUM notification endpoints; PO hire; cover for Candi from October 22</a:t>
                      </a:r>
                    </a:p>
                  </a:txBody>
                  <a:tcPr/>
                </a:tc>
                <a:tc>
                  <a:txBody>
                    <a:bodyPr/>
                    <a:lstStyle/>
                    <a:p>
                      <a:pPr>
                        <a:buNone/>
                      </a:pPr>
                      <a:r>
                        <a:rPr lang="en-US" sz="950" dirty="0">
                          <a:latin typeface="Arial"/>
                        </a:rPr>
                        <a:t>FNUM team is fully stacked through Q1</a:t>
                      </a:r>
                    </a:p>
                  </a:txBody>
                  <a:tcPr/>
                </a:tc>
                <a:tc>
                  <a:txBody>
                    <a:bodyPr/>
                    <a:lstStyle/>
                    <a:p>
                      <a:pPr>
                        <a:buNone/>
                      </a:pPr>
                      <a:r>
                        <a:rPr lang="en-US" sz="950" dirty="0">
                          <a:latin typeface="Arial"/>
                        </a:rPr>
                        <a:t>Kevin</a:t>
                      </a:r>
                    </a:p>
                  </a:txBody>
                  <a:tcPr/>
                </a:tc>
                <a:tc>
                  <a:txBody>
                    <a:bodyPr/>
                    <a:lstStyle/>
                    <a:p>
                      <a:pPr>
                        <a:buNone/>
                      </a:pPr>
                      <a:r>
                        <a:rPr lang="en-US" sz="950" dirty="0">
                          <a:latin typeface="Arial"/>
                        </a:rPr>
                        <a:t>Now</a:t>
                      </a:r>
                    </a:p>
                  </a:txBody>
                  <a:tcPr/>
                </a:tc>
              </a:tr>
            </a:tbl>
          </a:graphicData>
        </a:graphic>
      </p:graphicFrame>
    </p:spTree>
  </p:cSld>
  <p:clrMapOvr>
    <a:masterClrMapping/>
  </p:clrMapOvr>
</p:sld>
</file>

<file path=ppt/theme/theme1.xml><?xml version="1.0" encoding="utf-8"?>
<a:theme xmlns:a="http://schemas.openxmlformats.org/drawingml/2006/main" name="Wealth Management Template ENG 2025">
  <a:themeElements>
    <a:clrScheme name="Office">
      <a:dk1>
        <a:srgbClr val="000000"/>
      </a:dk1>
      <a:lt1>
        <a:srgbClr val="FFFFFF"/>
      </a:lt1>
      <a:dk2>
        <a:srgbClr val="CECAC5"/>
      </a:dk2>
      <a:lt2>
        <a:srgbClr val="F7F4F0"/>
      </a:lt2>
      <a:accent1>
        <a:srgbClr val="DE161D"/>
      </a:accent1>
      <a:accent2>
        <a:srgbClr val="6E6E71"/>
      </a:accent2>
      <a:accent3>
        <a:srgbClr val="A8C1B8"/>
      </a:accent3>
      <a:accent4>
        <a:srgbClr val="152532"/>
      </a:accent4>
      <a:accent5>
        <a:srgbClr val="CBEAA4"/>
      </a:accent5>
      <a:accent6>
        <a:srgbClr val="BEAA91"/>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spcBef>
            <a:spcPts val="500"/>
          </a:spcBef>
          <a:defRPr dirty="0" err="1"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spAutoFit/>
      </a:bodyPr>
      <a:lstStyle>
        <a:defPPr algn="l">
          <a:spcBef>
            <a:spcPts val="1000"/>
          </a:spcBef>
          <a:defRPr sz="2000" dirty="0" smtClean="0"/>
        </a:defPPr>
      </a:lstStyle>
    </a:txDef>
  </a:objectDefaults>
  <a:extraClrSchemeLst/>
  <a:custClrLst>
    <a:custClr name="Vert mousse">
      <a:srgbClr val="588761"/>
    </a:custClr>
    <a:custClr name="Bleu charbon">
      <a:srgbClr val="4D4D5C"/>
    </a:custClr>
    <a:custClr name="Gris clair">
      <a:srgbClr val="BCBEC0"/>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TB-Vert">
      <a:srgbClr val="91B76E"/>
    </a:custClr>
    <a:custClr name="TB-Jaune">
      <a:srgbClr val="F6C45E"/>
    </a:custClr>
    <a:custClr name="TB-Rouge">
      <a:srgbClr val="DE161D"/>
    </a:custClr>
  </a:custClrLst>
  <a:extLst>
    <a:ext uri="{05A4C25C-085E-4340-85A3-A5531E510DB2}">
      <thm15:themeFamily xmlns:thm15="http://schemas.microsoft.com/office/thememl/2012/main" name="Présentation2" id="{5502A278-542A-4D66-ADB8-B39A34151CC1}" vid="{D1F0A71F-1B8F-4C25-9635-676702A925C8}"/>
    </a:ext>
  </a:extLst>
</a:theme>
</file>

<file path=ppt/theme/theme2.xml><?xml version="1.0" encoding="utf-8"?>
<a:theme xmlns:a="http://schemas.openxmlformats.org/drawingml/2006/main" name="Thème Office">
  <a:themeElements>
    <a:clrScheme name="BNC WEALTH">
      <a:dk1>
        <a:srgbClr val="000000"/>
      </a:dk1>
      <a:lt1>
        <a:srgbClr val="FFFFFF"/>
      </a:lt1>
      <a:dk2>
        <a:srgbClr val="CECAC5"/>
      </a:dk2>
      <a:lt2>
        <a:srgbClr val="F7F4F0"/>
      </a:lt2>
      <a:accent1>
        <a:srgbClr val="DE161D"/>
      </a:accent1>
      <a:accent2>
        <a:srgbClr val="6E6E71"/>
      </a:accent2>
      <a:accent3>
        <a:srgbClr val="A8C1B8"/>
      </a:accent3>
      <a:accent4>
        <a:srgbClr val="152532"/>
      </a:accent4>
      <a:accent5>
        <a:srgbClr val="CBEAA4"/>
      </a:accent5>
      <a:accent6>
        <a:srgbClr val="BEAA91"/>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BNC WEALTH">
      <a:dk1>
        <a:srgbClr val="000000"/>
      </a:dk1>
      <a:lt1>
        <a:srgbClr val="FFFFFF"/>
      </a:lt1>
      <a:dk2>
        <a:srgbClr val="CECAC5"/>
      </a:dk2>
      <a:lt2>
        <a:srgbClr val="F7F4F0"/>
      </a:lt2>
      <a:accent1>
        <a:srgbClr val="DE161D"/>
      </a:accent1>
      <a:accent2>
        <a:srgbClr val="6E6E71"/>
      </a:accent2>
      <a:accent3>
        <a:srgbClr val="A8C1B8"/>
      </a:accent3>
      <a:accent4>
        <a:srgbClr val="152532"/>
      </a:accent4>
      <a:accent5>
        <a:srgbClr val="CBEAA4"/>
      </a:accent5>
      <a:accent6>
        <a:srgbClr val="BEAA91"/>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BA62B5F4CB74642B90A987774B1B24E" ma:contentTypeVersion="24" ma:contentTypeDescription="Create a new document." ma:contentTypeScope="" ma:versionID="61b569c360cdc9c3528e4da7d66282da">
  <xsd:schema xmlns:xsd="http://www.w3.org/2001/XMLSchema" xmlns:xs="http://www.w3.org/2001/XMLSchema" xmlns:p="http://schemas.microsoft.com/office/2006/metadata/properties" xmlns:ns2="24891057-9d07-4bc4-81dd-a8fee1899a10" xmlns:ns3="4d3d1e3a-1431-4b4e-b10c-6b4678a00b18" xmlns:ns4="646edc4a-20a2-4b2a-ae2d-e944b8755f4d" targetNamespace="http://schemas.microsoft.com/office/2006/metadata/properties" ma:root="true" ma:fieldsID="0c369c7b4aed1373baea2a5dc2c842ea" ns2:_="" ns3:_="" ns4:_="">
    <xsd:import namespace="24891057-9d07-4bc4-81dd-a8fee1899a10"/>
    <xsd:import namespace="4d3d1e3a-1431-4b4e-b10c-6b4678a00b18"/>
    <xsd:import namespace="646edc4a-20a2-4b2a-ae2d-e944b8755f4d"/>
    <xsd:element name="properties">
      <xsd:complexType>
        <xsd:sequence>
          <xsd:element name="documentManagement">
            <xsd:complexType>
              <xsd:all>
                <xsd:element ref="ns2: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TranslatedLang" minOccurs="0"/>
                <xsd:element ref="ns2:MediaServiceBillingMetadata" minOccurs="0"/>
                <xsd:element ref="ns2: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891057-9d07-4bc4-81dd-a8fee1899a10" elementFormDefault="qualified">
    <xsd:import namespace="http://schemas.microsoft.com/office/2006/documentManagement/types"/>
    <xsd:import namespace="http://schemas.microsoft.com/office/infopath/2007/PartnerControls"/>
    <xsd:element name="Status" ma:index="3" nillable="true" ma:displayName="Review Status" ma:default="Draft" ma:format="Dropdown" ma:internalName="Status">
      <xsd:simpleType>
        <xsd:restriction base="dms:Choice">
          <xsd:enumeration value="Draft"/>
          <xsd:enumeration value="Final"/>
          <xsd:enumeration value="In review"/>
          <xsd:enumeration value="Reviewed"/>
          <xsd:enumeration value="Translation"/>
          <xsd:enumeration value="Product review"/>
          <xsd:enumeration value="Action Required"/>
          <xsd:enumeration value="Live file"/>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hidden="true" ma:internalName="MediaLengthInSeconds" ma:readOnly="true">
      <xsd:simpleType>
        <xsd:restriction base="dms:Unknown"/>
      </xsd:simpleType>
    </xsd:element>
    <xsd:element name="MediaServiceAutoTags" ma:index="16" nillable="true" ma:displayName="Tags" ma:hidden="true"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be92d5-a8f5-4c82-bef9-59ee16e2a49e"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hidden="true" ma:internalName="MediaServiceOCR" ma:readOnly="true">
      <xsd:simpleType>
        <xsd:restriction base="dms:Note"/>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TranslatedLang" ma:index="26" nillable="true" ma:displayName="Translated Language" ma:internalName="TranslatedLang">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Info" ma:index="28" nillable="true" ma:displayName="Info" ma:format="Dropdown" ma:internalName="Inf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d3d1e3a-1431-4b4e-b10c-6b4678a00b18"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6edc4a-20a2-4b2a-ae2d-e944b8755f4d"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b287a6f-febb-4b07-9a2b-e915f43247e5}" ma:internalName="TaxCatchAll" ma:readOnly="false" ma:showField="CatchAllData" ma:web="4d3d1e3a-1431-4b4e-b10c-6b4678a00b1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46edc4a-20a2-4b2a-ae2d-e944b8755f4d" xsi:nil="true"/>
    <lcf76f155ced4ddcb4097134ff3c332f xmlns="24891057-9d07-4bc4-81dd-a8fee1899a10">
      <Terms xmlns="http://schemas.microsoft.com/office/infopath/2007/PartnerControls"/>
    </lcf76f155ced4ddcb4097134ff3c332f>
    <Status xmlns="24891057-9d07-4bc4-81dd-a8fee1899a10">Draft</Status>
    <TranslatedLang xmlns="24891057-9d07-4bc4-81dd-a8fee1899a10" xsi:nil="true"/>
    <Info xmlns="24891057-9d07-4bc4-81dd-a8fee1899a10" xsi:nil="true"/>
  </documentManagement>
</p:properties>
</file>

<file path=customXml/itemProps1.xml><?xml version="1.0" encoding="utf-8"?>
<ds:datastoreItem xmlns:ds="http://schemas.openxmlformats.org/officeDocument/2006/customXml" ds:itemID="{BB40C315-8032-43E8-9D88-261EDF985599}">
  <ds:schemaRefs>
    <ds:schemaRef ds:uri="http://schemas.microsoft.com/sharepoint/v3/contenttype/forms"/>
  </ds:schemaRefs>
</ds:datastoreItem>
</file>

<file path=customXml/itemProps2.xml><?xml version="1.0" encoding="utf-8"?>
<ds:datastoreItem xmlns:ds="http://schemas.openxmlformats.org/officeDocument/2006/customXml" ds:itemID="{C0F3373C-C30D-4E9D-8786-B44972A0A2FD}">
  <ds:schemaRefs>
    <ds:schemaRef ds:uri="24891057-9d07-4bc4-81dd-a8fee1899a10"/>
    <ds:schemaRef ds:uri="4d3d1e3a-1431-4b4e-b10c-6b4678a00b18"/>
    <ds:schemaRef ds:uri="646edc4a-20a2-4b2a-ae2d-e944b8755f4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702FC2D-2C44-436D-9644-2F19B9F8CFCA}">
  <ds:schemaRefs>
    <ds:schemaRef ds:uri="24891057-9d07-4bc4-81dd-a8fee1899a10"/>
    <ds:schemaRef ds:uri="4d3d1e3a-1431-4b4e-b10c-6b4678a00b18"/>
    <ds:schemaRef ds:uri="646edc4a-20a2-4b2a-ae2d-e944b8755f4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c21157ca-bce3-41a8-8aa7-a23c4639610a}" enabled="0" method="" siteId="{c21157ca-bce3-41a8-8aa7-a23c4639610a}" removed="1"/>
</clbl:labelList>
</file>

<file path=docProps/app.xml><?xml version="1.0" encoding="utf-8"?>
<Properties xmlns="http://schemas.openxmlformats.org/officeDocument/2006/extended-properties" xmlns:vt="http://schemas.openxmlformats.org/officeDocument/2006/docPropsVTypes">
  <Template/>
  <TotalTime>0</TotalTime>
  <Words>240</Words>
  <Application>Microsoft Office PowerPoint</Application>
  <PresentationFormat>Widescreen</PresentationFormat>
  <Paragraphs>55</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Arial,Sans-Serif</vt:lpstr>
      <vt:lpstr>Wealth Management Template ENG 2025</vt:lpstr>
      <vt:lpstr>F&amp;UM Deep-Dive  with Ray</vt:lpstr>
      <vt:lpstr>PowerPoint Presentation</vt:lpstr>
      <vt:lpstr>Executive Summaries</vt:lpstr>
      <vt:lpstr>Unified Access Request Management</vt:lpstr>
      <vt:lpstr>Multi Firm [Parent Firms &amp; Sub Advisors] </vt:lpstr>
      <vt:lpstr>Unified CX User Attestations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Initiatives Monthly Report</dc:title>
  <dc:creator>Lam, Penny</dc:creator>
  <cp:lastModifiedBy>Azizi, Ali</cp:lastModifiedBy>
  <cp:revision>2</cp:revision>
  <dcterms:created xsi:type="dcterms:W3CDTF">2025-12-17T18:06:38Z</dcterms:created>
  <dcterms:modified xsi:type="dcterms:W3CDTF">2026-10-19T13:50:53Z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NXPowerLiteLastOptimized">
    <vt:lpwstr>2526268</vt:lpwstr>
  </property>
  <property fmtid="{D5CDD505-2E9C-101B-9397-08002B2CF9AE}" pid="4" name="NXPowerLiteSettings">
    <vt:lpwstr>E980073804F000</vt:lpwstr>
  </property>
  <property fmtid="{D5CDD505-2E9C-101B-9397-08002B2CF9AE}" pid="5" name="NXPowerLiteVersion">
    <vt:lpwstr>D10.3.0</vt:lpwstr>
  </property>
  <property fmtid="{D5CDD505-2E9C-101B-9397-08002B2CF9AE}" pid="6" name="TypeDoc">
    <vt:lpwstr/>
  </property>
  <property fmtid="{D5CDD505-2E9C-101B-9397-08002B2CF9AE}" pid="7" name="ContentTypeId">
    <vt:lpwstr>0x0101004BA62B5F4CB74642B90A987774B1B24E</vt:lpwstr>
  </property>
</Properties>
</file>