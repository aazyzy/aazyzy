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9" r:id="rId4"/>
  </p:sldMasterIdLst>
  <p:notesMasterIdLst>
    <p:notesMasterId r:id="rId11"/>
  </p:notesMasterIdLst>
  <p:handoutMasterIdLst>
    <p:handoutMasterId r:id="rId12"/>
  </p:handoutMasterIdLst>
  <p:sldIdLst>
    <p:sldId id="399" r:id="rId5"/>
    <p:sldId id="405" r:id="rId6"/>
    <p:sldId id="407" r:id="rId9"/>
    <p:sldId id="408" r:id="rId8"/>
    <p:sldId id="409" r:id="rId7"/>
    <p:sldId id="410" r:id="rId20"/>
    <p:sldId id="411" r:id="rId21"/>
    <p:sldId id="412" r:id="rId22"/>
    <p:sldId id="413" r:id="rId23"/>
    <p:sldId id="414" r:id="rId24"/>
    <p:sldId id="415" r:id="rId25"/>
    <p:sldId id="416" r:id="rId26"/>
    <p:sldId id="417" r:id="rId27"/>
    <p:sldId id="418" r:id="rId28"/>
  </p:sldIdLst>
  <p:sldSz cx="12192000" cy="6858000"/>
  <p:notesSz cx="7010400" cy="1197927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1479A9B-0251-10A1-0BD5-C8728A66E093}" name="Pierre, Joseph-Pascal" initials="PJ" userId="S::josephpascal.pierre@bnc.ca::3a32b93b-311d-47dc-9f54-1ade8a58ae4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E39D"/>
    <a:srgbClr val="FDD4A3"/>
    <a:srgbClr val="D9D9D9"/>
    <a:srgbClr val="C2B7C8"/>
    <a:srgbClr val="EFEFEF"/>
    <a:srgbClr val="F7C6C3"/>
    <a:srgbClr val="FFFFFF"/>
    <a:srgbClr val="509308"/>
    <a:srgbClr val="FFE24D"/>
    <a:srgbClr val="93CD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14" dt="2026-10-18T16:48:54.368"/>
    <p1510:client id="{0A3CC960-C51C-26D6-5CFF-69F9DCBD1915}" v="399" dt="2026-10-18T17:23:43.923"/>
    <p1510:client id="{34BE4D7B-DFC7-8324-7CF3-60935CB932E5}" v="141" dt="2026-10-18T03:47:47.314"/>
    <p1510:client id="{36773D05-8C0D-2B85-A165-8D58BA4484E8}" v="1534" dt="2026-10-18T15:38:38.444"/>
    <p1510:client id="{521DF7DD-3460-4B18-BF88-481A9A0A0B93}" v="19" dt="2026-10-16T20:30:16.580"/>
    <p1510:client id="{FE1F0414-6A56-2A10-566A-894F8EFF3835}" v="55" dt="2026-10-17T18:50:52.031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-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6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6/11/relationships/changesInfo" Target="changesInfos/changesInfo1.xml"/><Relationship Id="rId18" Type="http://schemas.microsoft.com/office/2015/10/relationships/revisionInfo" Target="revisionInfo.xml"/><Relationship Id="rId19" Type="http://schemas.microsoft.com/office/2018/10/relationships/authors" Target="authors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rre, Joseph-Pascal" userId="S::josephpascal.pierre@bnc.ca::3a32b93b-311d-47dc-9f54-1ade8a58ae42" providerId="AD" clId="Web-{FE1F0414-6A56-2A10-566A-894F8EFF3835}"/>
    <pc:docChg chg="modSld">
      <pc:chgData name="Pierre, Joseph-Pascal" userId="S::josephpascal.pierre@bnc.ca::3a32b93b-311d-47dc-9f54-1ade8a58ae42" providerId="AD" clId="Web-{FE1F0414-6A56-2A10-566A-894F8EFF3835}" dt="2026-10-17T18:50:52.031" v="41"/>
      <pc:docMkLst>
        <pc:docMk/>
      </pc:docMkLst>
      <pc:sldChg chg="modSp">
        <pc:chgData name="Pierre, Joseph-Pascal" userId="S::josephpascal.pierre@bnc.ca::3a32b93b-311d-47dc-9f54-1ade8a58ae42" providerId="AD" clId="Web-{FE1F0414-6A56-2A10-566A-894F8EFF3835}" dt="2026-10-17T18:50:52.031" v="41"/>
        <pc:sldMkLst>
          <pc:docMk/>
          <pc:sldMk cId="2061802314" sldId="2147483571"/>
        </pc:sldMkLst>
        <pc:graphicFrameChg chg="mod modGraphic">
          <ac:chgData name="Pierre, Joseph-Pascal" userId="S::josephpascal.pierre@bnc.ca::3a32b93b-311d-47dc-9f54-1ade8a58ae42" providerId="AD" clId="Web-{FE1F0414-6A56-2A10-566A-894F8EFF3835}" dt="2026-10-17T18:45:47.811" v="37"/>
          <ac:graphicFrameMkLst>
            <pc:docMk/>
            <pc:sldMk cId="2061802314" sldId="2147483571"/>
            <ac:graphicFrameMk id="11" creationId="{39185A51-C164-EEE3-F6B8-218BC59882E7}"/>
          </ac:graphicFrameMkLst>
        </pc:graphicFrameChg>
        <pc:graphicFrameChg chg="mod modGraphic">
          <ac:chgData name="Pierre, Joseph-Pascal" userId="S::josephpascal.pierre@bnc.ca::3a32b93b-311d-47dc-9f54-1ade8a58ae42" providerId="AD" clId="Web-{FE1F0414-6A56-2A10-566A-894F8EFF3835}" dt="2026-10-17T18:50:52.031" v="41"/>
          <ac:graphicFrameMkLst>
            <pc:docMk/>
            <pc:sldMk cId="2061802314" sldId="2147483571"/>
            <ac:graphicFrameMk id="14" creationId="{BCBC5A8E-28AB-2F1F-6850-BBBA21D14131}"/>
          </ac:graphicFrameMkLst>
        </pc:graphicFrameChg>
      </pc:sldChg>
    </pc:docChg>
  </pc:docChgLst>
  <pc:docChgLst>
    <pc:chgData name="Pierre, Joseph-Pascal" userId="S::josephpascal.pierre@bnc.ca::3a32b93b-311d-47dc-9f54-1ade8a58ae42" providerId="AD" clId="Web-{36773D05-8C0D-2B85-A165-8D58BA4484E8}"/>
    <pc:docChg chg="modSld">
      <pc:chgData name="Pierre, Joseph-Pascal" userId="S::josephpascal.pierre@bnc.ca::3a32b93b-311d-47dc-9f54-1ade8a58ae42" providerId="AD" clId="Web-{36773D05-8C0D-2B85-A165-8D58BA4484E8}" dt="2026-10-18T15:38:38.553" v="1543"/>
      <pc:docMkLst>
        <pc:docMk/>
      </pc:docMkLst>
      <pc:sldChg chg="modSp">
        <pc:chgData name="Pierre, Joseph-Pascal" userId="S::josephpascal.pierre@bnc.ca::3a32b93b-311d-47dc-9f54-1ade8a58ae42" providerId="AD" clId="Web-{36773D05-8C0D-2B85-A165-8D58BA4484E8}" dt="2026-10-18T15:38:38.553" v="1543"/>
        <pc:sldMkLst>
          <pc:docMk/>
          <pc:sldMk cId="2061802314" sldId="2147483571"/>
        </pc:sldMkLst>
        <pc:graphicFrameChg chg="mod modGraphic">
          <ac:chgData name="Pierre, Joseph-Pascal" userId="S::josephpascal.pierre@bnc.ca::3a32b93b-311d-47dc-9f54-1ade8a58ae42" providerId="AD" clId="Web-{36773D05-8C0D-2B85-A165-8D58BA4484E8}" dt="2026-10-18T14:48:41.167" v="240"/>
          <ac:graphicFrameMkLst>
            <pc:docMk/>
            <pc:sldMk cId="2061802314" sldId="2147483571"/>
            <ac:graphicFrameMk id="4" creationId="{1B0CCEC2-5096-73CE-1D15-7B512BBDDD01}"/>
          </ac:graphicFrameMkLst>
        </pc:graphicFrameChg>
        <pc:graphicFrameChg chg="mod modGraphic">
          <ac:chgData name="Pierre, Joseph-Pascal" userId="S::josephpascal.pierre@bnc.ca::3a32b93b-311d-47dc-9f54-1ade8a58ae42" providerId="AD" clId="Web-{36773D05-8C0D-2B85-A165-8D58BA4484E8}" dt="2026-10-18T15:38:38.553" v="1543"/>
          <ac:graphicFrameMkLst>
            <pc:docMk/>
            <pc:sldMk cId="2061802314" sldId="2147483571"/>
            <ac:graphicFrameMk id="11" creationId="{39185A51-C164-EEE3-F6B8-218BC59882E7}"/>
          </ac:graphicFrameMkLst>
        </pc:graphicFrameChg>
        <pc:graphicFrameChg chg="mod modGraphic">
          <ac:chgData name="Pierre, Joseph-Pascal" userId="S::josephpascal.pierre@bnc.ca::3a32b93b-311d-47dc-9f54-1ade8a58ae42" providerId="AD" clId="Web-{36773D05-8C0D-2B85-A165-8D58BA4484E8}" dt="2026-10-18T15:25:10.294" v="1206"/>
          <ac:graphicFrameMkLst>
            <pc:docMk/>
            <pc:sldMk cId="2061802314" sldId="2147483571"/>
            <ac:graphicFrameMk id="12" creationId="{40E8B1D0-143D-1778-B65A-F35FD870D353}"/>
          </ac:graphicFrameMkLst>
        </pc:graphicFrameChg>
        <pc:graphicFrameChg chg="mod modGraphic">
          <ac:chgData name="Pierre, Joseph-Pascal" userId="S::josephpascal.pierre@bnc.ca::3a32b93b-311d-47dc-9f54-1ade8a58ae42" providerId="AD" clId="Web-{36773D05-8C0D-2B85-A165-8D58BA4484E8}" dt="2026-10-18T14:33:24.592" v="1"/>
          <ac:graphicFrameMkLst>
            <pc:docMk/>
            <pc:sldMk cId="2061802314" sldId="2147483571"/>
            <ac:graphicFrameMk id="14" creationId="{BCBC5A8E-28AB-2F1F-6850-BBBA21D14131}"/>
          </ac:graphicFrameMkLst>
        </pc:graphicFrameChg>
      </pc:sldChg>
    </pc:docChg>
  </pc:docChgLst>
  <pc:docChgLst>
    <pc:chgData name="Pierre, Joseph-Pascal" userId="S::josephpascal.pierre@bnc.ca::3a32b93b-311d-47dc-9f54-1ade8a58ae42" providerId="AD" clId="Web-{34BE4D7B-DFC7-8324-7CF3-60935CB932E5}"/>
    <pc:docChg chg="modSld">
      <pc:chgData name="Pierre, Joseph-Pascal" userId="S::josephpascal.pierre@bnc.ca::3a32b93b-311d-47dc-9f54-1ade8a58ae42" providerId="AD" clId="Web-{34BE4D7B-DFC7-8324-7CF3-60935CB932E5}" dt="2026-10-18T03:47:47.314" v="131"/>
      <pc:docMkLst>
        <pc:docMk/>
      </pc:docMkLst>
      <pc:sldChg chg="modSp">
        <pc:chgData name="Pierre, Joseph-Pascal" userId="S::josephpascal.pierre@bnc.ca::3a32b93b-311d-47dc-9f54-1ade8a58ae42" providerId="AD" clId="Web-{34BE4D7B-DFC7-8324-7CF3-60935CB932E5}" dt="2026-10-18T03:47:47.314" v="131"/>
        <pc:sldMkLst>
          <pc:docMk/>
          <pc:sldMk cId="2061802314" sldId="2147483571"/>
        </pc:sldMkLst>
        <pc:graphicFrameChg chg="mod modGraphic">
          <ac:chgData name="Pierre, Joseph-Pascal" userId="S::josephpascal.pierre@bnc.ca::3a32b93b-311d-47dc-9f54-1ade8a58ae42" providerId="AD" clId="Web-{34BE4D7B-DFC7-8324-7CF3-60935CB932E5}" dt="2026-10-18T03:37:54.918" v="104"/>
          <ac:graphicFrameMkLst>
            <pc:docMk/>
            <pc:sldMk cId="2061802314" sldId="2147483571"/>
            <ac:graphicFrameMk id="4" creationId="{1B0CCEC2-5096-73CE-1D15-7B512BBDDD01}"/>
          </ac:graphicFrameMkLst>
        </pc:graphicFrameChg>
        <pc:graphicFrameChg chg="mod modGraphic">
          <ac:chgData name="Pierre, Joseph-Pascal" userId="S::josephpascal.pierre@bnc.ca::3a32b93b-311d-47dc-9f54-1ade8a58ae42" providerId="AD" clId="Web-{34BE4D7B-DFC7-8324-7CF3-60935CB932E5}" dt="2026-10-18T03:38:49.434" v="108"/>
          <ac:graphicFrameMkLst>
            <pc:docMk/>
            <pc:sldMk cId="2061802314" sldId="2147483571"/>
            <ac:graphicFrameMk id="10" creationId="{DF36B36D-1661-D9E7-DC88-F3415F5B2681}"/>
          </ac:graphicFrameMkLst>
        </pc:graphicFrameChg>
        <pc:graphicFrameChg chg="mod modGraphic">
          <ac:chgData name="Pierre, Joseph-Pascal" userId="S::josephpascal.pierre@bnc.ca::3a32b93b-311d-47dc-9f54-1ade8a58ae42" providerId="AD" clId="Web-{34BE4D7B-DFC7-8324-7CF3-60935CB932E5}" dt="2026-10-18T03:47:47.314" v="131"/>
          <ac:graphicFrameMkLst>
            <pc:docMk/>
            <pc:sldMk cId="2061802314" sldId="2147483571"/>
            <ac:graphicFrameMk id="11" creationId="{39185A51-C164-EEE3-F6B8-218BC59882E7}"/>
          </ac:graphicFrameMkLst>
        </pc:graphicFrameChg>
        <pc:graphicFrameChg chg="mod modGraphic">
          <ac:chgData name="Pierre, Joseph-Pascal" userId="S::josephpascal.pierre@bnc.ca::3a32b93b-311d-47dc-9f54-1ade8a58ae42" providerId="AD" clId="Web-{34BE4D7B-DFC7-8324-7CF3-60935CB932E5}" dt="2026-10-18T03:36:40.324" v="100"/>
          <ac:graphicFrameMkLst>
            <pc:docMk/>
            <pc:sldMk cId="2061802314" sldId="2147483571"/>
            <ac:graphicFrameMk id="12" creationId="{40E8B1D0-143D-1778-B65A-F35FD870D353}"/>
          </ac:graphicFrameMkLst>
        </pc:graphicFrameChg>
        <pc:graphicFrameChg chg="mod modGraphic">
          <ac:chgData name="Pierre, Joseph-Pascal" userId="S::josephpascal.pierre@bnc.ca::3a32b93b-311d-47dc-9f54-1ade8a58ae42" providerId="AD" clId="Web-{34BE4D7B-DFC7-8324-7CF3-60935CB932E5}" dt="2026-10-17T16:44:04.821" v="43"/>
          <ac:graphicFrameMkLst>
            <pc:docMk/>
            <pc:sldMk cId="2061802314" sldId="2147483571"/>
            <ac:graphicFrameMk id="14" creationId="{BCBC5A8E-28AB-2F1F-6850-BBBA21D14131}"/>
          </ac:graphicFrameMkLst>
        </pc:graphicFrameChg>
      </pc:sldChg>
    </pc:docChg>
  </pc:docChgLst>
  <pc:docChgLst>
    <pc:chgData name="Pierre, Joseph-Pascal" userId="S::josephpascal.pierre@bnc.ca::3a32b93b-311d-47dc-9f54-1ade8a58ae42" providerId="AD" clId="Web-{00000000-0000-0000-0000-000000000000}"/>
    <pc:docChg chg="mod addSld delSld modSld">
      <pc:chgData name="Pierre, Joseph-Pascal" userId="S::josephpascal.pierre@bnc.ca::3a32b93b-311d-47dc-9f54-1ade8a58ae42" providerId="AD" clId="Web-{00000000-0000-0000-0000-000000000000}" dt="2026-10-18T16:48:54.368" v="816"/>
      <pc:docMkLst>
        <pc:docMk/>
      </pc:docMkLst>
      <pc:sldChg chg="modSp">
        <pc:chgData name="Pierre, Joseph-Pascal" userId="S::josephpascal.pierre@bnc.ca::3a32b93b-311d-47dc-9f54-1ade8a58ae42" providerId="AD" clId="Web-{00000000-0000-0000-0000-000000000000}" dt="2026-10-18T16:32:16.812" v="770" actId="20577"/>
        <pc:sldMkLst>
          <pc:docMk/>
          <pc:sldMk cId="2907168213" sldId="405"/>
        </pc:sldMkLst>
        <pc:spChg chg="mod">
          <ac:chgData name="Pierre, Joseph-Pascal" userId="S::josephpascal.pierre@bnc.ca::3a32b93b-311d-47dc-9f54-1ade8a58ae42" providerId="AD" clId="Web-{00000000-0000-0000-0000-000000000000}" dt="2026-10-18T16:32:16.812" v="770" actId="20577"/>
          <ac:spMkLst>
            <pc:docMk/>
            <pc:sldMk cId="2907168213" sldId="405"/>
            <ac:spMk id="4" creationId="{25DDB6A8-1E2B-B98C-AADB-B25A5D6B9363}"/>
          </ac:spMkLst>
        </pc:spChg>
        <pc:spChg chg="mod">
          <ac:chgData name="Pierre, Joseph-Pascal" userId="S::josephpascal.pierre@bnc.ca::3a32b93b-311d-47dc-9f54-1ade8a58ae42" providerId="AD" clId="Web-{00000000-0000-0000-0000-000000000000}" dt="2026-10-18T16:12:15.057" v="644" actId="20577"/>
          <ac:spMkLst>
            <pc:docMk/>
            <pc:sldMk cId="2907168213" sldId="405"/>
            <ac:spMk id="10" creationId="{BA2B3850-0977-2E1B-571B-CDDEAA034606}"/>
          </ac:spMkLst>
        </pc:spChg>
      </pc:sldChg>
      <pc:sldChg chg="del">
        <pc:chgData name="Pierre, Joseph-Pascal" userId="S::josephpascal.pierre@bnc.ca::3a32b93b-311d-47dc-9f54-1ade8a58ae42" providerId="AD" clId="Web-{00000000-0000-0000-0000-000000000000}" dt="2026-10-18T16:36:17.469" v="800"/>
        <pc:sldMkLst>
          <pc:docMk/>
          <pc:sldMk cId="1265474428" sldId="2147483570"/>
        </pc:sldMkLst>
      </pc:sldChg>
      <pc:sldChg chg="addSp delSp modSp">
        <pc:chgData name="Pierre, Joseph-Pascal" userId="S::josephpascal.pierre@bnc.ca::3a32b93b-311d-47dc-9f54-1ade8a58ae42" providerId="AD" clId="Web-{00000000-0000-0000-0000-000000000000}" dt="2026-10-18T16:48:54.368" v="816"/>
        <pc:sldMkLst>
          <pc:docMk/>
          <pc:sldMk cId="2061802314" sldId="2147483571"/>
        </pc:sldMkLst>
        <pc:spChg chg="mod">
          <ac:chgData name="Pierre, Joseph-Pascal" userId="S::josephpascal.pierre@bnc.ca::3a32b93b-311d-47dc-9f54-1ade8a58ae42" providerId="AD" clId="Web-{00000000-0000-0000-0000-000000000000}" dt="2026-10-18T16:24:43.170" v="737" actId="20577"/>
          <ac:spMkLst>
            <pc:docMk/>
            <pc:sldMk cId="2061802314" sldId="2147483571"/>
            <ac:spMk id="3" creationId="{C9F6E79E-CD2E-0EF8-C642-42CCC756DD97}"/>
          </ac:spMkLst>
        </pc:spChg>
        <pc:graphicFrameChg chg="mod modGraphic">
          <ac:chgData name="Pierre, Joseph-Pascal" userId="S::josephpascal.pierre@bnc.ca::3a32b93b-311d-47dc-9f54-1ade8a58ae42" providerId="AD" clId="Web-{00000000-0000-0000-0000-000000000000}" dt="2026-10-18T16:11:38.072" v="638"/>
          <ac:graphicFrameMkLst>
            <pc:docMk/>
            <pc:sldMk cId="2061802314" sldId="2147483571"/>
            <ac:graphicFrameMk id="4" creationId="{1B0CCEC2-5096-73CE-1D15-7B512BBDDD01}"/>
          </ac:graphicFrameMkLst>
        </pc:graphicFrameChg>
        <pc:graphicFrameChg chg="add mod modGraphic">
          <ac:chgData name="Pierre, Joseph-Pascal" userId="S::josephpascal.pierre@bnc.ca::3a32b93b-311d-47dc-9f54-1ade8a58ae42" providerId="AD" clId="Web-{00000000-0000-0000-0000-000000000000}" dt="2026-10-18T16:11:32.916" v="636"/>
          <ac:graphicFrameMkLst>
            <pc:docMk/>
            <pc:sldMk cId="2061802314" sldId="2147483571"/>
            <ac:graphicFrameMk id="6" creationId="{7F097627-CB81-1125-ECE1-3FEFDF8DBD89}"/>
          </ac:graphicFrameMkLst>
        </pc:graphicFrameChg>
        <pc:graphicFrameChg chg="mod modGraphic">
          <ac:chgData name="Pierre, Joseph-Pascal" userId="S::josephpascal.pierre@bnc.ca::3a32b93b-311d-47dc-9f54-1ade8a58ae42" providerId="AD" clId="Web-{00000000-0000-0000-0000-000000000000}" dt="2026-10-18T16:48:54.368" v="816"/>
          <ac:graphicFrameMkLst>
            <pc:docMk/>
            <pc:sldMk cId="2061802314" sldId="2147483571"/>
            <ac:graphicFrameMk id="10" creationId="{DF36B36D-1661-D9E7-DC88-F3415F5B2681}"/>
          </ac:graphicFrameMkLst>
        </pc:graphicFrameChg>
        <pc:graphicFrameChg chg="del mod modGraphic">
          <ac:chgData name="Pierre, Joseph-Pascal" userId="S::josephpascal.pierre@bnc.ca::3a32b93b-311d-47dc-9f54-1ade8a58ae42" providerId="AD" clId="Web-{00000000-0000-0000-0000-000000000000}" dt="2026-10-18T15:44:22.450" v="56"/>
          <ac:graphicFrameMkLst>
            <pc:docMk/>
            <pc:sldMk cId="2061802314" sldId="2147483571"/>
            <ac:graphicFrameMk id="11" creationId="{39185A51-C164-EEE3-F6B8-218BC59882E7}"/>
          </ac:graphicFrameMkLst>
        </pc:graphicFrameChg>
        <pc:graphicFrameChg chg="mod modGraphic">
          <ac:chgData name="Pierre, Joseph-Pascal" userId="S::josephpascal.pierre@bnc.ca::3a32b93b-311d-47dc-9f54-1ade8a58ae42" providerId="AD" clId="Web-{00000000-0000-0000-0000-000000000000}" dt="2026-10-18T15:56:06.898" v="406"/>
          <ac:graphicFrameMkLst>
            <pc:docMk/>
            <pc:sldMk cId="2061802314" sldId="2147483571"/>
            <ac:graphicFrameMk id="12" creationId="{40E8B1D0-143D-1778-B65A-F35FD870D353}"/>
          </ac:graphicFrameMkLst>
        </pc:graphicFrameChg>
        <pc:graphicFrameChg chg="mod modGraphic">
          <ac:chgData name="Pierre, Joseph-Pascal" userId="S::josephpascal.pierre@bnc.ca::3a32b93b-311d-47dc-9f54-1ade8a58ae42" providerId="AD" clId="Web-{00000000-0000-0000-0000-000000000000}" dt="2026-10-18T16:10:45.744" v="600"/>
          <ac:graphicFrameMkLst>
            <pc:docMk/>
            <pc:sldMk cId="2061802314" sldId="2147483571"/>
            <ac:graphicFrameMk id="14" creationId="{BCBC5A8E-28AB-2F1F-6850-BBBA21D14131}"/>
          </ac:graphicFrameMkLst>
        </pc:graphicFrameChg>
      </pc:sldChg>
      <pc:sldChg chg="del">
        <pc:chgData name="Pierre, Joseph-Pascal" userId="S::josephpascal.pierre@bnc.ca::3a32b93b-311d-47dc-9f54-1ade8a58ae42" providerId="AD" clId="Web-{00000000-0000-0000-0000-000000000000}" dt="2026-10-18T16:36:38.328" v="803"/>
        <pc:sldMkLst>
          <pc:docMk/>
          <pc:sldMk cId="4162708128" sldId="2147483572"/>
        </pc:sldMkLst>
      </pc:sldChg>
      <pc:sldChg chg="del">
        <pc:chgData name="Pierre, Joseph-Pascal" userId="S::josephpascal.pierre@bnc.ca::3a32b93b-311d-47dc-9f54-1ade8a58ae42" providerId="AD" clId="Web-{00000000-0000-0000-0000-000000000000}" dt="2026-10-18T16:36:58.750" v="806"/>
        <pc:sldMkLst>
          <pc:docMk/>
          <pc:sldMk cId="3998433295" sldId="2147483573"/>
        </pc:sldMkLst>
      </pc:sldChg>
      <pc:sldChg chg="modSp add replId">
        <pc:chgData name="Pierre, Joseph-Pascal" userId="S::josephpascal.pierre@bnc.ca::3a32b93b-311d-47dc-9f54-1ade8a58ae42" providerId="AD" clId="Web-{00000000-0000-0000-0000-000000000000}" dt="2026-10-18T16:36:08.359" v="799"/>
        <pc:sldMkLst>
          <pc:docMk/>
          <pc:sldMk cId="535074561" sldId="2147483574"/>
        </pc:sldMkLst>
        <pc:spChg chg="mod">
          <ac:chgData name="Pierre, Joseph-Pascal" userId="S::josephpascal.pierre@bnc.ca::3a32b93b-311d-47dc-9f54-1ade8a58ae42" providerId="AD" clId="Web-{00000000-0000-0000-0000-000000000000}" dt="2026-10-18T16:35:27.047" v="772" actId="20577"/>
          <ac:spMkLst>
            <pc:docMk/>
            <pc:sldMk cId="535074561" sldId="2147483574"/>
            <ac:spMk id="3" creationId="{88705993-B413-7007-99CA-F7B7345EE557}"/>
          </ac:spMkLst>
        </pc:spChg>
        <pc:graphicFrameChg chg="mod modGraphic">
          <ac:chgData name="Pierre, Joseph-Pascal" userId="S::josephpascal.pierre@bnc.ca::3a32b93b-311d-47dc-9f54-1ade8a58ae42" providerId="AD" clId="Web-{00000000-0000-0000-0000-000000000000}" dt="2026-10-18T16:36:01.515" v="795"/>
          <ac:graphicFrameMkLst>
            <pc:docMk/>
            <pc:sldMk cId="535074561" sldId="2147483574"/>
            <ac:graphicFrameMk id="4" creationId="{A1399B71-A819-A8AB-A2B2-1DF279263F79}"/>
          </ac:graphicFrameMkLst>
        </pc:graphicFrameChg>
        <pc:graphicFrameChg chg="mod modGraphic">
          <ac:chgData name="Pierre, Joseph-Pascal" userId="S::josephpascal.pierre@bnc.ca::3a32b93b-311d-47dc-9f54-1ade8a58ae42" providerId="AD" clId="Web-{00000000-0000-0000-0000-000000000000}" dt="2026-10-18T16:36:08.359" v="799"/>
          <ac:graphicFrameMkLst>
            <pc:docMk/>
            <pc:sldMk cId="535074561" sldId="2147483574"/>
            <ac:graphicFrameMk id="6" creationId="{A6A4CA8B-3617-7EA3-5B69-C786365745DB}"/>
          </ac:graphicFrameMkLst>
        </pc:graphicFrameChg>
        <pc:graphicFrameChg chg="mod modGraphic">
          <ac:chgData name="Pierre, Joseph-Pascal" userId="S::josephpascal.pierre@bnc.ca::3a32b93b-311d-47dc-9f54-1ade8a58ae42" providerId="AD" clId="Web-{00000000-0000-0000-0000-000000000000}" dt="2026-10-18T16:36:04.969" v="797"/>
          <ac:graphicFrameMkLst>
            <pc:docMk/>
            <pc:sldMk cId="535074561" sldId="2147483574"/>
            <ac:graphicFrameMk id="10" creationId="{7EBFB1F7-50CF-A687-F777-FBDFD15CAD07}"/>
          </ac:graphicFrameMkLst>
        </pc:graphicFrameChg>
        <pc:graphicFrameChg chg="mod modGraphic">
          <ac:chgData name="Pierre, Joseph-Pascal" userId="S::josephpascal.pierre@bnc.ca::3a32b93b-311d-47dc-9f54-1ade8a58ae42" providerId="AD" clId="Web-{00000000-0000-0000-0000-000000000000}" dt="2026-10-18T16:35:38.640" v="783"/>
          <ac:graphicFrameMkLst>
            <pc:docMk/>
            <pc:sldMk cId="535074561" sldId="2147483574"/>
            <ac:graphicFrameMk id="12" creationId="{D66E451D-5E59-0C84-8EF8-A04CC0E5653B}"/>
          </ac:graphicFrameMkLst>
        </pc:graphicFrameChg>
        <pc:graphicFrameChg chg="mod modGraphic">
          <ac:chgData name="Pierre, Joseph-Pascal" userId="S::josephpascal.pierre@bnc.ca::3a32b93b-311d-47dc-9f54-1ade8a58ae42" providerId="AD" clId="Web-{00000000-0000-0000-0000-000000000000}" dt="2026-10-18T16:35:52.312" v="793"/>
          <ac:graphicFrameMkLst>
            <pc:docMk/>
            <pc:sldMk cId="535074561" sldId="2147483574"/>
            <ac:graphicFrameMk id="14" creationId="{962AB97C-1389-E94D-5719-6D37960FC681}"/>
          </ac:graphicFrameMkLst>
        </pc:graphicFrameChg>
      </pc:sldChg>
      <pc:sldChg chg="modSp add replId">
        <pc:chgData name="Pierre, Joseph-Pascal" userId="S::josephpascal.pierre@bnc.ca::3a32b93b-311d-47dc-9f54-1ade8a58ae42" providerId="AD" clId="Web-{00000000-0000-0000-0000-000000000000}" dt="2026-10-18T16:36:33.031" v="802" actId="20577"/>
        <pc:sldMkLst>
          <pc:docMk/>
          <pc:sldMk cId="1978714855" sldId="2147483575"/>
        </pc:sldMkLst>
        <pc:spChg chg="mod">
          <ac:chgData name="Pierre, Joseph-Pascal" userId="S::josephpascal.pierre@bnc.ca::3a32b93b-311d-47dc-9f54-1ade8a58ae42" providerId="AD" clId="Web-{00000000-0000-0000-0000-000000000000}" dt="2026-10-18T16:36:33.031" v="802" actId="20577"/>
          <ac:spMkLst>
            <pc:docMk/>
            <pc:sldMk cId="1978714855" sldId="2147483575"/>
            <ac:spMk id="3" creationId="{82B73FDA-BED5-9377-0C45-8538058FD671}"/>
          </ac:spMkLst>
        </pc:spChg>
      </pc:sldChg>
      <pc:sldChg chg="modSp add replId">
        <pc:chgData name="Pierre, Joseph-Pascal" userId="S::josephpascal.pierre@bnc.ca::3a32b93b-311d-47dc-9f54-1ade8a58ae42" providerId="AD" clId="Web-{00000000-0000-0000-0000-000000000000}" dt="2026-10-18T16:36:54.406" v="805" actId="20577"/>
        <pc:sldMkLst>
          <pc:docMk/>
          <pc:sldMk cId="2616336847" sldId="2147483576"/>
        </pc:sldMkLst>
        <pc:spChg chg="mod">
          <ac:chgData name="Pierre, Joseph-Pascal" userId="S::josephpascal.pierre@bnc.ca::3a32b93b-311d-47dc-9f54-1ade8a58ae42" providerId="AD" clId="Web-{00000000-0000-0000-0000-000000000000}" dt="2026-10-18T16:36:54.406" v="805" actId="20577"/>
          <ac:spMkLst>
            <pc:docMk/>
            <pc:sldMk cId="2616336847" sldId="2147483576"/>
            <ac:spMk id="3" creationId="{B61F474D-490C-EB09-CE3F-4DBF7820C0F0}"/>
          </ac:spMkLst>
        </pc:spChg>
      </pc:sldChg>
    </pc:docChg>
  </pc:docChgLst>
  <pc:docChgLst>
    <pc:chgData name="Oyemade, Obaloluwa" userId="0f00f902-1235-43de-8776-d4491a934b55" providerId="ADAL" clId="{39512F72-723C-4FFD-8DEE-794FB4872ECE}"/>
    <pc:docChg chg="undo custSel addSld delSld modSld delMainMaster">
      <pc:chgData name="Oyemade, Obaloluwa" userId="0f00f902-1235-43de-8776-d4491a934b55" providerId="ADAL" clId="{39512F72-723C-4FFD-8DEE-794FB4872ECE}" dt="2026-10-16T20:30:16.580" v="624"/>
      <pc:docMkLst>
        <pc:docMk/>
      </pc:docMkLst>
      <pc:sldChg chg="modSp mod">
        <pc:chgData name="Oyemade, Obaloluwa" userId="0f00f902-1235-43de-8776-d4491a934b55" providerId="ADAL" clId="{39512F72-723C-4FFD-8DEE-794FB4872ECE}" dt="2026-10-16T19:59:35.667" v="23" actId="20577"/>
        <pc:sldMkLst>
          <pc:docMk/>
          <pc:sldMk cId="4240701189" sldId="399"/>
        </pc:sldMkLst>
        <pc:spChg chg="mod">
          <ac:chgData name="Oyemade, Obaloluwa" userId="0f00f902-1235-43de-8776-d4491a934b55" providerId="ADAL" clId="{39512F72-723C-4FFD-8DEE-794FB4872ECE}" dt="2026-10-16T19:59:35.667" v="23" actId="20577"/>
          <ac:spMkLst>
            <pc:docMk/>
            <pc:sldMk cId="4240701189" sldId="399"/>
            <ac:spMk id="2" creationId="{971C0073-C809-3A44-8D09-D3C534C850EA}"/>
          </ac:spMkLst>
        </pc:spChg>
      </pc:sldChg>
      <pc:sldChg chg="addSp delSp modSp mod">
        <pc:chgData name="Oyemade, Obaloluwa" userId="0f00f902-1235-43de-8776-d4491a934b55" providerId="ADAL" clId="{39512F72-723C-4FFD-8DEE-794FB4872ECE}" dt="2026-10-16T20:02:55.063" v="84"/>
        <pc:sldMkLst>
          <pc:docMk/>
          <pc:sldMk cId="2907168213" sldId="405"/>
        </pc:sldMkLst>
        <pc:spChg chg="mod">
          <ac:chgData name="Oyemade, Obaloluwa" userId="0f00f902-1235-43de-8776-d4491a934b55" providerId="ADAL" clId="{39512F72-723C-4FFD-8DEE-794FB4872ECE}" dt="2026-10-16T20:00:26.188" v="56" actId="6549"/>
          <ac:spMkLst>
            <pc:docMk/>
            <pc:sldMk cId="2907168213" sldId="405"/>
            <ac:spMk id="4" creationId="{25DDB6A8-1E2B-B98C-AADB-B25A5D6B9363}"/>
          </ac:spMkLst>
        </pc:spChg>
        <pc:spChg chg="mod">
          <ac:chgData name="Oyemade, Obaloluwa" userId="0f00f902-1235-43de-8776-d4491a934b55" providerId="ADAL" clId="{39512F72-723C-4FFD-8DEE-794FB4872ECE}" dt="2026-10-16T20:00:43.965" v="74" actId="20577"/>
          <ac:spMkLst>
            <pc:docMk/>
            <pc:sldMk cId="2907168213" sldId="405"/>
            <ac:spMk id="10" creationId="{BA2B3850-0977-2E1B-571B-CDDEAA034606}"/>
          </ac:spMkLst>
        </pc:spChg>
        <pc:spChg chg="add del mod">
          <ac:chgData name="Oyemade, Obaloluwa" userId="0f00f902-1235-43de-8776-d4491a934b55" providerId="ADAL" clId="{39512F72-723C-4FFD-8DEE-794FB4872ECE}" dt="2026-10-16T20:02:34.797" v="83" actId="20577"/>
          <ac:spMkLst>
            <pc:docMk/>
            <pc:sldMk cId="2907168213" sldId="405"/>
            <ac:spMk id="16" creationId="{1A8A65AB-95DB-0FB5-D5B6-5080AF8B8097}"/>
          </ac:spMkLst>
        </pc:spChg>
        <pc:spChg chg="mod">
          <ac:chgData name="Oyemade, Obaloluwa" userId="0f00f902-1235-43de-8776-d4491a934b55" providerId="ADAL" clId="{39512F72-723C-4FFD-8DEE-794FB4872ECE}" dt="2026-10-16T20:02:55.063" v="84"/>
          <ac:spMkLst>
            <pc:docMk/>
            <pc:sldMk cId="2907168213" sldId="405"/>
            <ac:spMk id="17" creationId="{CB6BA116-E2AF-9C75-0710-F8A400315D59}"/>
          </ac:spMkLst>
        </pc:spChg>
        <pc:spChg chg="mod">
          <ac:chgData name="Oyemade, Obaloluwa" userId="0f00f902-1235-43de-8776-d4491a934b55" providerId="ADAL" clId="{39512F72-723C-4FFD-8DEE-794FB4872ECE}" dt="2026-10-16T20:01:36.065" v="79" actId="20577"/>
          <ac:spMkLst>
            <pc:docMk/>
            <pc:sldMk cId="2907168213" sldId="405"/>
            <ac:spMk id="36" creationId="{36ED9EE3-13FB-AACB-B72F-3B45939F6BDE}"/>
          </ac:spMkLst>
        </pc:spChg>
      </pc:sldChg>
      <pc:sldChg chg="modSp add mod">
        <pc:chgData name="Oyemade, Obaloluwa" userId="0f00f902-1235-43de-8776-d4491a934b55" providerId="ADAL" clId="{39512F72-723C-4FFD-8DEE-794FB4872ECE}" dt="2026-10-16T20:28:55.889" v="617" actId="20577"/>
        <pc:sldMkLst>
          <pc:docMk/>
          <pc:sldMk cId="2061802314" sldId="2147483571"/>
        </pc:sldMkLst>
        <pc:spChg chg="mod">
          <ac:chgData name="Oyemade, Obaloluwa" userId="0f00f902-1235-43de-8776-d4491a934b55" providerId="ADAL" clId="{39512F72-723C-4FFD-8DEE-794FB4872ECE}" dt="2026-10-16T20:28:55.889" v="617" actId="20577"/>
          <ac:spMkLst>
            <pc:docMk/>
            <pc:sldMk cId="2061802314" sldId="2147483571"/>
            <ac:spMk id="3" creationId="{C9F6E79E-CD2E-0EF8-C642-42CCC756DD97}"/>
          </ac:spMkLst>
        </pc:spChg>
      </pc:sldChg>
    </pc:docChg>
  </pc:docChgLst>
  <pc:docChgLst>
    <pc:chgData name="Pierre, Joseph-Pascal" userId="S::josephpascal.pierre@bnc.ca::3a32b93b-311d-47dc-9f54-1ade8a58ae42" providerId="AD" clId="Web-{0A3CC960-C51C-26D6-5CFF-69F9DCBD1915}"/>
    <pc:docChg chg="modSld">
      <pc:chgData name="Pierre, Joseph-Pascal" userId="S::josephpascal.pierre@bnc.ca::3a32b93b-311d-47dc-9f54-1ade8a58ae42" providerId="AD" clId="Web-{0A3CC960-C51C-26D6-5CFF-69F9DCBD1915}" dt="2026-10-18T17:23:43.923" v="403"/>
      <pc:docMkLst>
        <pc:docMk/>
      </pc:docMkLst>
      <pc:sldChg chg="modSp">
        <pc:chgData name="Pierre, Joseph-Pascal" userId="S::josephpascal.pierre@bnc.ca::3a32b93b-311d-47dc-9f54-1ade8a58ae42" providerId="AD" clId="Web-{0A3CC960-C51C-26D6-5CFF-69F9DCBD1915}" dt="2026-10-18T17:23:43.923" v="403"/>
        <pc:sldMkLst>
          <pc:docMk/>
          <pc:sldMk cId="535074561" sldId="2147483574"/>
        </pc:sldMkLst>
        <pc:graphicFrameChg chg="mod modGraphic">
          <ac:chgData name="Pierre, Joseph-Pascal" userId="S::josephpascal.pierre@bnc.ca::3a32b93b-311d-47dc-9f54-1ade8a58ae42" providerId="AD" clId="Web-{0A3CC960-C51C-26D6-5CFF-69F9DCBD1915}" dt="2026-10-18T17:16:26.561" v="227"/>
          <ac:graphicFrameMkLst>
            <pc:docMk/>
            <pc:sldMk cId="535074561" sldId="2147483574"/>
            <ac:graphicFrameMk id="4" creationId="{A1399B71-A819-A8AB-A2B2-1DF279263F79}"/>
          </ac:graphicFrameMkLst>
        </pc:graphicFrameChg>
        <pc:graphicFrameChg chg="mod modGraphic">
          <ac:chgData name="Pierre, Joseph-Pascal" userId="S::josephpascal.pierre@bnc.ca::3a32b93b-311d-47dc-9f54-1ade8a58ae42" providerId="AD" clId="Web-{0A3CC960-C51C-26D6-5CFF-69F9DCBD1915}" dt="2026-10-18T17:17:41.077" v="277"/>
          <ac:graphicFrameMkLst>
            <pc:docMk/>
            <pc:sldMk cId="535074561" sldId="2147483574"/>
            <ac:graphicFrameMk id="6" creationId="{A6A4CA8B-3617-7EA3-5B69-C786365745DB}"/>
          </ac:graphicFrameMkLst>
        </pc:graphicFrameChg>
        <pc:graphicFrameChg chg="mod modGraphic">
          <ac:chgData name="Pierre, Joseph-Pascal" userId="S::josephpascal.pierre@bnc.ca::3a32b93b-311d-47dc-9f54-1ade8a58ae42" providerId="AD" clId="Web-{0A3CC960-C51C-26D6-5CFF-69F9DCBD1915}" dt="2026-10-18T17:16:23.515" v="225"/>
          <ac:graphicFrameMkLst>
            <pc:docMk/>
            <pc:sldMk cId="535074561" sldId="2147483574"/>
            <ac:graphicFrameMk id="10" creationId="{7EBFB1F7-50CF-A687-F777-FBDFD15CAD07}"/>
          </ac:graphicFrameMkLst>
        </pc:graphicFrameChg>
        <pc:graphicFrameChg chg="mod modGraphic">
          <ac:chgData name="Pierre, Joseph-Pascal" userId="S::josephpascal.pierre@bnc.ca::3a32b93b-311d-47dc-9f54-1ade8a58ae42" providerId="AD" clId="Web-{0A3CC960-C51C-26D6-5CFF-69F9DCBD1915}" dt="2026-10-18T17:23:43.923" v="403"/>
          <ac:graphicFrameMkLst>
            <pc:docMk/>
            <pc:sldMk cId="535074561" sldId="2147483574"/>
            <ac:graphicFrameMk id="12" creationId="{D66E451D-5E59-0C84-8EF8-A04CC0E5653B}"/>
          </ac:graphicFrameMkLst>
        </pc:graphicFrameChg>
        <pc:graphicFrameChg chg="mod modGraphic">
          <ac:chgData name="Pierre, Joseph-Pascal" userId="S::josephpascal.pierre@bnc.ca::3a32b93b-311d-47dc-9f54-1ade8a58ae42" providerId="AD" clId="Web-{0A3CC960-C51C-26D6-5CFF-69F9DCBD1915}" dt="2026-10-18T17:22:22.016" v="351"/>
          <ac:graphicFrameMkLst>
            <pc:docMk/>
            <pc:sldMk cId="535074561" sldId="2147483574"/>
            <ac:graphicFrameMk id="14" creationId="{962AB97C-1389-E94D-5719-6D37960FC681}"/>
          </ac:graphicFrameMkLst>
        </pc:graphicFrame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latin typeface="Arial"/>
              </a:rPr>
              <a:t>People holding more than one ID, by system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D99A1B"/>
            </a:solidFill>
          </c:spPr>
          <c:cat>
            <c:strRef>
              <c:f>Sheet1!$A$2:$A$4</c:f>
              <c:strCache>
                <c:ptCount val="3"/>
                <c:pt idx="0">
                  <c:v>Secured Zone (iMOST + GIC snapshot)</c:v>
                </c:pt>
                <c:pt idx="1">
                  <c:v>NetRep</c:v>
                </c:pt>
                <c:pt idx="2">
                  <c:v>Compass X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627</c:v>
                </c:pt>
                <c:pt idx="1">
                  <c:v>506</c:v>
                </c:pt>
                <c:pt idx="2">
                  <c:v>292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ECAC5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latin typeface="Arial"/>
              </a:rPr>
              <a:t>IDs per person (≈)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</c:v>
                </c:pt>
              </c:strCache>
            </c:strRef>
          </c:tx>
          <c:spPr>
            <a:solidFill>
              <a:srgbClr val="0F6E56"/>
            </a:solidFill>
          </c:spPr>
          <c:cat>
            <c:strRef>
              <c:f>Sheet1!$A$2:$A$3</c:f>
              <c:strCache>
                <c:ptCount val="2"/>
                <c:pt idx="0">
                  <c:v>Sub-advisor</c:v>
                </c:pt>
                <c:pt idx="1">
                  <c:v>Parent-group user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</c:ser>
        <c:dLbls>
          <c:numFmt formatCode="0&quot;x&quot;" sourceLinked="0"/>
          <c:txPr>
            <a:bodyPr/>
            <a:lstStyle/>
            <a:p>
              <a:pPr>
                <a:defRPr sz="900" b="1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ECAC5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81D8515-EC0B-0A99-1D30-AEDB99E4FB0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161200" cy="601044"/>
          </a:xfrm>
          <a:prstGeom prst="rect">
            <a:avLst/>
          </a:prstGeom>
        </p:spPr>
        <p:txBody>
          <a:bodyPr vert="horz" lIns="108512" tIns="106803" rIns="108512" bIns="106803" rtlCol="0"/>
          <a:lstStyle>
            <a:lvl1pPr algn="l">
              <a:defRPr sz="1400"/>
            </a:lvl1pPr>
          </a:lstStyle>
          <a:p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BD56637-F083-2B15-0DFD-7B28CBC89D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59199" y="0"/>
            <a:ext cx="1249578" cy="601044"/>
          </a:xfrm>
          <a:prstGeom prst="rect">
            <a:avLst/>
          </a:prstGeom>
        </p:spPr>
        <p:txBody>
          <a:bodyPr vert="horz" lIns="108512" tIns="106803" rIns="108512" bIns="106803" rtlCol="0"/>
          <a:lstStyle>
            <a:lvl1pPr algn="r">
              <a:defRPr sz="1400"/>
            </a:lvl1pPr>
          </a:lstStyle>
          <a:p>
            <a:fld id="{038EDB70-F8E7-442B-A0F2-897E66BBAF5C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05F5BCE-FF0B-1328-0409-11638F90E14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378233"/>
            <a:ext cx="5161200" cy="601043"/>
          </a:xfrm>
          <a:prstGeom prst="rect">
            <a:avLst/>
          </a:prstGeom>
        </p:spPr>
        <p:txBody>
          <a:bodyPr vert="horz" lIns="108512" tIns="106803" rIns="108512" bIns="106803" rtlCol="0" anchor="b"/>
          <a:lstStyle>
            <a:lvl1pPr algn="l">
              <a:defRPr sz="1400"/>
            </a:lvl1pPr>
          </a:lstStyle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94C9A56-191A-CCA6-4767-08ED9C262A6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59199" y="11378233"/>
            <a:ext cx="1249578" cy="601043"/>
          </a:xfrm>
          <a:prstGeom prst="rect">
            <a:avLst/>
          </a:prstGeom>
        </p:spPr>
        <p:txBody>
          <a:bodyPr vert="horz" lIns="108512" tIns="106803" rIns="108512" bIns="106803" rtlCol="0" anchor="b"/>
          <a:lstStyle>
            <a:lvl1pPr algn="r">
              <a:defRPr sz="1400"/>
            </a:lvl1pPr>
          </a:lstStyle>
          <a:p>
            <a:fld id="{5B0B5736-82FE-4FDF-8378-3422901AE50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20260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07200" cy="601044"/>
          </a:xfrm>
          <a:prstGeom prst="rect">
            <a:avLst/>
          </a:prstGeom>
        </p:spPr>
        <p:txBody>
          <a:bodyPr vert="horz" lIns="108512" tIns="106803" rIns="108512" bIns="106803" rtlCol="0"/>
          <a:lstStyle>
            <a:lvl1pPr algn="l">
              <a:defRPr sz="1400"/>
            </a:lvl1pPr>
          </a:lstStyle>
          <a:p>
            <a:endParaRPr lang="en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575199" y="0"/>
            <a:ext cx="1433578" cy="601044"/>
          </a:xfrm>
          <a:prstGeom prst="rect">
            <a:avLst/>
          </a:prstGeom>
        </p:spPr>
        <p:txBody>
          <a:bodyPr vert="horz" lIns="108512" tIns="106803" rIns="108512" bIns="106803" rtlCol="0"/>
          <a:lstStyle>
            <a:lvl1pPr algn="r">
              <a:defRPr sz="1400"/>
            </a:lvl1pPr>
          </a:lstStyle>
          <a:p>
            <a:fld id="{1111B87F-E764-46BC-ACE9-F1930314D73F}" type="datetimeFigureOut">
              <a:rPr lang="en-CA" smtClean="0"/>
              <a:t>2026-10-19</a:t>
            </a:fld>
            <a:endParaRPr lang="en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561975" y="919163"/>
            <a:ext cx="8134350" cy="45767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8512" tIns="54256" rIns="108512" bIns="54256" rtlCol="0" anchor="ctr"/>
          <a:lstStyle/>
          <a:p>
            <a:endParaRPr lang="en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331200" y="6114914"/>
            <a:ext cx="6348000" cy="5040492"/>
          </a:xfrm>
          <a:prstGeom prst="rect">
            <a:avLst/>
          </a:prstGeom>
          <a:ln w="6350">
            <a:solidFill>
              <a:schemeClr val="tx2"/>
            </a:solidFill>
          </a:ln>
        </p:spPr>
        <p:txBody>
          <a:bodyPr vert="horz" lIns="108512" tIns="106803" rIns="108512" bIns="106803" rtlCol="0"/>
          <a:lstStyle/>
          <a:p>
            <a:pPr lvl="0"/>
            <a:r>
              <a:rPr lang="en-CA"/>
              <a:t>Click to add notes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378233"/>
            <a:ext cx="5207200" cy="601043"/>
          </a:xfrm>
          <a:prstGeom prst="rect">
            <a:avLst/>
          </a:prstGeom>
        </p:spPr>
        <p:txBody>
          <a:bodyPr vert="horz" lIns="108512" tIns="106803" rIns="108512" bIns="106803" rtlCol="0" anchor="b"/>
          <a:lstStyle>
            <a:lvl1pPr algn="l">
              <a:defRPr sz="1400"/>
            </a:lvl1pPr>
          </a:lstStyle>
          <a:p>
            <a:endParaRPr lang="en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575199" y="11378233"/>
            <a:ext cx="1433578" cy="601043"/>
          </a:xfrm>
          <a:prstGeom prst="rect">
            <a:avLst/>
          </a:prstGeom>
        </p:spPr>
        <p:txBody>
          <a:bodyPr vert="horz" lIns="108512" tIns="106803" rIns="108512" bIns="106803" rtlCol="0" anchor="b"/>
          <a:lstStyle>
            <a:lvl1pPr algn="r">
              <a:defRPr sz="1400"/>
            </a:lvl1pPr>
          </a:lstStyle>
          <a:p>
            <a:fld id="{04162245-B222-4A56-8CE4-91881051E997}" type="slidenum">
              <a:rPr lang="en-CA" smtClean="0"/>
              <a:t>‹#›</a:t>
            </a:fld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09A883-95C4-6175-7E84-2E0EBB6B6AE0}"/>
              </a:ext>
            </a:extLst>
          </p:cNvPr>
          <p:cNvSpPr/>
          <p:nvPr/>
        </p:nvSpPr>
        <p:spPr>
          <a:xfrm>
            <a:off x="331200" y="5761195"/>
            <a:ext cx="828000" cy="353719"/>
          </a:xfrm>
          <a:prstGeom prst="rect">
            <a:avLst/>
          </a:prstGeom>
          <a:solidFill>
            <a:schemeClr val="tx2"/>
          </a:solidFill>
          <a:ln w="63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512" tIns="54256" rIns="108512" bIns="54256" rtlCol="0" anchor="ctr"/>
          <a:lstStyle/>
          <a:p>
            <a:pPr algn="ctr"/>
            <a:r>
              <a:rPr lang="en-CA" sz="1700">
                <a:solidFill>
                  <a:schemeClr val="tx1"/>
                </a:solidFill>
              </a:rPr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3044261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spcBef>
        <a:spcPts val="600"/>
      </a:spcBef>
      <a:buFont typeface="Arial" panose="020B0604020202020204" pitchFamily="34" charset="0"/>
      <a:buChar char="​"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216000" indent="-216000" algn="l" defTabSz="914400" rtl="0" eaLnBrk="1" latinLnBrk="0" hangingPunct="1">
      <a:spcBef>
        <a:spcPts val="2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06800" indent="-180000" algn="l" defTabSz="914400" rtl="0" eaLnBrk="1" latinLnBrk="0" hangingPunct="1">
      <a:spcBef>
        <a:spcPts val="0"/>
      </a:spcBef>
      <a:buFont typeface="Arial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216000" indent="-216000" algn="l" defTabSz="914400" rtl="0" eaLnBrk="1" latinLnBrk="0" hangingPunct="1">
      <a:spcBef>
        <a:spcPts val="500"/>
      </a:spcBef>
      <a:buFont typeface="+mj-lt"/>
      <a:buAutoNum type="arabicPeriod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spcBef>
        <a:spcPts val="800"/>
      </a:spcBef>
      <a:buFont typeface="Arial" panose="020B0604020202020204" pitchFamily="34" charset="0"/>
      <a:buChar char="​"/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773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563563" y="919163"/>
            <a:ext cx="8137526" cy="457835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Purpose: get agreement on a light access request first and an incremental Multi-Firm — aggregation, then sub-advisory — inside the May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162245-B222-4A56-8CE4-91881051E997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6043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two dates. Walk the chain left to right. Then the two bars: the full UAM at six months pushes Multi-Firm into July; a one-PI UAR followed by two Multi-Firm increments lands before the line with a little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Numbers come from the parent-firm, R2 and SZ data analyses. The right box is the line to land: this is about proving access is legitimate, not about convenience.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answers "why aggregation first": four of the eight objects are identical work. JP’s model already treats "a firm entitled to other firms" generically.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to close scope questions fast. The two OUT cards come straight from Penny; the WAIT card is the Cumberland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Penny’s own words: the feature inventory is critical path "because you need features to populate the form"; system integration can be hard-coded; provisioning instructions dropped. So: keep the catalogue as data, defer the screens that edit it. Ask engineering to re-estimate this slice as one 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lanes, seven steps. The dashed arrows are the hand-offs. The two data stores are the only "registry" the light slice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each increment to a date and a pilot. Say explicitly that B is built as the generic mechanism, not a parent-only special case — that is what keeps C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Penny never ranked one above the other for the build; she weighted them on value, urgency and risk, and her rollout order matches ours. The sentence to keep in your pocket: the only way to break her guidance is to build B as a parent-only special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Aaron is the real example from the Harbourfront discovery. Point out that the SZ IDs are linked, not merged — SZ apps keep per-firm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Fiera–Guardian case is Penny’s own example. The point of the picture: the same person, two profiles, one relationship record per delegating firm — the record is what makes the access provable and revocable.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second row — it is the one everyone is thinking about. The fallback direction matters: trading launches without sub-advisors before sub-advisory launches without trading.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here. These are agreements that keep the plan moving, not architecture decisions. Offer a 30-minute follow-up with Kevin to confirm owners and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2CC88DA5-C9DA-5A7C-769D-E57FDA139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6E778C4-7F03-AB42-449F-333A68862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000" y="1313999"/>
            <a:ext cx="4365000" cy="2970663"/>
          </a:xfrm>
        </p:spPr>
        <p:txBody>
          <a:bodyPr anchor="t"/>
          <a:lstStyle>
            <a:lvl1pPr algn="l">
              <a:lnSpc>
                <a:spcPct val="80000"/>
              </a:lnSpc>
              <a:defRPr sz="4600" spc="-90" baseline="0">
                <a:solidFill>
                  <a:schemeClr val="tx1"/>
                </a:solidFill>
              </a:defRPr>
            </a:lvl1pPr>
          </a:lstStyle>
          <a:p>
            <a:r>
              <a:rPr lang="en-CA"/>
              <a:t>Presentation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E1FD5D1-61FB-7B06-307B-0382D342F9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00" y="4428237"/>
            <a:ext cx="4365000" cy="1926525"/>
          </a:xfrm>
        </p:spPr>
        <p:txBody>
          <a:bodyPr lIns="1800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/>
              <a:t>Presentation subtitle or name of the presenter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4663D2EB-5CE1-3C9F-13F8-F36B27A6B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6000" y="6444000"/>
            <a:ext cx="2835338" cy="223837"/>
          </a:xfrm>
        </p:spPr>
        <p:txBody>
          <a:bodyPr lIns="36000" rIns="36000" anchor="ctr"/>
          <a:lstStyle>
            <a:lvl1pPr>
              <a:buNone/>
              <a:defRPr sz="1050"/>
            </a:lvl1pPr>
          </a:lstStyle>
          <a:p>
            <a:pPr lvl="0"/>
            <a:r>
              <a:rPr lang="en-CA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104417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8A59FD83-1441-D2D6-B625-9014E935A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6E778C4-7F03-AB42-449F-333A68862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000" y="1313999"/>
            <a:ext cx="4365000" cy="2970663"/>
          </a:xfrm>
        </p:spPr>
        <p:txBody>
          <a:bodyPr anchor="t"/>
          <a:lstStyle>
            <a:lvl1pPr algn="l">
              <a:lnSpc>
                <a:spcPct val="80000"/>
              </a:lnSpc>
              <a:defRPr sz="4600" spc="-90" baseline="0">
                <a:solidFill>
                  <a:schemeClr val="tx1"/>
                </a:solidFill>
              </a:defRPr>
            </a:lvl1pPr>
          </a:lstStyle>
          <a:p>
            <a:r>
              <a:rPr lang="en-CA"/>
              <a:t>Presentation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E1FD5D1-61FB-7B06-307B-0382D342F9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00" y="4428237"/>
            <a:ext cx="4365000" cy="1926525"/>
          </a:xfrm>
        </p:spPr>
        <p:txBody>
          <a:bodyPr lIns="1800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/>
              <a:t>Presentation subtitle or name of the presenter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4663D2EB-5CE1-3C9F-13F8-F36B27A6B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6000" y="6444000"/>
            <a:ext cx="2835338" cy="223837"/>
          </a:xfrm>
        </p:spPr>
        <p:txBody>
          <a:bodyPr lIns="36000" rIns="36000" anchor="ctr"/>
          <a:lstStyle>
            <a:lvl1pPr>
              <a:buNone/>
              <a:defRPr sz="1050"/>
            </a:lvl1pPr>
          </a:lstStyle>
          <a:p>
            <a:pPr lvl="0"/>
            <a:r>
              <a:rPr lang="en-CA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694460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C16A08FA-1D3F-A90C-28E1-F44685354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6E778C4-7F03-AB42-449F-333A68862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000" y="279000"/>
            <a:ext cx="8729725" cy="3045477"/>
          </a:xfrm>
        </p:spPr>
        <p:txBody>
          <a:bodyPr anchor="t"/>
          <a:lstStyle>
            <a:lvl1pPr algn="l">
              <a:lnSpc>
                <a:spcPct val="80000"/>
              </a:lnSpc>
              <a:defRPr sz="8200" spc="-150">
                <a:solidFill>
                  <a:schemeClr val="tx1"/>
                </a:solidFill>
              </a:defRPr>
            </a:lvl1pPr>
          </a:lstStyle>
          <a:p>
            <a:r>
              <a:rPr lang="en-CA"/>
              <a:t>Presentation title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4663D2EB-5CE1-3C9F-13F8-F36B27A6B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6000" y="6444000"/>
            <a:ext cx="2835338" cy="223837"/>
          </a:xfrm>
        </p:spPr>
        <p:txBody>
          <a:bodyPr lIns="36000" rIns="36000" anchor="ctr"/>
          <a:lstStyle>
            <a:lvl1pPr>
              <a:buNone/>
              <a:defRPr sz="1050"/>
            </a:lvl1pPr>
          </a:lstStyle>
          <a:p>
            <a:pPr lvl="0"/>
            <a:r>
              <a:rPr lang="en-CA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256553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with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E778C4-7F03-AB42-449F-333A68862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000" y="1313999"/>
            <a:ext cx="4814950" cy="2970663"/>
          </a:xfrm>
        </p:spPr>
        <p:txBody>
          <a:bodyPr anchor="t"/>
          <a:lstStyle>
            <a:lvl1pPr algn="l">
              <a:lnSpc>
                <a:spcPct val="80000"/>
              </a:lnSpc>
              <a:defRPr sz="4600" spc="-90" baseline="0">
                <a:solidFill>
                  <a:schemeClr val="tx1"/>
                </a:solidFill>
              </a:defRPr>
            </a:lvl1pPr>
          </a:lstStyle>
          <a:p>
            <a:r>
              <a:rPr lang="en-CA"/>
              <a:t>Presentation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E1FD5D1-61FB-7B06-307B-0382D342F9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00" y="4428237"/>
            <a:ext cx="4814950" cy="1926525"/>
          </a:xfrm>
        </p:spPr>
        <p:txBody>
          <a:bodyPr lIns="18000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CA"/>
              <a:t>Presentation subtitle or name of the presenter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4663D2EB-5CE1-3C9F-13F8-F36B27A6BB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6000" y="6444000"/>
            <a:ext cx="2835338" cy="223837"/>
          </a:xfrm>
        </p:spPr>
        <p:txBody>
          <a:bodyPr lIns="36000" rIns="36000" anchor="ctr"/>
          <a:lstStyle>
            <a:lvl1pPr>
              <a:buNone/>
              <a:defRPr sz="105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Date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03DE7BA4-6FFF-4E2D-E688-A56AC2ACC86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21000" y="1"/>
            <a:ext cx="7671000" cy="5550483"/>
          </a:xfrm>
          <a:custGeom>
            <a:avLst/>
            <a:gdLst>
              <a:gd name="connsiteX0" fmla="*/ 0 w 7671000"/>
              <a:gd name="connsiteY0" fmla="*/ 0 h 5550483"/>
              <a:gd name="connsiteX1" fmla="*/ 7671000 w 7671000"/>
              <a:gd name="connsiteY1" fmla="*/ 0 h 5550483"/>
              <a:gd name="connsiteX2" fmla="*/ 7671000 w 7671000"/>
              <a:gd name="connsiteY2" fmla="*/ 4852969 h 5550483"/>
              <a:gd name="connsiteX3" fmla="*/ 5640263 w 7671000"/>
              <a:gd name="connsiteY3" fmla="*/ 5395720 h 5550483"/>
              <a:gd name="connsiteX4" fmla="*/ 4204796 w 7671000"/>
              <a:gd name="connsiteY4" fmla="*/ 5467442 h 5550483"/>
              <a:gd name="connsiteX5" fmla="*/ 3386344 w 7671000"/>
              <a:gd name="connsiteY5" fmla="*/ 4653697 h 5550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71000" h="5550483">
                <a:moveTo>
                  <a:pt x="0" y="0"/>
                </a:moveTo>
                <a:lnTo>
                  <a:pt x="7671000" y="0"/>
                </a:lnTo>
                <a:lnTo>
                  <a:pt x="7671000" y="4852969"/>
                </a:lnTo>
                <a:lnTo>
                  <a:pt x="5640263" y="5395720"/>
                </a:lnTo>
                <a:cubicBezTo>
                  <a:pt x="5053892" y="5533696"/>
                  <a:pt x="4629916" y="5625257"/>
                  <a:pt x="4204796" y="5467442"/>
                </a:cubicBezTo>
                <a:cubicBezTo>
                  <a:pt x="3881407" y="5329338"/>
                  <a:pt x="3616136" y="4980645"/>
                  <a:pt x="3386344" y="4653697"/>
                </a:cubicBezTo>
                <a:close/>
              </a:path>
            </a:pathLst>
          </a:custGeom>
        </p:spPr>
        <p:txBody>
          <a:bodyPr wrap="square" bIns="972000" anchor="ctr">
            <a:noAutofit/>
          </a:bodyPr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30358012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ayou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Closing layouts</a:t>
            </a:r>
          </a:p>
        </p:txBody>
      </p:sp>
    </p:spTree>
    <p:extLst>
      <p:ext uri="{BB962C8B-B14F-4D97-AF65-F5344CB8AC3E}">
        <p14:creationId xmlns:p14="http://schemas.microsoft.com/office/powerpoint/2010/main" val="32492824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y closing p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8AB2AEFD-BB63-A8E0-4A51-4BEA0D4AE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6E778C4-7F03-AB42-449F-333A68862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000" y="279000"/>
            <a:ext cx="7740713" cy="3045477"/>
          </a:xfrm>
        </p:spPr>
        <p:txBody>
          <a:bodyPr anchor="t"/>
          <a:lstStyle>
            <a:lvl1pPr algn="l">
              <a:lnSpc>
                <a:spcPct val="80000"/>
              </a:lnSpc>
              <a:defRPr sz="8200" spc="-150">
                <a:solidFill>
                  <a:schemeClr val="tx1"/>
                </a:solidFill>
              </a:defRPr>
            </a:lvl1pPr>
          </a:lstStyle>
          <a:p>
            <a:r>
              <a:rPr lang="en-CA"/>
              <a:t>Add “Thank you!” or another message</a:t>
            </a:r>
          </a:p>
        </p:txBody>
      </p:sp>
    </p:spTree>
    <p:extLst>
      <p:ext uri="{BB962C8B-B14F-4D97-AF65-F5344CB8AC3E}">
        <p14:creationId xmlns:p14="http://schemas.microsoft.com/office/powerpoint/2010/main" val="3247224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eam closing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E016C49C-7C68-481C-1A30-63784B344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C6E778C4-7F03-AB42-449F-333A68862B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000" y="279000"/>
            <a:ext cx="7740713" cy="3045477"/>
          </a:xfrm>
        </p:spPr>
        <p:txBody>
          <a:bodyPr anchor="t"/>
          <a:lstStyle>
            <a:lvl1pPr algn="l">
              <a:lnSpc>
                <a:spcPct val="80000"/>
              </a:lnSpc>
              <a:defRPr sz="8200" spc="-150">
                <a:solidFill>
                  <a:schemeClr val="tx1"/>
                </a:solidFill>
              </a:defRPr>
            </a:lvl1pPr>
          </a:lstStyle>
          <a:p>
            <a:r>
              <a:rPr lang="en-CA"/>
              <a:t>Add “Thank you!” or another message</a:t>
            </a:r>
          </a:p>
        </p:txBody>
      </p:sp>
    </p:spTree>
    <p:extLst>
      <p:ext uri="{BB962C8B-B14F-4D97-AF65-F5344CB8AC3E}">
        <p14:creationId xmlns:p14="http://schemas.microsoft.com/office/powerpoint/2010/main" val="14403326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page with contac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E778C4-7F03-AB42-449F-333A68862B3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000" y="279000"/>
            <a:ext cx="7740713" cy="3045477"/>
          </a:xfrm>
        </p:spPr>
        <p:txBody>
          <a:bodyPr anchor="t"/>
          <a:lstStyle>
            <a:lvl1pPr algn="l">
              <a:lnSpc>
                <a:spcPct val="80000"/>
              </a:lnSpc>
              <a:defRPr sz="8200" spc="-150">
                <a:solidFill>
                  <a:schemeClr val="tx1"/>
                </a:solidFill>
              </a:defRPr>
            </a:lvl1pPr>
          </a:lstStyle>
          <a:p>
            <a:r>
              <a:rPr lang="en-CA"/>
              <a:t>Add “Thank you!” or another message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D17E617-E0F3-AD39-B8BB-15407385F25D}"/>
              </a:ext>
            </a:extLst>
          </p:cNvPr>
          <p:cNvSpPr txBox="1"/>
          <p:nvPr userDrawn="1"/>
        </p:nvSpPr>
        <p:spPr>
          <a:xfrm>
            <a:off x="246000" y="6174000"/>
            <a:ext cx="1620000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en-CA" sz="1000"/>
              <a:t>Contact</a:t>
            </a:r>
          </a:p>
        </p:txBody>
      </p:sp>
      <p:sp>
        <p:nvSpPr>
          <p:cNvPr id="5" name="Espace réservé du texte 18">
            <a:extLst>
              <a:ext uri="{FF2B5EF4-FFF2-40B4-BE49-F238E27FC236}">
                <a16:creationId xmlns:a16="http://schemas.microsoft.com/office/drawing/2014/main" id="{A3A96552-35C6-652C-A3C5-2A58384253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6000" y="6399000"/>
            <a:ext cx="2664000" cy="223837"/>
          </a:xfrm>
        </p:spPr>
        <p:txBody>
          <a:bodyPr lIns="36000" rIns="36000" anchor="t"/>
          <a:lstStyle>
            <a:lvl1pPr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CA"/>
              <a:t>First and Last Name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5BEAFEA-11C7-38C4-186C-D16781338D4B}"/>
              </a:ext>
            </a:extLst>
          </p:cNvPr>
          <p:cNvSpPr txBox="1"/>
          <p:nvPr userDrawn="1"/>
        </p:nvSpPr>
        <p:spPr>
          <a:xfrm>
            <a:off x="3216000" y="6174000"/>
            <a:ext cx="1620000" cy="246221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r>
              <a:rPr lang="en-CA" sz="1000"/>
              <a:t>Email address</a:t>
            </a:r>
          </a:p>
        </p:txBody>
      </p:sp>
      <p:sp>
        <p:nvSpPr>
          <p:cNvPr id="8" name="Espace réservé du texte 18">
            <a:extLst>
              <a:ext uri="{FF2B5EF4-FFF2-40B4-BE49-F238E27FC236}">
                <a16:creationId xmlns:a16="http://schemas.microsoft.com/office/drawing/2014/main" id="{1106F16F-72A9-E9EE-4F7F-082C4EE608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16000" y="6399000"/>
            <a:ext cx="2664000" cy="223837"/>
          </a:xfrm>
        </p:spPr>
        <p:txBody>
          <a:bodyPr lIns="36000" rIns="36000" anchor="t"/>
          <a:lstStyle>
            <a:lvl1pPr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CA"/>
              <a:t>FirstName.LastName@bnc.ca</a:t>
            </a:r>
          </a:p>
        </p:txBody>
      </p:sp>
    </p:spTree>
    <p:extLst>
      <p:ext uri="{BB962C8B-B14F-4D97-AF65-F5344CB8AC3E}">
        <p14:creationId xmlns:p14="http://schemas.microsoft.com/office/powerpoint/2010/main" val="2076902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layou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Agenda layouts</a:t>
            </a:r>
          </a:p>
        </p:txBody>
      </p:sp>
    </p:spTree>
    <p:extLst>
      <p:ext uri="{BB962C8B-B14F-4D97-AF65-F5344CB8AC3E}">
        <p14:creationId xmlns:p14="http://schemas.microsoft.com/office/powerpoint/2010/main" val="1582171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JET">
            <a:extLst>
              <a:ext uri="{FF2B5EF4-FFF2-40B4-BE49-F238E27FC236}">
                <a16:creationId xmlns:a16="http://schemas.microsoft.com/office/drawing/2014/main" id="{694E5D84-DD2B-683A-1966-F768CFF20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3104937" cy="180001"/>
          </a:xfrm>
        </p:spPr>
        <p:txBody>
          <a:bodyPr lIns="18000" tIns="14400" rIns="1800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Add “Agenda” or “Content”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ED1D820B-AD44-0673-3D10-BC4E2E37F8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04576" y="279000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5DE132D2-0035-8F31-5B6D-200C9C5DCB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04576" y="774202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3C8A679E-4138-FA25-4D7D-8A86FF977A8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05288" y="1269404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25" name="Espace réservé du texte 9">
            <a:extLst>
              <a:ext uri="{FF2B5EF4-FFF2-40B4-BE49-F238E27FC236}">
                <a16:creationId xmlns:a16="http://schemas.microsoft.com/office/drawing/2014/main" id="{4912813F-9796-67D8-245A-2B601D4A08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05288" y="1764606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29" name="Espace réservé du texte 9">
            <a:extLst>
              <a:ext uri="{FF2B5EF4-FFF2-40B4-BE49-F238E27FC236}">
                <a16:creationId xmlns:a16="http://schemas.microsoft.com/office/drawing/2014/main" id="{A6A7E683-F05C-2B10-3964-ABE6C14E81C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05288" y="2259808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33" name="Espace réservé du texte 9">
            <a:extLst>
              <a:ext uri="{FF2B5EF4-FFF2-40B4-BE49-F238E27FC236}">
                <a16:creationId xmlns:a16="http://schemas.microsoft.com/office/drawing/2014/main" id="{1E75520E-8124-CCA8-27C3-4832A25D8D6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05288" y="2755010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37" name="Espace réservé du texte 9">
            <a:extLst>
              <a:ext uri="{FF2B5EF4-FFF2-40B4-BE49-F238E27FC236}">
                <a16:creationId xmlns:a16="http://schemas.microsoft.com/office/drawing/2014/main" id="{595DB01E-F65F-8100-B744-ABE8CC4A643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05288" y="3250212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41" name="Espace réservé du texte 9">
            <a:extLst>
              <a:ext uri="{FF2B5EF4-FFF2-40B4-BE49-F238E27FC236}">
                <a16:creationId xmlns:a16="http://schemas.microsoft.com/office/drawing/2014/main" id="{D43417A6-E53A-5AD4-70CA-E104BFBACE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04576" y="3745414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45" name="Espace réservé du texte 9">
            <a:extLst>
              <a:ext uri="{FF2B5EF4-FFF2-40B4-BE49-F238E27FC236}">
                <a16:creationId xmlns:a16="http://schemas.microsoft.com/office/drawing/2014/main" id="{4F671E33-F0CC-4208-D8AA-6B8D824D78B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204576" y="4240616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49" name="Espace réservé du texte 9">
            <a:extLst>
              <a:ext uri="{FF2B5EF4-FFF2-40B4-BE49-F238E27FC236}">
                <a16:creationId xmlns:a16="http://schemas.microsoft.com/office/drawing/2014/main" id="{324F711E-C2EF-32F4-EAEF-F1947A4018D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05288" y="4735818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53" name="Espace réservé du texte 9">
            <a:extLst>
              <a:ext uri="{FF2B5EF4-FFF2-40B4-BE49-F238E27FC236}">
                <a16:creationId xmlns:a16="http://schemas.microsoft.com/office/drawing/2014/main" id="{8BDE2008-47CA-2D22-63C9-A07E25497A8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4205288" y="5231020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57" name="Espace réservé du texte 9">
            <a:extLst>
              <a:ext uri="{FF2B5EF4-FFF2-40B4-BE49-F238E27FC236}">
                <a16:creationId xmlns:a16="http://schemas.microsoft.com/office/drawing/2014/main" id="{D3608617-ABD6-1CE4-6BC4-2473E1136FF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205288" y="5726221"/>
            <a:ext cx="7741362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63" name="Espace réservé du pied de page 62">
            <a:extLst>
              <a:ext uri="{FF2B5EF4-FFF2-40B4-BE49-F238E27FC236}">
                <a16:creationId xmlns:a16="http://schemas.microsoft.com/office/drawing/2014/main" id="{B11FD893-0ECD-C569-7734-4136F788E406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4" name="Espace réservé du numéro de diapositive 63">
            <a:extLst>
              <a:ext uri="{FF2B5EF4-FFF2-40B4-BE49-F238E27FC236}">
                <a16:creationId xmlns:a16="http://schemas.microsoft.com/office/drawing/2014/main" id="{AE510988-DE02-5DB0-82D4-38C65EFFDF7D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6500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JET">
            <a:extLst>
              <a:ext uri="{FF2B5EF4-FFF2-40B4-BE49-F238E27FC236}">
                <a16:creationId xmlns:a16="http://schemas.microsoft.com/office/drawing/2014/main" id="{694E5D84-DD2B-683A-1966-F768CFF20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3104937" cy="180001"/>
          </a:xfrm>
        </p:spPr>
        <p:txBody>
          <a:bodyPr lIns="18000" tIns="14400" rIns="1800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Add “Agenda” or “Content”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60FC82E4-087E-0720-2B22-695E45F00D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05288" y="279000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ED1D820B-AD44-0673-3D10-BC4E2E37F8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95888" y="279000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FF68FF0D-B78C-5367-B052-2BF92680C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5288" y="774202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5DE132D2-0035-8F31-5B6D-200C9C5DCB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95888" y="774202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19" name="Espace réservé du texte 9">
            <a:extLst>
              <a:ext uri="{FF2B5EF4-FFF2-40B4-BE49-F238E27FC236}">
                <a16:creationId xmlns:a16="http://schemas.microsoft.com/office/drawing/2014/main" id="{670EB758-6EA9-485C-1A62-BE39F35F12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06000" y="1269404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3C8A679E-4138-FA25-4D7D-8A86FF977A8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96600" y="1269404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23" name="Espace réservé du texte 9">
            <a:extLst>
              <a:ext uri="{FF2B5EF4-FFF2-40B4-BE49-F238E27FC236}">
                <a16:creationId xmlns:a16="http://schemas.microsoft.com/office/drawing/2014/main" id="{B3257077-FDEB-4E7A-F3B4-51F2372338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6000" y="1764606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5" name="Espace réservé du texte 9">
            <a:extLst>
              <a:ext uri="{FF2B5EF4-FFF2-40B4-BE49-F238E27FC236}">
                <a16:creationId xmlns:a16="http://schemas.microsoft.com/office/drawing/2014/main" id="{4912813F-9796-67D8-245A-2B601D4A08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96600" y="1764606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27" name="Espace réservé du texte 9">
            <a:extLst>
              <a:ext uri="{FF2B5EF4-FFF2-40B4-BE49-F238E27FC236}">
                <a16:creationId xmlns:a16="http://schemas.microsoft.com/office/drawing/2014/main" id="{00674CE2-2A8B-E24E-57F3-700637C284F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06000" y="2259808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9" name="Espace réservé du texte 9">
            <a:extLst>
              <a:ext uri="{FF2B5EF4-FFF2-40B4-BE49-F238E27FC236}">
                <a16:creationId xmlns:a16="http://schemas.microsoft.com/office/drawing/2014/main" id="{A6A7E683-F05C-2B10-3964-ABE6C14E81C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96600" y="2259808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31" name="Espace réservé du texte 9">
            <a:extLst>
              <a:ext uri="{FF2B5EF4-FFF2-40B4-BE49-F238E27FC236}">
                <a16:creationId xmlns:a16="http://schemas.microsoft.com/office/drawing/2014/main" id="{7519616D-848C-099C-27B0-56CA673B632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06000" y="2755010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33" name="Espace réservé du texte 9">
            <a:extLst>
              <a:ext uri="{FF2B5EF4-FFF2-40B4-BE49-F238E27FC236}">
                <a16:creationId xmlns:a16="http://schemas.microsoft.com/office/drawing/2014/main" id="{1E75520E-8124-CCA8-27C3-4832A25D8D6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196600" y="2755010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35" name="Espace réservé du texte 9">
            <a:extLst>
              <a:ext uri="{FF2B5EF4-FFF2-40B4-BE49-F238E27FC236}">
                <a16:creationId xmlns:a16="http://schemas.microsoft.com/office/drawing/2014/main" id="{F66757F4-0BCB-39D3-DC21-5624BE83FB0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06000" y="3250212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37" name="Espace réservé du texte 9">
            <a:extLst>
              <a:ext uri="{FF2B5EF4-FFF2-40B4-BE49-F238E27FC236}">
                <a16:creationId xmlns:a16="http://schemas.microsoft.com/office/drawing/2014/main" id="{595DB01E-F65F-8100-B744-ABE8CC4A643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96600" y="3250212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39" name="Espace réservé du texte 9">
            <a:extLst>
              <a:ext uri="{FF2B5EF4-FFF2-40B4-BE49-F238E27FC236}">
                <a16:creationId xmlns:a16="http://schemas.microsoft.com/office/drawing/2014/main" id="{DFE8EF02-9D08-B81B-3FC5-C3B70A73148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05288" y="3745414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41" name="Espace réservé du texte 9">
            <a:extLst>
              <a:ext uri="{FF2B5EF4-FFF2-40B4-BE49-F238E27FC236}">
                <a16:creationId xmlns:a16="http://schemas.microsoft.com/office/drawing/2014/main" id="{D43417A6-E53A-5AD4-70CA-E104BFBACE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95888" y="3745414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43" name="Espace réservé du texte 9">
            <a:extLst>
              <a:ext uri="{FF2B5EF4-FFF2-40B4-BE49-F238E27FC236}">
                <a16:creationId xmlns:a16="http://schemas.microsoft.com/office/drawing/2014/main" id="{84AD13E5-F8A7-2168-F404-D962B4E0394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05288" y="4240616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45" name="Espace réservé du texte 9">
            <a:extLst>
              <a:ext uri="{FF2B5EF4-FFF2-40B4-BE49-F238E27FC236}">
                <a16:creationId xmlns:a16="http://schemas.microsoft.com/office/drawing/2014/main" id="{4F671E33-F0CC-4208-D8AA-6B8D824D78B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95888" y="4240616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47" name="Espace réservé du texte 9">
            <a:extLst>
              <a:ext uri="{FF2B5EF4-FFF2-40B4-BE49-F238E27FC236}">
                <a16:creationId xmlns:a16="http://schemas.microsoft.com/office/drawing/2014/main" id="{F59D75B1-E872-8900-E4B8-48C4FE95DE4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06000" y="4735818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49" name="Espace réservé du texte 9">
            <a:extLst>
              <a:ext uri="{FF2B5EF4-FFF2-40B4-BE49-F238E27FC236}">
                <a16:creationId xmlns:a16="http://schemas.microsoft.com/office/drawing/2014/main" id="{324F711E-C2EF-32F4-EAEF-F1947A4018D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196600" y="4735818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51" name="Espace réservé du texte 9">
            <a:extLst>
              <a:ext uri="{FF2B5EF4-FFF2-40B4-BE49-F238E27FC236}">
                <a16:creationId xmlns:a16="http://schemas.microsoft.com/office/drawing/2014/main" id="{37FC3340-F09B-2FF0-A044-F3EF5DE17F6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206000" y="5231020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53" name="Espace réservé du texte 9">
            <a:extLst>
              <a:ext uri="{FF2B5EF4-FFF2-40B4-BE49-F238E27FC236}">
                <a16:creationId xmlns:a16="http://schemas.microsoft.com/office/drawing/2014/main" id="{8BDE2008-47CA-2D22-63C9-A07E25497A8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196600" y="5231020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55" name="Espace réservé du texte 9">
            <a:extLst>
              <a:ext uri="{FF2B5EF4-FFF2-40B4-BE49-F238E27FC236}">
                <a16:creationId xmlns:a16="http://schemas.microsoft.com/office/drawing/2014/main" id="{9497A37B-7C97-DBE2-BE1F-3CBE870E77C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06000" y="5726221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57" name="Espace réservé du texte 9">
            <a:extLst>
              <a:ext uri="{FF2B5EF4-FFF2-40B4-BE49-F238E27FC236}">
                <a16:creationId xmlns:a16="http://schemas.microsoft.com/office/drawing/2014/main" id="{D3608617-ABD6-1CE4-6BC4-2473E1136FF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196600" y="5726221"/>
            <a:ext cx="6750050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63" name="Espace réservé du pied de page 62">
            <a:extLst>
              <a:ext uri="{FF2B5EF4-FFF2-40B4-BE49-F238E27FC236}">
                <a16:creationId xmlns:a16="http://schemas.microsoft.com/office/drawing/2014/main" id="{B11FD893-0ECD-C569-7734-4136F788E406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4" name="Espace réservé du numéro de diapositive 63">
            <a:extLst>
              <a:ext uri="{FF2B5EF4-FFF2-40B4-BE49-F238E27FC236}">
                <a16:creationId xmlns:a16="http://schemas.microsoft.com/office/drawing/2014/main" id="{AE510988-DE02-5DB0-82D4-38C65EFFDF7D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87915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JET">
            <a:extLst>
              <a:ext uri="{FF2B5EF4-FFF2-40B4-BE49-F238E27FC236}">
                <a16:creationId xmlns:a16="http://schemas.microsoft.com/office/drawing/2014/main" id="{694E5D84-DD2B-683A-1966-F768CFF205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3104937" cy="180001"/>
          </a:xfrm>
        </p:spPr>
        <p:txBody>
          <a:bodyPr lIns="18000" tIns="14400" rIns="18000" bIns="0" anchor="t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Add “Agenda” or “Content”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60FC82E4-087E-0720-2B22-695E45F00D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05288" y="279000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11" name="Espace réservé du texte 9">
            <a:extLst>
              <a:ext uri="{FF2B5EF4-FFF2-40B4-BE49-F238E27FC236}">
                <a16:creationId xmlns:a16="http://schemas.microsoft.com/office/drawing/2014/main" id="{4E18E60D-FB25-B4A8-93AB-2E4B4A9E5E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95887" y="279000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ED1D820B-AD44-0673-3D10-BC4E2E37F8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01000" y="279000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14" name="Espace réservé du texte 9">
            <a:extLst>
              <a:ext uri="{FF2B5EF4-FFF2-40B4-BE49-F238E27FC236}">
                <a16:creationId xmlns:a16="http://schemas.microsoft.com/office/drawing/2014/main" id="{3F2C3C36-547C-5A78-6105-DE05C300090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90275" y="279000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15" name="Espace réservé du texte 9">
            <a:extLst>
              <a:ext uri="{FF2B5EF4-FFF2-40B4-BE49-F238E27FC236}">
                <a16:creationId xmlns:a16="http://schemas.microsoft.com/office/drawing/2014/main" id="{FF68FF0D-B78C-5367-B052-2BF92680C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05288" y="774202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16" name="Espace réservé du texte 9">
            <a:extLst>
              <a:ext uri="{FF2B5EF4-FFF2-40B4-BE49-F238E27FC236}">
                <a16:creationId xmlns:a16="http://schemas.microsoft.com/office/drawing/2014/main" id="{32058D2C-61D2-190E-08F9-9F49221095A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95887" y="774202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5DE132D2-0035-8F31-5B6D-200C9C5DCB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01000" y="774202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18" name="Espace réservé du texte 9">
            <a:extLst>
              <a:ext uri="{FF2B5EF4-FFF2-40B4-BE49-F238E27FC236}">
                <a16:creationId xmlns:a16="http://schemas.microsoft.com/office/drawing/2014/main" id="{1531A067-E757-00C8-8111-8D957EAE05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090275" y="774202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19" name="Espace réservé du texte 9">
            <a:extLst>
              <a:ext uri="{FF2B5EF4-FFF2-40B4-BE49-F238E27FC236}">
                <a16:creationId xmlns:a16="http://schemas.microsoft.com/office/drawing/2014/main" id="{670EB758-6EA9-485C-1A62-BE39F35F12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06000" y="1269404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0" name="Espace réservé du texte 9">
            <a:extLst>
              <a:ext uri="{FF2B5EF4-FFF2-40B4-BE49-F238E27FC236}">
                <a16:creationId xmlns:a16="http://schemas.microsoft.com/office/drawing/2014/main" id="{CFF371E2-4458-726B-7AFE-0AB650FE42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96599" y="1269404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3C8A679E-4138-FA25-4D7D-8A86FF977A8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01712" y="1269404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22" name="Espace réservé du texte 9">
            <a:extLst>
              <a:ext uri="{FF2B5EF4-FFF2-40B4-BE49-F238E27FC236}">
                <a16:creationId xmlns:a16="http://schemas.microsoft.com/office/drawing/2014/main" id="{E31D911A-F513-F1E1-A22F-3EC202AB1F3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090987" y="1269404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23" name="Espace réservé du texte 9">
            <a:extLst>
              <a:ext uri="{FF2B5EF4-FFF2-40B4-BE49-F238E27FC236}">
                <a16:creationId xmlns:a16="http://schemas.microsoft.com/office/drawing/2014/main" id="{B3257077-FDEB-4E7A-F3B4-51F2372338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06000" y="1764606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4" name="Espace réservé du texte 9">
            <a:extLst>
              <a:ext uri="{FF2B5EF4-FFF2-40B4-BE49-F238E27FC236}">
                <a16:creationId xmlns:a16="http://schemas.microsoft.com/office/drawing/2014/main" id="{49BCB6BC-8150-53C9-0257-8761F09655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96599" y="1764606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25" name="Espace réservé du texte 9">
            <a:extLst>
              <a:ext uri="{FF2B5EF4-FFF2-40B4-BE49-F238E27FC236}">
                <a16:creationId xmlns:a16="http://schemas.microsoft.com/office/drawing/2014/main" id="{4912813F-9796-67D8-245A-2B601D4A08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01712" y="1764606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26" name="Espace réservé du texte 9">
            <a:extLst>
              <a:ext uri="{FF2B5EF4-FFF2-40B4-BE49-F238E27FC236}">
                <a16:creationId xmlns:a16="http://schemas.microsoft.com/office/drawing/2014/main" id="{AC50B4C1-9C28-88A3-98B4-1EFAEB0027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090987" y="1764606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27" name="Espace réservé du texte 9">
            <a:extLst>
              <a:ext uri="{FF2B5EF4-FFF2-40B4-BE49-F238E27FC236}">
                <a16:creationId xmlns:a16="http://schemas.microsoft.com/office/drawing/2014/main" id="{00674CE2-2A8B-E24E-57F3-700637C284F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06000" y="2259808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8" name="Espace réservé du texte 9">
            <a:extLst>
              <a:ext uri="{FF2B5EF4-FFF2-40B4-BE49-F238E27FC236}">
                <a16:creationId xmlns:a16="http://schemas.microsoft.com/office/drawing/2014/main" id="{7E3F8DD8-B54A-CBEB-FCE6-F8877C82EBC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96599" y="2259808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29" name="Espace réservé du texte 9">
            <a:extLst>
              <a:ext uri="{FF2B5EF4-FFF2-40B4-BE49-F238E27FC236}">
                <a16:creationId xmlns:a16="http://schemas.microsoft.com/office/drawing/2014/main" id="{A6A7E683-F05C-2B10-3964-ABE6C14E81C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01712" y="2259808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30" name="Espace réservé du texte 9">
            <a:extLst>
              <a:ext uri="{FF2B5EF4-FFF2-40B4-BE49-F238E27FC236}">
                <a16:creationId xmlns:a16="http://schemas.microsoft.com/office/drawing/2014/main" id="{076DDE98-CF9C-26A5-61E9-D6948568F2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090987" y="2259808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31" name="Espace réservé du texte 9">
            <a:extLst>
              <a:ext uri="{FF2B5EF4-FFF2-40B4-BE49-F238E27FC236}">
                <a16:creationId xmlns:a16="http://schemas.microsoft.com/office/drawing/2014/main" id="{7519616D-848C-099C-27B0-56CA673B632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06000" y="2755010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32" name="Espace réservé du texte 9">
            <a:extLst>
              <a:ext uri="{FF2B5EF4-FFF2-40B4-BE49-F238E27FC236}">
                <a16:creationId xmlns:a16="http://schemas.microsoft.com/office/drawing/2014/main" id="{E8AA6D06-8482-918A-9DF0-A31889A1DE9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6599" y="2755010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33" name="Espace réservé du texte 9">
            <a:extLst>
              <a:ext uri="{FF2B5EF4-FFF2-40B4-BE49-F238E27FC236}">
                <a16:creationId xmlns:a16="http://schemas.microsoft.com/office/drawing/2014/main" id="{1E75520E-8124-CCA8-27C3-4832A25D8D6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01712" y="2755010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34" name="Espace réservé du texte 9">
            <a:extLst>
              <a:ext uri="{FF2B5EF4-FFF2-40B4-BE49-F238E27FC236}">
                <a16:creationId xmlns:a16="http://schemas.microsoft.com/office/drawing/2014/main" id="{E6BB6C9E-C092-5571-6F1B-12E5D00120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090987" y="2755010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35" name="Espace réservé du texte 9">
            <a:extLst>
              <a:ext uri="{FF2B5EF4-FFF2-40B4-BE49-F238E27FC236}">
                <a16:creationId xmlns:a16="http://schemas.microsoft.com/office/drawing/2014/main" id="{F66757F4-0BCB-39D3-DC21-5624BE83FB0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206000" y="3250212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36" name="Espace réservé du texte 9">
            <a:extLst>
              <a:ext uri="{FF2B5EF4-FFF2-40B4-BE49-F238E27FC236}">
                <a16:creationId xmlns:a16="http://schemas.microsoft.com/office/drawing/2014/main" id="{B0C5AC25-F102-9D0C-05A0-845CF2C5A7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96599" y="3250212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37" name="Espace réservé du texte 9">
            <a:extLst>
              <a:ext uri="{FF2B5EF4-FFF2-40B4-BE49-F238E27FC236}">
                <a16:creationId xmlns:a16="http://schemas.microsoft.com/office/drawing/2014/main" id="{595DB01E-F65F-8100-B744-ABE8CC4A643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301712" y="3250212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38" name="Espace réservé du texte 9">
            <a:extLst>
              <a:ext uri="{FF2B5EF4-FFF2-40B4-BE49-F238E27FC236}">
                <a16:creationId xmlns:a16="http://schemas.microsoft.com/office/drawing/2014/main" id="{21988F27-BB42-50D1-E4C5-8C42B8DBBF4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090987" y="3250212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39" name="Espace réservé du texte 9">
            <a:extLst>
              <a:ext uri="{FF2B5EF4-FFF2-40B4-BE49-F238E27FC236}">
                <a16:creationId xmlns:a16="http://schemas.microsoft.com/office/drawing/2014/main" id="{DFE8EF02-9D08-B81B-3FC5-C3B70A73148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205288" y="3745414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40" name="Espace réservé du texte 9">
            <a:extLst>
              <a:ext uri="{FF2B5EF4-FFF2-40B4-BE49-F238E27FC236}">
                <a16:creationId xmlns:a16="http://schemas.microsoft.com/office/drawing/2014/main" id="{1B539655-B5B0-82EA-4B87-AD1E58034D7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195887" y="3745414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41" name="Espace réservé du texte 9">
            <a:extLst>
              <a:ext uri="{FF2B5EF4-FFF2-40B4-BE49-F238E27FC236}">
                <a16:creationId xmlns:a16="http://schemas.microsoft.com/office/drawing/2014/main" id="{D43417A6-E53A-5AD4-70CA-E104BFBACE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01000" y="3745414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42" name="Espace réservé du texte 9">
            <a:extLst>
              <a:ext uri="{FF2B5EF4-FFF2-40B4-BE49-F238E27FC236}">
                <a16:creationId xmlns:a16="http://schemas.microsoft.com/office/drawing/2014/main" id="{326B25E4-5CC2-3137-26AA-187C110C1E6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1090275" y="3745414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43" name="Espace réservé du texte 9">
            <a:extLst>
              <a:ext uri="{FF2B5EF4-FFF2-40B4-BE49-F238E27FC236}">
                <a16:creationId xmlns:a16="http://schemas.microsoft.com/office/drawing/2014/main" id="{84AD13E5-F8A7-2168-F404-D962B4E0394B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05288" y="4240616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44" name="Espace réservé du texte 9">
            <a:extLst>
              <a:ext uri="{FF2B5EF4-FFF2-40B4-BE49-F238E27FC236}">
                <a16:creationId xmlns:a16="http://schemas.microsoft.com/office/drawing/2014/main" id="{D91550CB-1B5D-A6E6-BF25-62024E670D2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95887" y="4240616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45" name="Espace réservé du texte 9">
            <a:extLst>
              <a:ext uri="{FF2B5EF4-FFF2-40B4-BE49-F238E27FC236}">
                <a16:creationId xmlns:a16="http://schemas.microsoft.com/office/drawing/2014/main" id="{4F671E33-F0CC-4208-D8AA-6B8D824D78B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01000" y="4240616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46" name="Espace réservé du texte 9">
            <a:extLst>
              <a:ext uri="{FF2B5EF4-FFF2-40B4-BE49-F238E27FC236}">
                <a16:creationId xmlns:a16="http://schemas.microsoft.com/office/drawing/2014/main" id="{57636BBB-5B0B-8EA6-866A-D15D1E2F29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1090275" y="4240616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47" name="Espace réservé du texte 9">
            <a:extLst>
              <a:ext uri="{FF2B5EF4-FFF2-40B4-BE49-F238E27FC236}">
                <a16:creationId xmlns:a16="http://schemas.microsoft.com/office/drawing/2014/main" id="{F59D75B1-E872-8900-E4B8-48C4FE95DE4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206000" y="4735818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48" name="Espace réservé du texte 9">
            <a:extLst>
              <a:ext uri="{FF2B5EF4-FFF2-40B4-BE49-F238E27FC236}">
                <a16:creationId xmlns:a16="http://schemas.microsoft.com/office/drawing/2014/main" id="{E59218F5-370C-8543-7B6C-C4AC47B65FB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96599" y="4735818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49" name="Espace réservé du texte 9">
            <a:extLst>
              <a:ext uri="{FF2B5EF4-FFF2-40B4-BE49-F238E27FC236}">
                <a16:creationId xmlns:a16="http://schemas.microsoft.com/office/drawing/2014/main" id="{324F711E-C2EF-32F4-EAEF-F1947A4018D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01712" y="4735818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50" name="Espace réservé du texte 9">
            <a:extLst>
              <a:ext uri="{FF2B5EF4-FFF2-40B4-BE49-F238E27FC236}">
                <a16:creationId xmlns:a16="http://schemas.microsoft.com/office/drawing/2014/main" id="{8994A109-75AF-F188-996E-A87E7CA8CE2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1090987" y="4735818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51" name="Espace réservé du texte 9">
            <a:extLst>
              <a:ext uri="{FF2B5EF4-FFF2-40B4-BE49-F238E27FC236}">
                <a16:creationId xmlns:a16="http://schemas.microsoft.com/office/drawing/2014/main" id="{37FC3340-F09B-2FF0-A044-F3EF5DE17F6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206000" y="5231020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52" name="Espace réservé du texte 9">
            <a:extLst>
              <a:ext uri="{FF2B5EF4-FFF2-40B4-BE49-F238E27FC236}">
                <a16:creationId xmlns:a16="http://schemas.microsoft.com/office/drawing/2014/main" id="{9FAB5804-44DF-7F57-AC79-1FD55AC7748F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196599" y="5231020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53" name="Espace réservé du texte 9">
            <a:extLst>
              <a:ext uri="{FF2B5EF4-FFF2-40B4-BE49-F238E27FC236}">
                <a16:creationId xmlns:a16="http://schemas.microsoft.com/office/drawing/2014/main" id="{8BDE2008-47CA-2D22-63C9-A07E25497A8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301712" y="5231020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54" name="Espace réservé du texte 9">
            <a:extLst>
              <a:ext uri="{FF2B5EF4-FFF2-40B4-BE49-F238E27FC236}">
                <a16:creationId xmlns:a16="http://schemas.microsoft.com/office/drawing/2014/main" id="{15C50398-FC25-3F0C-683E-2563E2FCED7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1090987" y="5231020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55" name="Espace réservé du texte 9">
            <a:extLst>
              <a:ext uri="{FF2B5EF4-FFF2-40B4-BE49-F238E27FC236}">
                <a16:creationId xmlns:a16="http://schemas.microsoft.com/office/drawing/2014/main" id="{9497A37B-7C97-DBE2-BE1F-3CBE870E77C2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06000" y="5726221"/>
            <a:ext cx="7740650" cy="46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56" name="Espace réservé du texte 9">
            <a:extLst>
              <a:ext uri="{FF2B5EF4-FFF2-40B4-BE49-F238E27FC236}">
                <a16:creationId xmlns:a16="http://schemas.microsoft.com/office/drawing/2014/main" id="{C90E6EDF-F4B5-AF39-46E4-23B188E47BD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196599" y="5726221"/>
            <a:ext cx="2745113" cy="468000"/>
          </a:xfrm>
          <a:noFill/>
          <a:effectLst/>
        </p:spPr>
        <p:txBody>
          <a:bodyPr/>
          <a:lstStyle>
            <a:lvl1pPr>
              <a:spcBef>
                <a:spcPts val="0"/>
              </a:spcBef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Section title</a:t>
            </a:r>
          </a:p>
        </p:txBody>
      </p:sp>
      <p:sp>
        <p:nvSpPr>
          <p:cNvPr id="57" name="Espace réservé du texte 9">
            <a:extLst>
              <a:ext uri="{FF2B5EF4-FFF2-40B4-BE49-F238E27FC236}">
                <a16:creationId xmlns:a16="http://schemas.microsoft.com/office/drawing/2014/main" id="{D3608617-ABD6-1CE4-6BC4-2473E1136FF7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01712" y="5726221"/>
            <a:ext cx="2654338" cy="468000"/>
          </a:xfrm>
          <a:noFill/>
          <a:effectLst/>
        </p:spPr>
        <p:txBody>
          <a:bodyPr tIns="72000" bIns="0"/>
          <a:lstStyle>
            <a:lvl1pPr>
              <a:lnSpc>
                <a:spcPct val="85000"/>
              </a:lnSpc>
              <a:spcBef>
                <a:spcPts val="0"/>
              </a:spcBef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Subsection title</a:t>
            </a:r>
          </a:p>
        </p:txBody>
      </p:sp>
      <p:sp>
        <p:nvSpPr>
          <p:cNvPr id="58" name="Espace réservé du texte 9">
            <a:extLst>
              <a:ext uri="{FF2B5EF4-FFF2-40B4-BE49-F238E27FC236}">
                <a16:creationId xmlns:a16="http://schemas.microsoft.com/office/drawing/2014/main" id="{5F78A38C-D470-02BC-A186-D146E1B6EB7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1090987" y="5726221"/>
            <a:ext cx="855725" cy="468000"/>
          </a:xfrm>
          <a:noFill/>
          <a:effectLst/>
        </p:spPr>
        <p:txBody>
          <a:bodyPr/>
          <a:lstStyle>
            <a:lvl1pPr algn="r">
              <a:spcBef>
                <a:spcPts val="0"/>
              </a:spcBef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p. x</a:t>
            </a:r>
          </a:p>
        </p:txBody>
      </p:sp>
      <p:sp>
        <p:nvSpPr>
          <p:cNvPr id="63" name="Espace réservé du pied de page 62">
            <a:extLst>
              <a:ext uri="{FF2B5EF4-FFF2-40B4-BE49-F238E27FC236}">
                <a16:creationId xmlns:a16="http://schemas.microsoft.com/office/drawing/2014/main" id="{B11FD893-0ECD-C569-7734-4136F788E406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4" name="Espace réservé du numéro de diapositive 63">
            <a:extLst>
              <a:ext uri="{FF2B5EF4-FFF2-40B4-BE49-F238E27FC236}">
                <a16:creationId xmlns:a16="http://schemas.microsoft.com/office/drawing/2014/main" id="{AE510988-DE02-5DB0-82D4-38C65EFFDF7D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2683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layou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Section layouts</a:t>
            </a:r>
          </a:p>
        </p:txBody>
      </p:sp>
    </p:spTree>
    <p:extLst>
      <p:ext uri="{BB962C8B-B14F-4D97-AF65-F5344CB8AC3E}">
        <p14:creationId xmlns:p14="http://schemas.microsoft.com/office/powerpoint/2010/main" val="1579911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y section with numb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376ECA4-84AA-D331-1310-E25375E4C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30F2D59-B0C1-34BA-1B13-2C6A33A07A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587" y="279400"/>
            <a:ext cx="1530413" cy="1055688"/>
          </a:xfrm>
        </p:spPr>
        <p:txBody>
          <a:bodyPr/>
          <a:lstStyle>
            <a:lvl1pPr>
              <a:lnSpc>
                <a:spcPct val="75000"/>
              </a:lnSpc>
              <a:spcBef>
                <a:spcPts val="0"/>
              </a:spcBef>
              <a:buNone/>
              <a:defRPr sz="8000" spc="-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6301DE-742E-E91C-EAFF-86448EE14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5288" y="279400"/>
            <a:ext cx="7142162" cy="2852737"/>
          </a:xfrm>
        </p:spPr>
        <p:txBody>
          <a:bodyPr anchor="t"/>
          <a:lstStyle>
            <a:lvl1pPr>
              <a:lnSpc>
                <a:spcPct val="80000"/>
              </a:lnSpc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the section title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1D6264-4BCD-6268-2122-8075183D1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0D3574-F333-2FFB-050C-525CC8FF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519CD41-7DFB-7F3E-B638-81541A489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78823" y="6464920"/>
            <a:ext cx="2204937" cy="2232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CA" sz="800">
                <a:solidFill>
                  <a:schemeClr val="tx1"/>
                </a:solidFill>
              </a:rPr>
              <a:t>National Bank</a:t>
            </a:r>
          </a:p>
        </p:txBody>
      </p:sp>
    </p:spTree>
    <p:extLst>
      <p:ext uri="{BB962C8B-B14F-4D97-AF65-F5344CB8AC3E}">
        <p14:creationId xmlns:p14="http://schemas.microsoft.com/office/powerpoint/2010/main" val="1896008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eam section with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7A9C73F-0C80-4C4B-71AF-291F86F2CE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30F2D59-B0C1-34BA-1B13-2C6A33A07A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587" y="279400"/>
            <a:ext cx="1530413" cy="1055688"/>
          </a:xfrm>
        </p:spPr>
        <p:txBody>
          <a:bodyPr/>
          <a:lstStyle>
            <a:lvl1pPr>
              <a:lnSpc>
                <a:spcPct val="75000"/>
              </a:lnSpc>
              <a:spcBef>
                <a:spcPts val="0"/>
              </a:spcBef>
              <a:buNone/>
              <a:defRPr sz="8000" spc="-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56301DE-742E-E91C-EAFF-86448EE14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5288" y="279400"/>
            <a:ext cx="7142162" cy="2852737"/>
          </a:xfrm>
        </p:spPr>
        <p:txBody>
          <a:bodyPr anchor="t"/>
          <a:lstStyle>
            <a:lvl1pPr>
              <a:lnSpc>
                <a:spcPct val="80000"/>
              </a:lnSpc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the section title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1D6264-4BCD-6268-2122-8075183D1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0D3574-F333-2FFB-050C-525CC8FF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519CD41-7DFB-7F3E-B638-81541A489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78823" y="6464920"/>
            <a:ext cx="2204937" cy="2232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CA" sz="800">
                <a:solidFill>
                  <a:schemeClr val="tx1"/>
                </a:solidFill>
              </a:rPr>
              <a:t>National Bank</a:t>
            </a:r>
          </a:p>
        </p:txBody>
      </p:sp>
    </p:spTree>
    <p:extLst>
      <p:ext uri="{BB962C8B-B14F-4D97-AF65-F5344CB8AC3E}">
        <p14:creationId xmlns:p14="http://schemas.microsoft.com/office/powerpoint/2010/main" val="2650045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y sec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1458171-FB00-C3AD-5878-365AF99DA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56301DE-742E-E91C-EAFF-86448EE14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587" y="279400"/>
            <a:ext cx="8730138" cy="2852737"/>
          </a:xfrm>
        </p:spPr>
        <p:txBody>
          <a:bodyPr anchor="t"/>
          <a:lstStyle>
            <a:lvl1pPr>
              <a:lnSpc>
                <a:spcPct val="80000"/>
              </a:lnSpc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the section title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1D6264-4BCD-6268-2122-8075183D1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0D3574-F333-2FFB-050C-525CC8FF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519CD41-7DFB-7F3E-B638-81541A489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78823" y="6464920"/>
            <a:ext cx="2204937" cy="2232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CA" sz="800">
                <a:solidFill>
                  <a:schemeClr val="tx1"/>
                </a:solidFill>
              </a:rPr>
              <a:t>National Bank</a:t>
            </a:r>
          </a:p>
        </p:txBody>
      </p:sp>
    </p:spTree>
    <p:extLst>
      <p:ext uri="{BB962C8B-B14F-4D97-AF65-F5344CB8AC3E}">
        <p14:creationId xmlns:p14="http://schemas.microsoft.com/office/powerpoint/2010/main" val="1851249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eam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08754E08-AF37-8262-FA1A-101978483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56301DE-742E-E91C-EAFF-86448EE14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587" y="279400"/>
            <a:ext cx="8730138" cy="2852737"/>
          </a:xfrm>
        </p:spPr>
        <p:txBody>
          <a:bodyPr anchor="t"/>
          <a:lstStyle>
            <a:lvl1pPr>
              <a:lnSpc>
                <a:spcPct val="80000"/>
              </a:lnSpc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the section title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1D6264-4BCD-6268-2122-8075183D1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0D3574-F333-2FFB-050C-525CC8FF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3609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ey section with subt.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6301DE-742E-E91C-EAFF-86448EE14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587" y="279400"/>
            <a:ext cx="8730138" cy="2852737"/>
          </a:xfrm>
        </p:spPr>
        <p:txBody>
          <a:bodyPr anchor="t"/>
          <a:lstStyle>
            <a:lvl1pPr>
              <a:lnSpc>
                <a:spcPct val="80000"/>
              </a:lnSpc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the section 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60F77F-69D3-97C6-C80D-F1C1DE73E2D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5587" y="4374000"/>
            <a:ext cx="8730138" cy="1500187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 spc="-1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CA"/>
              <a:t>Click to add the subsection title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1D6264-4BCD-6268-2122-8075183D1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0D3574-F333-2FFB-050C-525CC8FF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571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am section with subt.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6301DE-742E-E91C-EAFF-86448EE14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587" y="279400"/>
            <a:ext cx="8730138" cy="2852737"/>
          </a:xfrm>
        </p:spPr>
        <p:txBody>
          <a:bodyPr anchor="t"/>
          <a:lstStyle>
            <a:lvl1pPr>
              <a:lnSpc>
                <a:spcPct val="80000"/>
              </a:lnSpc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the section title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60F77F-69D3-97C6-C80D-F1C1DE73E2D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5587" y="4374000"/>
            <a:ext cx="8730138" cy="1500187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4800" spc="-15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CA"/>
              <a:t>Click to add the subsection title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1D6264-4BCD-6268-2122-8075183D1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0D3574-F333-2FFB-050C-525CC8FF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42281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sic flexible layou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Basic flexible layouts</a:t>
            </a:r>
          </a:p>
        </p:txBody>
      </p:sp>
    </p:spTree>
    <p:extLst>
      <p:ext uri="{BB962C8B-B14F-4D97-AF65-F5344CB8AC3E}">
        <p14:creationId xmlns:p14="http://schemas.microsoft.com/office/powerpoint/2010/main" val="725098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6CAA4-59E5-FA78-23DC-EF35D4F8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07E85-8138-0B06-9C07-559CC2D5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21688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6CAA4-59E5-FA78-23DC-EF35D4F8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07E85-8138-0B06-9C07-559CC2D5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7027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6CAA4-59E5-FA78-23DC-EF35D4F8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07E85-8138-0B06-9C07-559CC2D5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9823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6063" y="1314450"/>
            <a:ext cx="11699875" cy="4276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BOÎTE DE MESSAGE">
            <a:extLst>
              <a:ext uri="{FF2B5EF4-FFF2-40B4-BE49-F238E27FC236}">
                <a16:creationId xmlns:a16="http://schemas.microsoft.com/office/drawing/2014/main" id="{CCEA64E9-DBD3-B690-9426-378E49348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6CAA4-59E5-FA78-23DC-EF35D4F8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07E85-8138-0B06-9C07-559CC2D5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9044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Title and content + box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6063" y="1314450"/>
            <a:ext cx="11699875" cy="4276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BOÎTE DE MESSAGE">
            <a:extLst>
              <a:ext uri="{FF2B5EF4-FFF2-40B4-BE49-F238E27FC236}">
                <a16:creationId xmlns:a16="http://schemas.microsoft.com/office/drawing/2014/main" id="{CCEA64E9-DBD3-B690-9426-378E49348B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5724000"/>
            <a:ext cx="11700000" cy="630000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6CAA4-59E5-FA78-23DC-EF35D4F8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07E85-8138-0B06-9C07-559CC2D5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690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81874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2877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_Title onl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64220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BOÎTE DE MESSAGE">
            <a:extLst>
              <a:ext uri="{FF2B5EF4-FFF2-40B4-BE49-F238E27FC236}">
                <a16:creationId xmlns:a16="http://schemas.microsoft.com/office/drawing/2014/main" id="{F4B941C2-48FD-F800-795C-F0F8CA7D34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86737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536E411-7E83-C60C-674E-B2461C43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E7F74A3-044B-2F0D-1034-42EC9D0BB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378735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 WITHOUT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B25D9EA-C63B-4E94-3457-EEB3886ED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46000" y="-216000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BBD32631-C81E-8B5A-F372-7027FC5E4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11946000" y="-216000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48064958-3BB7-7E1B-6CB3-60BFE30B4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2216000" y="279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094B3C1C-D7EC-B11B-FF45-A8D68488C0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2216000" y="1314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A345764-D3A4-6C4B-0878-8FBEDB241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2216000" y="6354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66B8E0F5-EE5A-67C1-1D56-BE8A75133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11946000" y="6894000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94B93EC-EA02-649F-8208-A2B5BD802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46000" y="6894000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9721DCDA-47B1-0105-8C75-DE478AAEF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-204000" y="6354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D4D29B60-87DC-F2F5-26AD-74B40A1EE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-204000" y="1314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F9A8A0B-D074-16BF-5D38-FAA4CA5EC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-204000" y="279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1247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blocks layou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Vertical blocks layouts</a:t>
            </a:r>
          </a:p>
        </p:txBody>
      </p:sp>
    </p:spTree>
    <p:extLst>
      <p:ext uri="{BB962C8B-B14F-4D97-AF65-F5344CB8AC3E}">
        <p14:creationId xmlns:p14="http://schemas.microsoft.com/office/powerpoint/2010/main" val="3259729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vertical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5716800" cy="504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138" y="1314000"/>
            <a:ext cx="5716800" cy="504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37407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2 vertical block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5716800" cy="504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138" y="1314000"/>
            <a:ext cx="5716800" cy="504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8169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vertical blocks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5716800" cy="427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138" y="1314000"/>
            <a:ext cx="5716800" cy="427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BOÎTE DE MESSAGE">
            <a:extLst>
              <a:ext uri="{FF2B5EF4-FFF2-40B4-BE49-F238E27FC236}">
                <a16:creationId xmlns:a16="http://schemas.microsoft.com/office/drawing/2014/main" id="{DDAA5B82-E5D3-0FE4-5E65-265F0FD100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07091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2 vertical blocks + box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5716800" cy="427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138" y="1314000"/>
            <a:ext cx="5716800" cy="427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BOÎTE DE MESSAGE">
            <a:extLst>
              <a:ext uri="{FF2B5EF4-FFF2-40B4-BE49-F238E27FC236}">
                <a16:creationId xmlns:a16="http://schemas.microsoft.com/office/drawing/2014/main" id="{DDAA5B82-E5D3-0FE4-5E65-265F0FD100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5724000"/>
            <a:ext cx="11700000" cy="630000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47512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vertical block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2214563"/>
            <a:ext cx="57168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9138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9138" y="2214563"/>
            <a:ext cx="57168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752715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_2 vertical blocks with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2214563"/>
            <a:ext cx="57168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9138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9138" y="2214563"/>
            <a:ext cx="57168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551275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vertical blocks with title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2214562"/>
            <a:ext cx="5716800" cy="337443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9138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9138" y="2214562"/>
            <a:ext cx="5716800" cy="3374438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7" name="BOÎTE DE MESSAGE">
            <a:extLst>
              <a:ext uri="{FF2B5EF4-FFF2-40B4-BE49-F238E27FC236}">
                <a16:creationId xmlns:a16="http://schemas.microsoft.com/office/drawing/2014/main" id="{41401A25-9EB0-D463-14D1-F90B864FBD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16393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ertical block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2214563"/>
            <a:ext cx="37800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06001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206001" y="2214563"/>
            <a:ext cx="37800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E8464112-5601-8967-F388-FDB5D75341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65939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438CE1D-ACA5-EC5D-AA36-F5829D9CD6A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65939" y="2214563"/>
            <a:ext cx="37800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077950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3 vertical blocks with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2214563"/>
            <a:ext cx="37800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06001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206001" y="2214563"/>
            <a:ext cx="37800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E8464112-5601-8967-F388-FDB5D75341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65939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438CE1D-ACA5-EC5D-AA36-F5829D9CD6A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65939" y="2214563"/>
            <a:ext cx="37800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201984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vertical blocks with title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2214563"/>
            <a:ext cx="3780000" cy="3374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06001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206001" y="2214563"/>
            <a:ext cx="3780000" cy="3374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E8464112-5601-8967-F388-FDB5D75341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65939" y="1404000"/>
            <a:ext cx="37800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438CE1D-ACA5-EC5D-AA36-F5829D9CD6A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65939" y="2214563"/>
            <a:ext cx="3780000" cy="3374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1" name="BOÎTE DE MESSAGE">
            <a:extLst>
              <a:ext uri="{FF2B5EF4-FFF2-40B4-BE49-F238E27FC236}">
                <a16:creationId xmlns:a16="http://schemas.microsoft.com/office/drawing/2014/main" id="{8BBA0141-68A0-6791-99F0-CFEF1F0AEB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447915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 with butt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2" y="1386000"/>
            <a:ext cx="1584000" cy="288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 lIns="108000" tIns="0" rIns="10800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Text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2" y="2214563"/>
            <a:ext cx="3780000" cy="413943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200"/>
            </a:lvl4pPr>
            <a:lvl5pPr>
              <a:defRPr sz="16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06000" y="1386000"/>
            <a:ext cx="1584000" cy="288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 lIns="108000" tIns="0" rIns="10800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Text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206000" y="2214563"/>
            <a:ext cx="3780000" cy="413943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200"/>
            </a:lvl4pPr>
            <a:lvl5pPr>
              <a:defRPr sz="16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E8464112-5601-8967-F388-FDB5D75341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65938" y="1386000"/>
            <a:ext cx="1584000" cy="288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txBody>
          <a:bodyPr lIns="108000" tIns="0" rIns="10800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Text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438CE1D-ACA5-EC5D-AA36-F5829D9CD6A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65938" y="2214563"/>
            <a:ext cx="3780000" cy="413943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200"/>
            </a:lvl4pPr>
            <a:lvl5pPr>
              <a:defRPr sz="16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32217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3 blocks with butt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2" y="1386000"/>
            <a:ext cx="1584000" cy="288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lIns="108000" tIns="0" rIns="10800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Text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2" y="2214563"/>
            <a:ext cx="3780000" cy="413943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200"/>
            </a:lvl4pPr>
            <a:lvl5pPr>
              <a:defRPr sz="16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06000" y="1386000"/>
            <a:ext cx="1584000" cy="288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lIns="108000" tIns="0" rIns="10800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Text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206000" y="2214563"/>
            <a:ext cx="3780000" cy="413943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200"/>
            </a:lvl4pPr>
            <a:lvl5pPr>
              <a:defRPr sz="16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E8464112-5601-8967-F388-FDB5D75341B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65938" y="1386000"/>
            <a:ext cx="1584000" cy="288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lIns="108000" tIns="0" rIns="108000" bIns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Text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438CE1D-ACA5-EC5D-AA36-F5829D9CD6A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65938" y="2214563"/>
            <a:ext cx="3780000" cy="413943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200"/>
            </a:lvl4pPr>
            <a:lvl5pPr>
              <a:defRPr sz="16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0554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and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085920-8031-C923-D746-5CF161DB0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endParaRPr lang="en-CA"/>
          </a:p>
        </p:txBody>
      </p:sp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2" y="414000"/>
            <a:ext cx="5716800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2" y="2214563"/>
            <a:ext cx="57168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9138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9138" y="2214563"/>
            <a:ext cx="5716800" cy="4139437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6000" y="6464920"/>
            <a:ext cx="359938" cy="223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79471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 and cr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BD3EC1-F386-F2FC-9899-3CB1FDA06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endParaRPr lang="en-CA"/>
          </a:p>
        </p:txBody>
      </p:sp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5714937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2214563"/>
            <a:ext cx="57168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9138" y="1404000"/>
            <a:ext cx="5716800" cy="72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9138" y="2214563"/>
            <a:ext cx="5716800" cy="41394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08963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rizontal blocks layou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Horizontal blocks layouts</a:t>
            </a:r>
          </a:p>
        </p:txBody>
      </p:sp>
    </p:spTree>
    <p:extLst>
      <p:ext uri="{BB962C8B-B14F-4D97-AF65-F5344CB8AC3E}">
        <p14:creationId xmlns:p14="http://schemas.microsoft.com/office/powerpoint/2010/main" val="9688021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orizontal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11699874" cy="243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3924000"/>
            <a:ext cx="11699874" cy="243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597894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orizontal blocks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11699874" cy="207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3519000"/>
            <a:ext cx="11699874" cy="207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BOÎTE DE MESSAGE">
            <a:extLst>
              <a:ext uri="{FF2B5EF4-FFF2-40B4-BE49-F238E27FC236}">
                <a16:creationId xmlns:a16="http://schemas.microsoft.com/office/drawing/2014/main" id="{8AC64BC8-33EB-903A-FC0D-05F1AEC692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44617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2 horizontal blocks +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11699874" cy="207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3519000"/>
            <a:ext cx="11699874" cy="2070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BOÎTE DE MESSAGE">
            <a:extLst>
              <a:ext uri="{FF2B5EF4-FFF2-40B4-BE49-F238E27FC236}">
                <a16:creationId xmlns:a16="http://schemas.microsoft.com/office/drawing/2014/main" id="{8AC64BC8-33EB-903A-FC0D-05F1AEC692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6062" y="5724000"/>
            <a:ext cx="11700000" cy="630000"/>
          </a:xfrm>
          <a:solidFill>
            <a:schemeClr val="bg2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217225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orizontal block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11699875" cy="2385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631000" y="1404000"/>
            <a:ext cx="9314938" cy="2385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46063" y="3969000"/>
            <a:ext cx="11699875" cy="2385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31000" y="3969000"/>
            <a:ext cx="9314938" cy="2385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00254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_2 horizontal blocks with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11699875" cy="2385000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631000" y="1404000"/>
            <a:ext cx="9314938" cy="2385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46063" y="3969000"/>
            <a:ext cx="11699875" cy="2385000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31000" y="3969000"/>
            <a:ext cx="9314938" cy="2385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94813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horizontal blocks with title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11699875" cy="20268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631000" y="1404000"/>
            <a:ext cx="9314938" cy="20268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46063" y="3564000"/>
            <a:ext cx="11699875" cy="20268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31000" y="3564000"/>
            <a:ext cx="9314938" cy="20268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BOÎTE DE MESSAGE">
            <a:extLst>
              <a:ext uri="{FF2B5EF4-FFF2-40B4-BE49-F238E27FC236}">
                <a16:creationId xmlns:a16="http://schemas.microsoft.com/office/drawing/2014/main" id="{6FED4917-F41E-0EED-C5A9-DE153C03D83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618149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zontal block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11699875" cy="154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631000" y="1404000"/>
            <a:ext cx="9314938" cy="1548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46063" y="3105000"/>
            <a:ext cx="11699875" cy="154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31000" y="3105000"/>
            <a:ext cx="9314938" cy="1548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05F7AB1E-3CA5-365F-0296-654432684F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3" y="4806000"/>
            <a:ext cx="11699875" cy="1548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BCB0351-8452-55FF-0582-CC54E448FE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31000" y="4806000"/>
            <a:ext cx="9314938" cy="1548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229231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3 horizontal blocks with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11699875" cy="1548000"/>
          </a:xfrm>
          <a:solidFill>
            <a:schemeClr val="bg2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631000" y="1404000"/>
            <a:ext cx="9314938" cy="1548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46063" y="3105000"/>
            <a:ext cx="11699875" cy="1548000"/>
          </a:xfrm>
          <a:solidFill>
            <a:schemeClr val="bg2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31000" y="3105000"/>
            <a:ext cx="9314938" cy="1548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05F7AB1E-3CA5-365F-0296-654432684F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3" y="4806000"/>
            <a:ext cx="11699875" cy="1548000"/>
          </a:xfrm>
          <a:solidFill>
            <a:schemeClr val="bg2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BCB0351-8452-55FF-0582-CC54E448FE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31000" y="4806000"/>
            <a:ext cx="9314938" cy="1548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81110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zontal blocks with title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11699875" cy="13068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631000" y="1404000"/>
            <a:ext cx="9314938" cy="13068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46063" y="2844000"/>
            <a:ext cx="11699875" cy="13068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31000" y="2844000"/>
            <a:ext cx="9314938" cy="13068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05F7AB1E-3CA5-365F-0296-654432684F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3" y="4284000"/>
            <a:ext cx="11699875" cy="13068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BCB0351-8452-55FF-0582-CC54E448FE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31000" y="4284000"/>
            <a:ext cx="9314938" cy="13068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1" name="BOÎTE DE MESSAGE">
            <a:extLst>
              <a:ext uri="{FF2B5EF4-FFF2-40B4-BE49-F238E27FC236}">
                <a16:creationId xmlns:a16="http://schemas.microsoft.com/office/drawing/2014/main" id="{0E75370D-00DD-38C6-9545-EBC12C1571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8693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3 horizontal blocks with title + box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11699875" cy="1306800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631000" y="1404000"/>
            <a:ext cx="9314938" cy="13068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46063" y="2844000"/>
            <a:ext cx="11699875" cy="1306800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2631000" y="2844000"/>
            <a:ext cx="9314938" cy="13068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05F7AB1E-3CA5-365F-0296-654432684F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3" y="4284000"/>
            <a:ext cx="11699875" cy="1306800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72000" rIns="9432000" bIns="7200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5">
            <a:extLst>
              <a:ext uri="{FF2B5EF4-FFF2-40B4-BE49-F238E27FC236}">
                <a16:creationId xmlns:a16="http://schemas.microsoft.com/office/drawing/2014/main" id="{EBCB0351-8452-55FF-0582-CC54E448FED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631000" y="4284000"/>
            <a:ext cx="9314938" cy="13068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1" name="BOÎTE DE MESSAGE">
            <a:extLst>
              <a:ext uri="{FF2B5EF4-FFF2-40B4-BE49-F238E27FC236}">
                <a16:creationId xmlns:a16="http://schemas.microsoft.com/office/drawing/2014/main" id="{0E75370D-00DD-38C6-9545-EBC12C1571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6062" y="5724000"/>
            <a:ext cx="11700000" cy="630000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72880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s for imag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Layouts</a:t>
            </a:r>
            <a:br>
              <a:rPr lang="en-CA" sz="11500"/>
            </a:br>
            <a:r>
              <a:rPr lang="en-CA" sz="11500"/>
              <a:t>for images</a:t>
            </a:r>
          </a:p>
        </p:txBody>
      </p:sp>
    </p:spTree>
    <p:extLst>
      <p:ext uri="{BB962C8B-B14F-4D97-AF65-F5344CB8AC3E}">
        <p14:creationId xmlns:p14="http://schemas.microsoft.com/office/powerpoint/2010/main" val="6460572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F3BFA985-B49C-64D7-42F0-FCFB6D87DC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46063" y="279400"/>
            <a:ext cx="11699875" cy="60753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9CBBFADD-9045-FCB0-D513-8EC2B73D6B8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58AEA95-3675-91D5-7DD5-F8AEA32A24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50939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 images full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Espace réservé pour une image  7">
            <a:extLst>
              <a:ext uri="{FF2B5EF4-FFF2-40B4-BE49-F238E27FC236}">
                <a16:creationId xmlns:a16="http://schemas.microsoft.com/office/drawing/2014/main" id="{5C4DAA14-C055-0769-42C0-EB2F80E728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93" name="Espace réservé pour une image  7">
            <a:extLst>
              <a:ext uri="{FF2B5EF4-FFF2-40B4-BE49-F238E27FC236}">
                <a16:creationId xmlns:a16="http://schemas.microsoft.com/office/drawing/2014/main" id="{8123F8F8-90A0-2CE5-62DB-F3A7D86DD85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0" cy="6858000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15692745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Content with imag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5714937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6063" y="1314450"/>
            <a:ext cx="5714937" cy="50403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F3BFA985-B49C-64D7-42F0-FCFB6D87DC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40450" y="0"/>
            <a:ext cx="6051550" cy="6858000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958647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Content with imag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5714937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6063" y="1314450"/>
            <a:ext cx="5714937" cy="50403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F3BFA985-B49C-64D7-42F0-FCFB6D87DC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140450" y="0"/>
            <a:ext cx="6051550" cy="6858000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1198404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Content with ima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4" y="233999"/>
            <a:ext cx="4364936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4" y="414000"/>
            <a:ext cx="4364936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6063" y="2214564"/>
            <a:ext cx="5489937" cy="4140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63BF6582-9339-6F53-3C33-1C292277442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21000" y="1"/>
            <a:ext cx="7671000" cy="5550483"/>
          </a:xfrm>
          <a:custGeom>
            <a:avLst/>
            <a:gdLst>
              <a:gd name="connsiteX0" fmla="*/ 0 w 7671000"/>
              <a:gd name="connsiteY0" fmla="*/ 0 h 5550483"/>
              <a:gd name="connsiteX1" fmla="*/ 7671000 w 7671000"/>
              <a:gd name="connsiteY1" fmla="*/ 0 h 5550483"/>
              <a:gd name="connsiteX2" fmla="*/ 7671000 w 7671000"/>
              <a:gd name="connsiteY2" fmla="*/ 4852969 h 5550483"/>
              <a:gd name="connsiteX3" fmla="*/ 5640263 w 7671000"/>
              <a:gd name="connsiteY3" fmla="*/ 5395720 h 5550483"/>
              <a:gd name="connsiteX4" fmla="*/ 4204796 w 7671000"/>
              <a:gd name="connsiteY4" fmla="*/ 5467442 h 5550483"/>
              <a:gd name="connsiteX5" fmla="*/ 3386344 w 7671000"/>
              <a:gd name="connsiteY5" fmla="*/ 4653697 h 5550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71000" h="5550483">
                <a:moveTo>
                  <a:pt x="0" y="0"/>
                </a:moveTo>
                <a:lnTo>
                  <a:pt x="7671000" y="0"/>
                </a:lnTo>
                <a:lnTo>
                  <a:pt x="7671000" y="4852969"/>
                </a:lnTo>
                <a:lnTo>
                  <a:pt x="5640263" y="5395720"/>
                </a:lnTo>
                <a:cubicBezTo>
                  <a:pt x="5053892" y="5533696"/>
                  <a:pt x="4629916" y="5625257"/>
                  <a:pt x="4204796" y="5467442"/>
                </a:cubicBezTo>
                <a:cubicBezTo>
                  <a:pt x="3881407" y="5329338"/>
                  <a:pt x="3616136" y="4980645"/>
                  <a:pt x="3386344" y="4653697"/>
                </a:cubicBezTo>
                <a:close/>
              </a:path>
            </a:pathLst>
          </a:custGeom>
        </p:spPr>
        <p:txBody>
          <a:bodyPr wrap="square" bIns="972000" anchor="ctr">
            <a:noAutofit/>
          </a:bodyPr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6CAA4-59E5-FA78-23DC-EF35D4F8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07E85-8138-0B06-9C07-559CC2D5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8620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Content with imag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4" y="233999"/>
            <a:ext cx="4364936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4" y="414000"/>
            <a:ext cx="4364936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6063" y="2214564"/>
            <a:ext cx="5489937" cy="4140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63BF6582-9339-6F53-3C33-1C292277442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521000" y="1"/>
            <a:ext cx="7671000" cy="5550483"/>
          </a:xfrm>
          <a:custGeom>
            <a:avLst/>
            <a:gdLst>
              <a:gd name="connsiteX0" fmla="*/ 0 w 7671000"/>
              <a:gd name="connsiteY0" fmla="*/ 0 h 5550483"/>
              <a:gd name="connsiteX1" fmla="*/ 7671000 w 7671000"/>
              <a:gd name="connsiteY1" fmla="*/ 0 h 5550483"/>
              <a:gd name="connsiteX2" fmla="*/ 7671000 w 7671000"/>
              <a:gd name="connsiteY2" fmla="*/ 4852969 h 5550483"/>
              <a:gd name="connsiteX3" fmla="*/ 5640263 w 7671000"/>
              <a:gd name="connsiteY3" fmla="*/ 5395720 h 5550483"/>
              <a:gd name="connsiteX4" fmla="*/ 4204796 w 7671000"/>
              <a:gd name="connsiteY4" fmla="*/ 5467442 h 5550483"/>
              <a:gd name="connsiteX5" fmla="*/ 3386344 w 7671000"/>
              <a:gd name="connsiteY5" fmla="*/ 4653697 h 5550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671000" h="5550483">
                <a:moveTo>
                  <a:pt x="0" y="0"/>
                </a:moveTo>
                <a:lnTo>
                  <a:pt x="7671000" y="0"/>
                </a:lnTo>
                <a:lnTo>
                  <a:pt x="7671000" y="4852969"/>
                </a:lnTo>
                <a:lnTo>
                  <a:pt x="5640263" y="5395720"/>
                </a:lnTo>
                <a:cubicBezTo>
                  <a:pt x="5053892" y="5533696"/>
                  <a:pt x="4629916" y="5625257"/>
                  <a:pt x="4204796" y="5467442"/>
                </a:cubicBezTo>
                <a:cubicBezTo>
                  <a:pt x="3881407" y="5329338"/>
                  <a:pt x="3616136" y="4980645"/>
                  <a:pt x="3386344" y="4653697"/>
                </a:cubicBezTo>
                <a:close/>
              </a:path>
            </a:pathLst>
          </a:custGeom>
        </p:spPr>
        <p:txBody>
          <a:bodyPr wrap="square" bIns="972000" anchor="ctr">
            <a:noAutofit/>
          </a:bodyPr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6CAA4-59E5-FA78-23DC-EF35D4F8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07E85-8138-0B06-9C07-559CC2D5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29134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SP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JET">
            <a:extLst>
              <a:ext uri="{FF2B5EF4-FFF2-40B4-BE49-F238E27FC236}">
                <a16:creationId xmlns:a16="http://schemas.microsoft.com/office/drawing/2014/main" id="{A0AEBB7F-1559-380D-700C-6DC74CBD8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4" y="233999"/>
            <a:ext cx="4364936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92" name="Espace réservé pour une image  7">
            <a:extLst>
              <a:ext uri="{FF2B5EF4-FFF2-40B4-BE49-F238E27FC236}">
                <a16:creationId xmlns:a16="http://schemas.microsoft.com/office/drawing/2014/main" id="{5C4DAA14-C055-0769-42C0-EB2F80E728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36663" y="1314450"/>
            <a:ext cx="3823200" cy="40052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F6F00B41-DA69-B7B1-BBDE-543333662F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36663" y="5454650"/>
            <a:ext cx="3823200" cy="900113"/>
          </a:xfrm>
        </p:spPr>
        <p:txBody>
          <a:bodyPr tIns="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93" name="Espace réservé pour une image  7">
            <a:extLst>
              <a:ext uri="{FF2B5EF4-FFF2-40B4-BE49-F238E27FC236}">
                <a16:creationId xmlns:a16="http://schemas.microsoft.com/office/drawing/2014/main" id="{8123F8F8-90A0-2CE5-62DB-F3A7D86DD85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0"/>
            <a:ext cx="6096000" cy="6858000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</p:spTree>
    <p:extLst>
      <p:ext uri="{BB962C8B-B14F-4D97-AF65-F5344CB8AC3E}">
        <p14:creationId xmlns:p14="http://schemas.microsoft.com/office/powerpoint/2010/main" val="2719557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7">
            <a:extLst>
              <a:ext uri="{FF2B5EF4-FFF2-40B4-BE49-F238E27FC236}">
                <a16:creationId xmlns:a16="http://schemas.microsoft.com/office/drawing/2014/main" id="{8D767F4C-3395-D48D-E856-DC32A90787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6000" y="278737"/>
            <a:ext cx="5760000" cy="40052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7F33B021-F54A-A9C0-C898-7F6E5D9157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6063" y="4419601"/>
            <a:ext cx="5760000" cy="1935162"/>
          </a:xfrm>
        </p:spPr>
        <p:txBody>
          <a:bodyPr tIns="0" bIns="0"/>
          <a:lstStyle>
            <a:lvl1pPr>
              <a:lnSpc>
                <a:spcPct val="90000"/>
              </a:lnSpc>
              <a:spcBef>
                <a:spcPts val="1800"/>
              </a:spcBef>
              <a:defRPr sz="3200">
                <a:solidFill>
                  <a:schemeClr val="tx1"/>
                </a:solidFill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180000" indent="-180000">
              <a:spcBef>
                <a:spcPts val="500"/>
              </a:spcBef>
              <a:defRPr sz="11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19E82D64-B1BA-3B47-5683-635956A3CE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186000" y="278737"/>
            <a:ext cx="5760000" cy="40052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7" name="Espace réservé du texte 7">
            <a:extLst>
              <a:ext uri="{FF2B5EF4-FFF2-40B4-BE49-F238E27FC236}">
                <a16:creationId xmlns:a16="http://schemas.microsoft.com/office/drawing/2014/main" id="{C4AB2350-B059-4150-1D51-C85BE7EDAD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6000" y="4419601"/>
            <a:ext cx="5760000" cy="1935162"/>
          </a:xfrm>
        </p:spPr>
        <p:txBody>
          <a:bodyPr tIns="0" bIns="0"/>
          <a:lstStyle>
            <a:lvl1pPr>
              <a:lnSpc>
                <a:spcPct val="90000"/>
              </a:lnSpc>
              <a:spcBef>
                <a:spcPts val="1800"/>
              </a:spcBef>
              <a:defRPr sz="3200">
                <a:solidFill>
                  <a:schemeClr val="tx1"/>
                </a:solidFill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180000">
              <a:spcBef>
                <a:spcPts val="500"/>
              </a:spcBef>
              <a:defRPr sz="11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7E384F-D0EC-FBB0-52AD-F3ED86EEF52D}"/>
              </a:ext>
            </a:extLst>
          </p:cNvPr>
          <p:cNvSpPr/>
          <p:nvPr userDrawn="1"/>
        </p:nvSpPr>
        <p:spPr>
          <a:xfrm>
            <a:off x="12441000" y="0"/>
            <a:ext cx="1692000" cy="18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500"/>
              </a:spcBef>
            </a:pPr>
            <a:r>
              <a:rPr lang="en-CA" sz="1400">
                <a:solidFill>
                  <a:schemeClr val="tx1"/>
                </a:solidFill>
              </a:rPr>
              <a:t>Instruction</a:t>
            </a:r>
          </a:p>
          <a:p>
            <a:pPr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In this layout, </a:t>
            </a:r>
            <a:br>
              <a:rPr lang="en-CA" sz="1200">
                <a:solidFill>
                  <a:schemeClr val="tx1"/>
                </a:solidFill>
              </a:rPr>
            </a:br>
            <a:r>
              <a:rPr lang="en-CA" sz="1200">
                <a:solidFill>
                  <a:schemeClr val="tx1"/>
                </a:solidFill>
              </a:rPr>
              <a:t>text levels </a:t>
            </a:r>
            <a:br>
              <a:rPr lang="en-CA" sz="1200">
                <a:solidFill>
                  <a:schemeClr val="tx1"/>
                </a:solidFill>
              </a:rPr>
            </a:br>
            <a:r>
              <a:rPr lang="en-CA" sz="1200">
                <a:solidFill>
                  <a:schemeClr val="tx1"/>
                </a:solidFill>
              </a:rPr>
              <a:t>have been adjusted.</a:t>
            </a:r>
          </a:p>
          <a:p>
            <a:pPr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Level 1 is black, 32 pt; Level 2 is black, 14 pt.</a:t>
            </a:r>
          </a:p>
        </p:txBody>
      </p:sp>
    </p:spTree>
    <p:extLst>
      <p:ext uri="{BB962C8B-B14F-4D97-AF65-F5344CB8AC3E}">
        <p14:creationId xmlns:p14="http://schemas.microsoft.com/office/powerpoint/2010/main" val="177182893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4000"/>
            <a:ext cx="5760000" cy="1035514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14" name="Espace réservé pour une image  7">
            <a:extLst>
              <a:ext uri="{FF2B5EF4-FFF2-40B4-BE49-F238E27FC236}">
                <a16:creationId xmlns:a16="http://schemas.microsoft.com/office/drawing/2014/main" id="{8D767F4C-3395-D48D-E856-DC32A90787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6000" y="1314450"/>
            <a:ext cx="5760000" cy="40052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00EA911D-23BA-DFA5-6171-A93BA8D9A1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6063" y="5454649"/>
            <a:ext cx="5760000" cy="900114"/>
          </a:xfrm>
        </p:spPr>
        <p:txBody>
          <a:bodyPr tIns="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86000" y="144000"/>
            <a:ext cx="5760000" cy="1035514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19E82D64-B1BA-3B47-5683-635956A3CE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186000" y="1314450"/>
            <a:ext cx="5760000" cy="40052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C4138EFA-0ADF-C7B7-C373-89D9A5551A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6000" y="5454649"/>
            <a:ext cx="5760000" cy="900114"/>
          </a:xfrm>
        </p:spPr>
        <p:txBody>
          <a:bodyPr tIns="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350299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ce réservé pour une image  7">
            <a:extLst>
              <a:ext uri="{FF2B5EF4-FFF2-40B4-BE49-F238E27FC236}">
                <a16:creationId xmlns:a16="http://schemas.microsoft.com/office/drawing/2014/main" id="{8D767F4C-3395-D48D-E856-DC32A90787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6000" y="278737"/>
            <a:ext cx="3780000" cy="40052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7F33B021-F54A-A9C0-C898-7F6E5D9157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6063" y="4419601"/>
            <a:ext cx="3780000" cy="1935162"/>
          </a:xfrm>
        </p:spPr>
        <p:txBody>
          <a:bodyPr tIns="0" bIns="0"/>
          <a:lstStyle>
            <a:lvl1pPr>
              <a:lnSpc>
                <a:spcPct val="90000"/>
              </a:lnSpc>
              <a:spcBef>
                <a:spcPts val="1800"/>
              </a:spcBef>
              <a:defRPr sz="3200">
                <a:solidFill>
                  <a:schemeClr val="tx1"/>
                </a:solidFill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180000" indent="-180000">
              <a:spcBef>
                <a:spcPts val="500"/>
              </a:spcBef>
              <a:defRPr sz="11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19E82D64-B1BA-3B47-5683-635956A3CE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5969" y="278737"/>
            <a:ext cx="3780000" cy="40052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7" name="Espace réservé du texte 7">
            <a:extLst>
              <a:ext uri="{FF2B5EF4-FFF2-40B4-BE49-F238E27FC236}">
                <a16:creationId xmlns:a16="http://schemas.microsoft.com/office/drawing/2014/main" id="{C4AB2350-B059-4150-1D51-C85BE7EDAD4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06000" y="4419601"/>
            <a:ext cx="3780000" cy="1935162"/>
          </a:xfrm>
        </p:spPr>
        <p:txBody>
          <a:bodyPr tIns="0" bIns="0"/>
          <a:lstStyle>
            <a:lvl1pPr>
              <a:lnSpc>
                <a:spcPct val="90000"/>
              </a:lnSpc>
              <a:spcBef>
                <a:spcPts val="1800"/>
              </a:spcBef>
              <a:defRPr sz="3200">
                <a:solidFill>
                  <a:schemeClr val="tx1"/>
                </a:solidFill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180000">
              <a:spcBef>
                <a:spcPts val="500"/>
              </a:spcBef>
              <a:defRPr sz="11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2" name="Espace réservé pour une image  7">
            <a:extLst>
              <a:ext uri="{FF2B5EF4-FFF2-40B4-BE49-F238E27FC236}">
                <a16:creationId xmlns:a16="http://schemas.microsoft.com/office/drawing/2014/main" id="{C5FAA2BC-91B7-2367-445F-43394261E2AD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165937" y="278737"/>
            <a:ext cx="3780000" cy="400526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3" name="Espace réservé du texte 7">
            <a:extLst>
              <a:ext uri="{FF2B5EF4-FFF2-40B4-BE49-F238E27FC236}">
                <a16:creationId xmlns:a16="http://schemas.microsoft.com/office/drawing/2014/main" id="{1E2C8DD3-3249-9763-E38B-520153BFB13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65937" y="4419601"/>
            <a:ext cx="3780000" cy="1935162"/>
          </a:xfrm>
        </p:spPr>
        <p:txBody>
          <a:bodyPr tIns="0" bIns="0"/>
          <a:lstStyle>
            <a:lvl1pPr>
              <a:lnSpc>
                <a:spcPct val="90000"/>
              </a:lnSpc>
              <a:spcBef>
                <a:spcPts val="1800"/>
              </a:spcBef>
              <a:defRPr sz="3200">
                <a:solidFill>
                  <a:schemeClr val="tx1"/>
                </a:solidFill>
              </a:defRPr>
            </a:lvl1pPr>
            <a:lvl2pPr marL="0" indent="0">
              <a:spcBef>
                <a:spcPts val="100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180000">
              <a:spcBef>
                <a:spcPts val="500"/>
              </a:spcBef>
              <a:defRPr sz="1100">
                <a:solidFill>
                  <a:schemeClr val="tx1"/>
                </a:solidFill>
              </a:defRPr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6000" y="6464920"/>
            <a:ext cx="359938" cy="223200"/>
          </a:xfrm>
        </p:spPr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346A48-372D-D47C-F1AD-0E74B08E4DE0}"/>
              </a:ext>
            </a:extLst>
          </p:cNvPr>
          <p:cNvSpPr/>
          <p:nvPr userDrawn="1"/>
        </p:nvSpPr>
        <p:spPr>
          <a:xfrm>
            <a:off x="12441000" y="0"/>
            <a:ext cx="1692000" cy="180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500"/>
              </a:spcBef>
            </a:pPr>
            <a:r>
              <a:rPr lang="en-CA" sz="1400">
                <a:solidFill>
                  <a:schemeClr val="tx1"/>
                </a:solidFill>
              </a:rPr>
              <a:t>Instruction</a:t>
            </a:r>
          </a:p>
          <a:p>
            <a:pPr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In this layout, </a:t>
            </a:r>
            <a:br>
              <a:rPr lang="en-CA" sz="1200">
                <a:solidFill>
                  <a:schemeClr val="tx1"/>
                </a:solidFill>
              </a:rPr>
            </a:br>
            <a:r>
              <a:rPr lang="en-CA" sz="1200">
                <a:solidFill>
                  <a:schemeClr val="tx1"/>
                </a:solidFill>
              </a:rPr>
              <a:t>text levels </a:t>
            </a:r>
            <a:br>
              <a:rPr lang="en-CA" sz="1200">
                <a:solidFill>
                  <a:schemeClr val="tx1"/>
                </a:solidFill>
              </a:rPr>
            </a:br>
            <a:r>
              <a:rPr lang="en-CA" sz="1200">
                <a:solidFill>
                  <a:schemeClr val="tx1"/>
                </a:solidFill>
              </a:rPr>
              <a:t>have been adjusted.</a:t>
            </a:r>
          </a:p>
          <a:p>
            <a:pPr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Level 1 is black, 32 pt; Level 2 is black, 14 pt.</a:t>
            </a:r>
          </a:p>
        </p:txBody>
      </p:sp>
    </p:spTree>
    <p:extLst>
      <p:ext uri="{BB962C8B-B14F-4D97-AF65-F5344CB8AC3E}">
        <p14:creationId xmlns:p14="http://schemas.microsoft.com/office/powerpoint/2010/main" val="19556474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with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3999"/>
            <a:ext cx="3780000" cy="2070563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14" name="Espace réservé pour une image  7">
            <a:extLst>
              <a:ext uri="{FF2B5EF4-FFF2-40B4-BE49-F238E27FC236}">
                <a16:creationId xmlns:a16="http://schemas.microsoft.com/office/drawing/2014/main" id="{8D767F4C-3395-D48D-E856-DC32A90787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6000" y="2349500"/>
            <a:ext cx="3780000" cy="297021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00EA911D-23BA-DFA5-6171-A93BA8D9A1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6063" y="5454649"/>
            <a:ext cx="3780000" cy="900114"/>
          </a:xfrm>
        </p:spPr>
        <p:txBody>
          <a:bodyPr tIns="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06000" y="143999"/>
            <a:ext cx="3780000" cy="2070563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19E82D64-B1BA-3B47-5683-635956A3CE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205969" y="2349500"/>
            <a:ext cx="3780000" cy="297021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17" name="Espace réservé du texte 7">
            <a:extLst>
              <a:ext uri="{FF2B5EF4-FFF2-40B4-BE49-F238E27FC236}">
                <a16:creationId xmlns:a16="http://schemas.microsoft.com/office/drawing/2014/main" id="{C4138EFA-0ADF-C7B7-C373-89D9A5551A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06000" y="5454649"/>
            <a:ext cx="3780000" cy="900114"/>
          </a:xfrm>
        </p:spPr>
        <p:txBody>
          <a:bodyPr tIns="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1523AC41-C734-999E-76D5-E390573C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5937" y="143999"/>
            <a:ext cx="3780000" cy="2070563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FA2E3619-F7D6-88F8-220B-DB9A2792DA6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65937" y="2349500"/>
            <a:ext cx="3780000" cy="297021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an image</a:t>
            </a:r>
          </a:p>
        </p:txBody>
      </p:sp>
      <p:sp>
        <p:nvSpPr>
          <p:cNvPr id="6" name="Espace réservé du texte 7">
            <a:extLst>
              <a:ext uri="{FF2B5EF4-FFF2-40B4-BE49-F238E27FC236}">
                <a16:creationId xmlns:a16="http://schemas.microsoft.com/office/drawing/2014/main" id="{5D87E99E-5026-80FF-63E7-C6A25753A18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5937" y="5454649"/>
            <a:ext cx="3780000" cy="900114"/>
          </a:xfrm>
        </p:spPr>
        <p:txBody>
          <a:bodyPr tIns="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6000" y="6464920"/>
            <a:ext cx="359938" cy="223200"/>
          </a:xfrm>
        </p:spPr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69334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youts with number(s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Layouts</a:t>
            </a:r>
            <a:br>
              <a:rPr lang="en-CA" sz="11500"/>
            </a:br>
            <a:r>
              <a:rPr lang="en-CA" sz="11500"/>
              <a:t>with number(s)</a:t>
            </a:r>
          </a:p>
        </p:txBody>
      </p:sp>
    </p:spTree>
    <p:extLst>
      <p:ext uri="{BB962C8B-B14F-4D97-AF65-F5344CB8AC3E}">
        <p14:creationId xmlns:p14="http://schemas.microsoft.com/office/powerpoint/2010/main" val="4041069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1268486"/>
            <a:ext cx="11699875" cy="171051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CHIFFRE">
            <a:extLst>
              <a:ext uri="{FF2B5EF4-FFF2-40B4-BE49-F238E27FC236}">
                <a16:creationId xmlns:a16="http://schemas.microsoft.com/office/drawing/2014/main" id="{F4B941C2-48FD-F800-795C-F0F8CA7D34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3429000"/>
            <a:ext cx="11700000" cy="252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lnSpc>
                <a:spcPct val="87000"/>
              </a:lnSpc>
              <a:spcBef>
                <a:spcPts val="0"/>
              </a:spcBef>
              <a:defRPr sz="188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520617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1 numb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1268486"/>
            <a:ext cx="11699875" cy="171051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CHIFFRE">
            <a:extLst>
              <a:ext uri="{FF2B5EF4-FFF2-40B4-BE49-F238E27FC236}">
                <a16:creationId xmlns:a16="http://schemas.microsoft.com/office/drawing/2014/main" id="{F4B941C2-48FD-F800-795C-F0F8CA7D34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3429000"/>
            <a:ext cx="11700000" cy="2520000"/>
          </a:xfrm>
          <a:solidFill>
            <a:schemeClr val="tx2"/>
          </a:solidFill>
          <a:effectLst>
            <a:innerShdw dist="6350" dir="16200000">
              <a:schemeClr val="tx1"/>
            </a:innerShdw>
          </a:effectLst>
        </p:spPr>
        <p:txBody>
          <a:bodyPr tIns="72000"/>
          <a:lstStyle>
            <a:lvl1pPr>
              <a:lnSpc>
                <a:spcPct val="87000"/>
              </a:lnSpc>
              <a:spcBef>
                <a:spcPts val="0"/>
              </a:spcBef>
              <a:defRPr sz="188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44135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JET">
            <a:extLst>
              <a:ext uri="{FF2B5EF4-FFF2-40B4-BE49-F238E27FC236}">
                <a16:creationId xmlns:a16="http://schemas.microsoft.com/office/drawing/2014/main" id="{D2F96709-4480-8F81-DA62-309BF35307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268486"/>
            <a:ext cx="5760000" cy="171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CHIFFRE">
            <a:extLst>
              <a:ext uri="{FF2B5EF4-FFF2-40B4-BE49-F238E27FC236}">
                <a16:creationId xmlns:a16="http://schemas.microsoft.com/office/drawing/2014/main" id="{1780B952-A9C5-5845-4E3C-FFFB9CF8FD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3429000"/>
            <a:ext cx="5760000" cy="17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lnSpc>
                <a:spcPct val="87000"/>
              </a:lnSpc>
              <a:spcBef>
                <a:spcPts val="0"/>
              </a:spcBef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86000" y="1268486"/>
            <a:ext cx="5760000" cy="171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CHIFFRE">
            <a:extLst>
              <a:ext uri="{FF2B5EF4-FFF2-40B4-BE49-F238E27FC236}">
                <a16:creationId xmlns:a16="http://schemas.microsoft.com/office/drawing/2014/main" id="{02296A8B-41C9-66AD-D299-00ACDE250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6000" y="3429000"/>
            <a:ext cx="5760000" cy="17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lnSpc>
                <a:spcPct val="87000"/>
              </a:lnSpc>
              <a:spcBef>
                <a:spcPts val="0"/>
              </a:spcBef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244909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2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JET">
            <a:extLst>
              <a:ext uri="{FF2B5EF4-FFF2-40B4-BE49-F238E27FC236}">
                <a16:creationId xmlns:a16="http://schemas.microsoft.com/office/drawing/2014/main" id="{60A5E00D-97EF-3D61-C243-E7B20738A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268486"/>
            <a:ext cx="5760000" cy="171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CHIFFRE">
            <a:extLst>
              <a:ext uri="{FF2B5EF4-FFF2-40B4-BE49-F238E27FC236}">
                <a16:creationId xmlns:a16="http://schemas.microsoft.com/office/drawing/2014/main" id="{1780B952-A9C5-5845-4E3C-FFFB9CF8FD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62" y="3429000"/>
            <a:ext cx="5760000" cy="1710000"/>
          </a:xfrm>
          <a:solidFill>
            <a:schemeClr val="tx2"/>
          </a:solidFill>
          <a:effectLst>
            <a:innerShdw dist="6350" dir="16200000">
              <a:schemeClr val="tx1"/>
            </a:innerShdw>
          </a:effectLst>
        </p:spPr>
        <p:txBody>
          <a:bodyPr tIns="72000"/>
          <a:lstStyle>
            <a:lvl1pPr>
              <a:lnSpc>
                <a:spcPct val="87000"/>
              </a:lnSpc>
              <a:spcBef>
                <a:spcPts val="0"/>
              </a:spcBef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86000" y="1268486"/>
            <a:ext cx="5760000" cy="171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3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CHIFFRE">
            <a:extLst>
              <a:ext uri="{FF2B5EF4-FFF2-40B4-BE49-F238E27FC236}">
                <a16:creationId xmlns:a16="http://schemas.microsoft.com/office/drawing/2014/main" id="{02296A8B-41C9-66AD-D299-00ACDE250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6000" y="3429000"/>
            <a:ext cx="5760000" cy="1710000"/>
          </a:xfrm>
          <a:solidFill>
            <a:schemeClr val="tx2"/>
          </a:solidFill>
          <a:effectLst>
            <a:innerShdw dist="6350" dir="16200000">
              <a:schemeClr val="tx1"/>
            </a:innerShdw>
          </a:effectLst>
        </p:spPr>
        <p:txBody>
          <a:bodyPr tIns="72000"/>
          <a:lstStyle>
            <a:lvl1pPr>
              <a:lnSpc>
                <a:spcPct val="87000"/>
              </a:lnSpc>
              <a:spcBef>
                <a:spcPts val="0"/>
              </a:spcBef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7168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1268486"/>
            <a:ext cx="5849937" cy="490551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7" name="CHIFFRE">
            <a:extLst>
              <a:ext uri="{FF2B5EF4-FFF2-40B4-BE49-F238E27FC236}">
                <a16:creationId xmlns:a16="http://schemas.microsoft.com/office/drawing/2014/main" id="{43D65A28-CC70-8890-7014-7B62CC94AB1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0937" y="1314000"/>
            <a:ext cx="3825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86324C8E-165A-5801-FA12-576850D308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0937" y="2259000"/>
            <a:ext cx="3825000" cy="4950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8" name="CHIFFRE">
            <a:extLst>
              <a:ext uri="{FF2B5EF4-FFF2-40B4-BE49-F238E27FC236}">
                <a16:creationId xmlns:a16="http://schemas.microsoft.com/office/drawing/2014/main" id="{B8A812A8-7611-7A7A-A110-BEA62B047C3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20937" y="2889000"/>
            <a:ext cx="3825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CEC609DB-3589-B60C-7DEE-8F89FAA582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0937" y="3834000"/>
            <a:ext cx="3825000" cy="4968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11" name="CHIFFRE">
            <a:extLst>
              <a:ext uri="{FF2B5EF4-FFF2-40B4-BE49-F238E27FC236}">
                <a16:creationId xmlns:a16="http://schemas.microsoft.com/office/drawing/2014/main" id="{C7A7A132-7B8C-A932-9419-F403EB4EFB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0937" y="4464000"/>
            <a:ext cx="3825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B54FF60C-45E8-2E8E-A0B8-BE889D6004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0937" y="5409000"/>
            <a:ext cx="3825000" cy="4968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186659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3 number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1268486"/>
            <a:ext cx="5849937" cy="490551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7" name="CHIFFRE">
            <a:extLst>
              <a:ext uri="{FF2B5EF4-FFF2-40B4-BE49-F238E27FC236}">
                <a16:creationId xmlns:a16="http://schemas.microsoft.com/office/drawing/2014/main" id="{43D65A28-CC70-8890-7014-7B62CC94AB1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0937" y="1314000"/>
            <a:ext cx="3825000" cy="810000"/>
          </a:xfrm>
          <a:solidFill>
            <a:schemeClr val="tx2"/>
          </a:solidFill>
          <a:effectLst>
            <a:innerShdw dist="6350" dir="16200000">
              <a:schemeClr val="tx1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86324C8E-165A-5801-FA12-576850D308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0937" y="2259000"/>
            <a:ext cx="3825000" cy="4950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8" name="CHIFFRE">
            <a:extLst>
              <a:ext uri="{FF2B5EF4-FFF2-40B4-BE49-F238E27FC236}">
                <a16:creationId xmlns:a16="http://schemas.microsoft.com/office/drawing/2014/main" id="{B8A812A8-7611-7A7A-A110-BEA62B047C3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20937" y="2889000"/>
            <a:ext cx="3825000" cy="810000"/>
          </a:xfrm>
          <a:solidFill>
            <a:schemeClr val="tx2"/>
          </a:solidFill>
          <a:effectLst>
            <a:innerShdw dist="6350" dir="16200000">
              <a:schemeClr val="tx1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CEC609DB-3589-B60C-7DEE-8F89FAA582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0937" y="3834000"/>
            <a:ext cx="3825000" cy="4968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11" name="CHIFFRE">
            <a:extLst>
              <a:ext uri="{FF2B5EF4-FFF2-40B4-BE49-F238E27FC236}">
                <a16:creationId xmlns:a16="http://schemas.microsoft.com/office/drawing/2014/main" id="{C7A7A132-7B8C-A932-9419-F403EB4EFB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0937" y="4464000"/>
            <a:ext cx="3825000" cy="810000"/>
          </a:xfrm>
          <a:solidFill>
            <a:schemeClr val="tx2"/>
          </a:solidFill>
          <a:effectLst>
            <a:innerShdw dist="6350" dir="16200000">
              <a:schemeClr val="tx1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B54FF60C-45E8-2E8E-A0B8-BE889D6004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0937" y="5409000"/>
            <a:ext cx="3825000" cy="4968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1486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JET">
            <a:extLst>
              <a:ext uri="{FF2B5EF4-FFF2-40B4-BE49-F238E27FC236}">
                <a16:creationId xmlns:a16="http://schemas.microsoft.com/office/drawing/2014/main" id="{A7F330EE-44CC-A530-1391-571A31FF16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E97324-7307-92EF-78A6-A4334229D7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1268486"/>
            <a:ext cx="11699875" cy="9360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7" name="CHIFFRE">
            <a:extLst>
              <a:ext uri="{FF2B5EF4-FFF2-40B4-BE49-F238E27FC236}">
                <a16:creationId xmlns:a16="http://schemas.microsoft.com/office/drawing/2014/main" id="{43D65A28-CC70-8890-7014-7B62CC94AB1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2349000"/>
            <a:ext cx="3780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86324C8E-165A-5801-FA12-576850D308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6063" y="3294000"/>
            <a:ext cx="3780000" cy="4950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8" name="CHIFFRE">
            <a:extLst>
              <a:ext uri="{FF2B5EF4-FFF2-40B4-BE49-F238E27FC236}">
                <a16:creationId xmlns:a16="http://schemas.microsoft.com/office/drawing/2014/main" id="{B8A812A8-7611-7A7A-A110-BEA62B047C3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206001" y="2349000"/>
            <a:ext cx="3780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CEC609DB-3589-B60C-7DEE-8F89FAA582F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06001" y="3294000"/>
            <a:ext cx="3780000" cy="4968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11" name="CHIFFRE">
            <a:extLst>
              <a:ext uri="{FF2B5EF4-FFF2-40B4-BE49-F238E27FC236}">
                <a16:creationId xmlns:a16="http://schemas.microsoft.com/office/drawing/2014/main" id="{C7A7A132-7B8C-A932-9419-F403EB4EFB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5939" y="2349000"/>
            <a:ext cx="3780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B54FF60C-45E8-2E8E-A0B8-BE889D60042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65939" y="3294000"/>
            <a:ext cx="3780000" cy="4968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13" name="CHIFFRE">
            <a:extLst>
              <a:ext uri="{FF2B5EF4-FFF2-40B4-BE49-F238E27FC236}">
                <a16:creationId xmlns:a16="http://schemas.microsoft.com/office/drawing/2014/main" id="{A6F1D73E-0BAF-2044-E2A8-4FE5B333581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6000" y="4419000"/>
            <a:ext cx="3780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5" name="Espace réservé du texte 7">
            <a:extLst>
              <a:ext uri="{FF2B5EF4-FFF2-40B4-BE49-F238E27FC236}">
                <a16:creationId xmlns:a16="http://schemas.microsoft.com/office/drawing/2014/main" id="{2D1106D0-DB64-8E71-CD6B-DED95C18D9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46000" y="5364000"/>
            <a:ext cx="3780000" cy="4950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14" name="CHIFFRE">
            <a:extLst>
              <a:ext uri="{FF2B5EF4-FFF2-40B4-BE49-F238E27FC236}">
                <a16:creationId xmlns:a16="http://schemas.microsoft.com/office/drawing/2014/main" id="{94EBE5BE-A3E9-1B5B-26BE-838E5A20786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05938" y="4419000"/>
            <a:ext cx="3780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6" name="Espace réservé du texte 7">
            <a:extLst>
              <a:ext uri="{FF2B5EF4-FFF2-40B4-BE49-F238E27FC236}">
                <a16:creationId xmlns:a16="http://schemas.microsoft.com/office/drawing/2014/main" id="{16E90CA1-6676-45B2-964A-F5A21B5862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05938" y="5364000"/>
            <a:ext cx="3780000" cy="4968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17" name="CHIFFRE">
            <a:extLst>
              <a:ext uri="{FF2B5EF4-FFF2-40B4-BE49-F238E27FC236}">
                <a16:creationId xmlns:a16="http://schemas.microsoft.com/office/drawing/2014/main" id="{1587ABFE-31DC-4BF9-20CC-0150D06803A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65876" y="4419000"/>
            <a:ext cx="3780000" cy="81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144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Number</a:t>
            </a:r>
          </a:p>
        </p:txBody>
      </p:sp>
      <p:sp>
        <p:nvSpPr>
          <p:cNvPr id="18" name="Espace réservé du texte 7">
            <a:extLst>
              <a:ext uri="{FF2B5EF4-FFF2-40B4-BE49-F238E27FC236}">
                <a16:creationId xmlns:a16="http://schemas.microsoft.com/office/drawing/2014/main" id="{8A151AAB-B80A-109E-F561-6B857CB5C0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65876" y="5364000"/>
            <a:ext cx="3780000" cy="496800"/>
          </a:xfrm>
        </p:spPr>
        <p:txBody>
          <a:bodyPr lIns="36000" tIns="0" rIns="36000" bIns="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</a:lstStyle>
          <a:p>
            <a:pPr lvl="0"/>
            <a:r>
              <a:rPr lang="en-CA"/>
              <a:t>Click to add text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300814-BCC8-14A7-5560-3D678B8ED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118831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presentation layou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Team presentation layouts</a:t>
            </a:r>
            <a:endParaRPr lang="en-CA" sz="13800"/>
          </a:p>
        </p:txBody>
      </p:sp>
    </p:spTree>
    <p:extLst>
      <p:ext uri="{BB962C8B-B14F-4D97-AF65-F5344CB8AC3E}">
        <p14:creationId xmlns:p14="http://schemas.microsoft.com/office/powerpoint/2010/main" val="3299509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JET">
            <a:extLst>
              <a:ext uri="{FF2B5EF4-FFF2-40B4-BE49-F238E27FC236}">
                <a16:creationId xmlns:a16="http://schemas.microsoft.com/office/drawing/2014/main" id="{723A56EB-490E-A77E-4C35-901B61ABC0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6" name="Titre 25">
            <a:extLst>
              <a:ext uri="{FF2B5EF4-FFF2-40B4-BE49-F238E27FC236}">
                <a16:creationId xmlns:a16="http://schemas.microsoft.com/office/drawing/2014/main" id="{14BEB8B9-22A3-B47B-1417-A342911371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2304562"/>
            <a:ext cx="2835275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and Last Name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2862ADEB-ACB7-D0B3-2E25-61F98DB9957F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6001" y="2934000"/>
            <a:ext cx="1844738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A7795D90-EA21-1E52-DC18-73B1E4850EFF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25674" y="2934000"/>
            <a:ext cx="855663" cy="314437"/>
          </a:xfrm>
        </p:spPr>
        <p:txBody>
          <a:bodyPr t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14" name="Espace réservé pour une image  7">
            <a:extLst>
              <a:ext uri="{FF2B5EF4-FFF2-40B4-BE49-F238E27FC236}">
                <a16:creationId xmlns:a16="http://schemas.microsoft.com/office/drawing/2014/main" id="{8D767F4C-3395-D48D-E856-DC32A90787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6000" y="3383786"/>
            <a:ext cx="2835275" cy="297021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200950" y="2304562"/>
            <a:ext cx="2835275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and Last Name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808B0D62-C3F5-9E68-9109-CB0DE0A22A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200888" y="2934000"/>
            <a:ext cx="1844738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3" name="Espace réservé du texte 4">
            <a:extLst>
              <a:ext uri="{FF2B5EF4-FFF2-40B4-BE49-F238E27FC236}">
                <a16:creationId xmlns:a16="http://schemas.microsoft.com/office/drawing/2014/main" id="{E2578C84-BEB5-796E-E5A2-973A449CBD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80561" y="2934000"/>
            <a:ext cx="855663" cy="314437"/>
          </a:xfrm>
        </p:spPr>
        <p:txBody>
          <a:bodyPr t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19E82D64-B1BA-3B47-5683-635956A3CE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200908" y="3383786"/>
            <a:ext cx="2835275" cy="297021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1523AC41-C734-999E-76D5-E390573C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55837" y="2304562"/>
            <a:ext cx="2835275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and Last Name</a:t>
            </a:r>
          </a:p>
        </p:txBody>
      </p:sp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F3E52925-6764-3A05-C478-621F127ABB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55775" y="2934000"/>
            <a:ext cx="1844738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04CF26B9-1B13-59D4-485B-430F4EA46EA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135448" y="2934000"/>
            <a:ext cx="855663" cy="314437"/>
          </a:xfrm>
        </p:spPr>
        <p:txBody>
          <a:bodyPr t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FA2E3619-F7D6-88F8-220B-DB9A2792DA6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155816" y="3383786"/>
            <a:ext cx="2835275" cy="297021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7" name="Espace réservé du texte 4">
            <a:extLst>
              <a:ext uri="{FF2B5EF4-FFF2-40B4-BE49-F238E27FC236}">
                <a16:creationId xmlns:a16="http://schemas.microsoft.com/office/drawing/2014/main" id="{18DDD3E1-89CF-B0C1-D667-2A4A17E3CF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10725" y="2304563"/>
            <a:ext cx="2835275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and Last Name</a:t>
            </a:r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B4E06671-31AB-ABE2-8C7B-054195B37C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10663" y="2934000"/>
            <a:ext cx="1844738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5" name="Espace réservé du texte 4">
            <a:extLst>
              <a:ext uri="{FF2B5EF4-FFF2-40B4-BE49-F238E27FC236}">
                <a16:creationId xmlns:a16="http://schemas.microsoft.com/office/drawing/2014/main" id="{6E43A982-F2A4-D0C0-7447-3DE32C4B64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090336" y="2934000"/>
            <a:ext cx="855663" cy="314437"/>
          </a:xfrm>
        </p:spPr>
        <p:txBody>
          <a:bodyPr tIns="0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10" name="Espace réservé pour une image  7">
            <a:extLst>
              <a:ext uri="{FF2B5EF4-FFF2-40B4-BE49-F238E27FC236}">
                <a16:creationId xmlns:a16="http://schemas.microsoft.com/office/drawing/2014/main" id="{BF1A22E3-19D8-7DDA-D704-B461BE291CC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110725" y="3383787"/>
            <a:ext cx="2835275" cy="2970213"/>
          </a:xfrm>
        </p:spPr>
        <p:txBody>
          <a:bodyPr bIns="972000" anchor="ctr"/>
          <a:lstStyle>
            <a:lvl1pPr algn="ctr">
              <a:defRPr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6000" y="6464920"/>
            <a:ext cx="359938" cy="223200"/>
          </a:xfrm>
        </p:spPr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6576359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JET">
            <a:extLst>
              <a:ext uri="{FF2B5EF4-FFF2-40B4-BE49-F238E27FC236}">
                <a16:creationId xmlns:a16="http://schemas.microsoft.com/office/drawing/2014/main" id="{723A56EB-490E-A77E-4C35-901B61ABC0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6" name="Titre 25">
            <a:extLst>
              <a:ext uri="{FF2B5EF4-FFF2-40B4-BE49-F238E27FC236}">
                <a16:creationId xmlns:a16="http://schemas.microsoft.com/office/drawing/2014/main" id="{14BEB8B9-22A3-B47B-1417-A342911371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14" name="Espace réservé pour une image  7">
            <a:extLst>
              <a:ext uri="{FF2B5EF4-FFF2-40B4-BE49-F238E27FC236}">
                <a16:creationId xmlns:a16="http://schemas.microsoft.com/office/drawing/2014/main" id="{8D767F4C-3395-D48D-E856-DC32A90787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6000" y="2304000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26064" y="23040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B10EDF22-7AF5-00DD-BE56-B74F5F4711B7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2226000" y="2484000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2862ADEB-ACB7-D0B3-2E25-61F98DB9957F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26064" y="2979000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A7795D90-EA21-1E52-DC18-73B1E4850EFF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26064" y="338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19E82D64-B1BA-3B47-5683-635956A3CE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183631" y="2304000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3695" y="23040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8C418635-4058-4BF7-D416-41B61C6A5DA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3695" y="2484000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808B0D62-C3F5-9E68-9109-CB0DE0A22A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63695" y="2979000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3" name="Espace réservé du texte 4">
            <a:extLst>
              <a:ext uri="{FF2B5EF4-FFF2-40B4-BE49-F238E27FC236}">
                <a16:creationId xmlns:a16="http://schemas.microsoft.com/office/drawing/2014/main" id="{E2578C84-BEB5-796E-E5A2-973A449CBD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63695" y="338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FA2E3619-F7D6-88F8-220B-DB9A2792DA6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21262" y="2304000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1523AC41-C734-999E-76D5-E390573C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01325" y="23040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28" name="Espace réservé du texte 4">
            <a:extLst>
              <a:ext uri="{FF2B5EF4-FFF2-40B4-BE49-F238E27FC236}">
                <a16:creationId xmlns:a16="http://schemas.microsoft.com/office/drawing/2014/main" id="{FC4CDD64-D1E8-8CA6-68E1-34C7E6DF3E4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01261" y="2484000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F3E52925-6764-3A05-C478-621F127ABB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01262" y="2979000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04CF26B9-1B13-59D4-485B-430F4EA46EA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01261" y="338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10" name="Espace réservé pour une image  7">
            <a:extLst>
              <a:ext uri="{FF2B5EF4-FFF2-40B4-BE49-F238E27FC236}">
                <a16:creationId xmlns:a16="http://schemas.microsoft.com/office/drawing/2014/main" id="{BF1A22E3-19D8-7DDA-D704-B461BE291CC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46000" y="4419601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7" name="Espace réservé du texte 4">
            <a:extLst>
              <a:ext uri="{FF2B5EF4-FFF2-40B4-BE49-F238E27FC236}">
                <a16:creationId xmlns:a16="http://schemas.microsoft.com/office/drawing/2014/main" id="{18DDD3E1-89CF-B0C1-D667-2A4A17E3CFD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226064" y="441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29" name="Espace réservé du texte 4">
            <a:extLst>
              <a:ext uri="{FF2B5EF4-FFF2-40B4-BE49-F238E27FC236}">
                <a16:creationId xmlns:a16="http://schemas.microsoft.com/office/drawing/2014/main" id="{E901D3F0-AEB9-A7D2-EB29-3720A83088B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26000" y="459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21" name="Espace réservé du texte 4">
            <a:extLst>
              <a:ext uri="{FF2B5EF4-FFF2-40B4-BE49-F238E27FC236}">
                <a16:creationId xmlns:a16="http://schemas.microsoft.com/office/drawing/2014/main" id="{B4E06671-31AB-ABE2-8C7B-054195B37C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26064" y="5093437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5" name="Espace réservé du texte 4">
            <a:extLst>
              <a:ext uri="{FF2B5EF4-FFF2-40B4-BE49-F238E27FC236}">
                <a16:creationId xmlns:a16="http://schemas.microsoft.com/office/drawing/2014/main" id="{6E43A982-F2A4-D0C0-7447-3DE32C4B64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26064" y="545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38" name="Espace réservé pour une image  7">
            <a:extLst>
              <a:ext uri="{FF2B5EF4-FFF2-40B4-BE49-F238E27FC236}">
                <a16:creationId xmlns:a16="http://schemas.microsoft.com/office/drawing/2014/main" id="{BB6D55BE-94C6-9685-28D9-FB4D0B16ECC4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183631" y="4419601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30" name="Espace réservé du texte 4">
            <a:extLst>
              <a:ext uri="{FF2B5EF4-FFF2-40B4-BE49-F238E27FC236}">
                <a16:creationId xmlns:a16="http://schemas.microsoft.com/office/drawing/2014/main" id="{F745C33A-0EE3-9797-75B5-7D9FF7C4AB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63695" y="441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FD70AFFD-C635-3F64-DFC0-35CD806C1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63695" y="459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31" name="Espace réservé du texte 4">
            <a:extLst>
              <a:ext uri="{FF2B5EF4-FFF2-40B4-BE49-F238E27FC236}">
                <a16:creationId xmlns:a16="http://schemas.microsoft.com/office/drawing/2014/main" id="{A87285A6-6B33-A1C3-2C67-F4AB937490C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63695" y="5093437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32" name="Espace réservé du texte 4">
            <a:extLst>
              <a:ext uri="{FF2B5EF4-FFF2-40B4-BE49-F238E27FC236}">
                <a16:creationId xmlns:a16="http://schemas.microsoft.com/office/drawing/2014/main" id="{1A285816-302D-877B-FE2F-AEF1E8C62E9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63695" y="545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39" name="Espace réservé pour une image  7">
            <a:extLst>
              <a:ext uri="{FF2B5EF4-FFF2-40B4-BE49-F238E27FC236}">
                <a16:creationId xmlns:a16="http://schemas.microsoft.com/office/drawing/2014/main" id="{640C9EE4-63BF-79EE-E790-D7511F34C1D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121262" y="4419601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FA4F8873-83C9-B9A5-F61E-BA496AEC528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102800" y="441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0C1EA6BB-8AF4-3796-36CC-8E517507A4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102736" y="459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35" name="Espace réservé du texte 4">
            <a:extLst>
              <a:ext uri="{FF2B5EF4-FFF2-40B4-BE49-F238E27FC236}">
                <a16:creationId xmlns:a16="http://schemas.microsoft.com/office/drawing/2014/main" id="{F1D42285-AAC7-9C68-A5FD-EB345E98B66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02800" y="5093437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36" name="Espace réservé du texte 4">
            <a:extLst>
              <a:ext uri="{FF2B5EF4-FFF2-40B4-BE49-F238E27FC236}">
                <a16:creationId xmlns:a16="http://schemas.microsoft.com/office/drawing/2014/main" id="{8A0111BD-30F2-7E41-2425-2446FD443C1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102800" y="545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6000" y="6464920"/>
            <a:ext cx="359938" cy="223200"/>
          </a:xfrm>
        </p:spPr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185406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people + hierarc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JET">
            <a:extLst>
              <a:ext uri="{FF2B5EF4-FFF2-40B4-BE49-F238E27FC236}">
                <a16:creationId xmlns:a16="http://schemas.microsoft.com/office/drawing/2014/main" id="{723A56EB-490E-A77E-4C35-901B61ABC0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6" name="Titre 25">
            <a:extLst>
              <a:ext uri="{FF2B5EF4-FFF2-40B4-BE49-F238E27FC236}">
                <a16:creationId xmlns:a16="http://schemas.microsoft.com/office/drawing/2014/main" id="{14BEB8B9-22A3-B47B-1417-A342911371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14" name="Espace réservé pour une image  7">
            <a:extLst>
              <a:ext uri="{FF2B5EF4-FFF2-40B4-BE49-F238E27FC236}">
                <a16:creationId xmlns:a16="http://schemas.microsoft.com/office/drawing/2014/main" id="{8D767F4C-3395-D48D-E856-DC32A907876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46000" y="2304000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26064" y="23040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B10EDF22-7AF5-00DD-BE56-B74F5F4711B7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2226000" y="2484000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2862ADEB-ACB7-D0B3-2E25-61F98DB9957F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26064" y="2979000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A7795D90-EA21-1E52-DC18-73B1E4850EFF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26064" y="338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15" name="Espace réservé pour une image  7">
            <a:extLst>
              <a:ext uri="{FF2B5EF4-FFF2-40B4-BE49-F238E27FC236}">
                <a16:creationId xmlns:a16="http://schemas.microsoft.com/office/drawing/2014/main" id="{19E82D64-B1BA-3B47-5683-635956A3CE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183631" y="2304000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3695" y="23040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8C418635-4058-4BF7-D416-41B61C6A5DA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63695" y="2484000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19" name="Espace réservé du texte 4">
            <a:extLst>
              <a:ext uri="{FF2B5EF4-FFF2-40B4-BE49-F238E27FC236}">
                <a16:creationId xmlns:a16="http://schemas.microsoft.com/office/drawing/2014/main" id="{808B0D62-C3F5-9E68-9109-CB0DE0A22A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63695" y="2979000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3" name="Espace réservé du texte 4">
            <a:extLst>
              <a:ext uri="{FF2B5EF4-FFF2-40B4-BE49-F238E27FC236}">
                <a16:creationId xmlns:a16="http://schemas.microsoft.com/office/drawing/2014/main" id="{E2578C84-BEB5-796E-E5A2-973A449CBD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63695" y="338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4" name="Espace réservé pour une image  7">
            <a:extLst>
              <a:ext uri="{FF2B5EF4-FFF2-40B4-BE49-F238E27FC236}">
                <a16:creationId xmlns:a16="http://schemas.microsoft.com/office/drawing/2014/main" id="{FA2E3619-F7D6-88F8-220B-DB9A2792DA6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21262" y="2304000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2" name="Espace réservé du texte 4">
            <a:extLst>
              <a:ext uri="{FF2B5EF4-FFF2-40B4-BE49-F238E27FC236}">
                <a16:creationId xmlns:a16="http://schemas.microsoft.com/office/drawing/2014/main" id="{1523AC41-C734-999E-76D5-E390573CEEB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01325" y="23040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28" name="Espace réservé du texte 4">
            <a:extLst>
              <a:ext uri="{FF2B5EF4-FFF2-40B4-BE49-F238E27FC236}">
                <a16:creationId xmlns:a16="http://schemas.microsoft.com/office/drawing/2014/main" id="{FC4CDD64-D1E8-8CA6-68E1-34C7E6DF3E4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101261" y="2484000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F3E52925-6764-3A05-C478-621F127ABB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01262" y="2979000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24" name="Espace réservé du texte 4">
            <a:extLst>
              <a:ext uri="{FF2B5EF4-FFF2-40B4-BE49-F238E27FC236}">
                <a16:creationId xmlns:a16="http://schemas.microsoft.com/office/drawing/2014/main" id="{04CF26B9-1B13-59D4-485B-430F4EA46EA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101261" y="338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38" name="Espace réservé pour une image  7">
            <a:extLst>
              <a:ext uri="{FF2B5EF4-FFF2-40B4-BE49-F238E27FC236}">
                <a16:creationId xmlns:a16="http://schemas.microsoft.com/office/drawing/2014/main" id="{BB6D55BE-94C6-9685-28D9-FB4D0B16ECC4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4183631" y="4419601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30" name="Espace réservé du texte 4">
            <a:extLst>
              <a:ext uri="{FF2B5EF4-FFF2-40B4-BE49-F238E27FC236}">
                <a16:creationId xmlns:a16="http://schemas.microsoft.com/office/drawing/2014/main" id="{F745C33A-0EE3-9797-75B5-7D9FF7C4ABA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63695" y="441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33" name="Espace réservé du texte 4">
            <a:extLst>
              <a:ext uri="{FF2B5EF4-FFF2-40B4-BE49-F238E27FC236}">
                <a16:creationId xmlns:a16="http://schemas.microsoft.com/office/drawing/2014/main" id="{FD70AFFD-C635-3F64-DFC0-35CD806C1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63695" y="459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31" name="Espace réservé du texte 4">
            <a:extLst>
              <a:ext uri="{FF2B5EF4-FFF2-40B4-BE49-F238E27FC236}">
                <a16:creationId xmlns:a16="http://schemas.microsoft.com/office/drawing/2014/main" id="{A87285A6-6B33-A1C3-2C67-F4AB937490C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63695" y="5093437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32" name="Espace réservé du texte 4">
            <a:extLst>
              <a:ext uri="{FF2B5EF4-FFF2-40B4-BE49-F238E27FC236}">
                <a16:creationId xmlns:a16="http://schemas.microsoft.com/office/drawing/2014/main" id="{1A285816-302D-877B-FE2F-AEF1E8C62E9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63695" y="545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39" name="Espace réservé pour une image  7">
            <a:extLst>
              <a:ext uri="{FF2B5EF4-FFF2-40B4-BE49-F238E27FC236}">
                <a16:creationId xmlns:a16="http://schemas.microsoft.com/office/drawing/2014/main" id="{640C9EE4-63BF-79EE-E790-D7511F34C1DD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121262" y="4419601"/>
            <a:ext cx="1844739" cy="1934399"/>
          </a:xfrm>
        </p:spPr>
        <p:txBody>
          <a:bodyPr bIns="972000" anchor="t"/>
          <a:lstStyle>
            <a:lvl1pPr algn="ctr">
              <a:defRPr sz="1400"/>
            </a:lvl1pPr>
          </a:lstStyle>
          <a:p>
            <a:r>
              <a:rPr lang="en-CA"/>
              <a:t>Click the icon to add a photo</a:t>
            </a:r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FA4F8873-83C9-B9A5-F61E-BA496AEC528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102800" y="441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First name</a:t>
            </a:r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0C1EA6BB-8AF4-3796-36CC-8E517507A4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102736" y="4599601"/>
            <a:ext cx="1800000" cy="180000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Last name</a:t>
            </a:r>
          </a:p>
        </p:txBody>
      </p:sp>
      <p:sp>
        <p:nvSpPr>
          <p:cNvPr id="35" name="Espace réservé du texte 4">
            <a:extLst>
              <a:ext uri="{FF2B5EF4-FFF2-40B4-BE49-F238E27FC236}">
                <a16:creationId xmlns:a16="http://schemas.microsoft.com/office/drawing/2014/main" id="{F1D42285-AAC7-9C68-A5FD-EB345E98B66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102800" y="5093437"/>
            <a:ext cx="1800000" cy="314437"/>
          </a:xfr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Title</a:t>
            </a:r>
          </a:p>
        </p:txBody>
      </p:sp>
      <p:sp>
        <p:nvSpPr>
          <p:cNvPr id="36" name="Espace réservé du texte 4">
            <a:extLst>
              <a:ext uri="{FF2B5EF4-FFF2-40B4-BE49-F238E27FC236}">
                <a16:creationId xmlns:a16="http://schemas.microsoft.com/office/drawing/2014/main" id="{8A0111BD-30F2-7E41-2425-2446FD443C1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102800" y="5454563"/>
            <a:ext cx="1800000" cy="314437"/>
          </a:xfrm>
        </p:spPr>
        <p:txBody>
          <a:bodyPr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# years of experience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6000" y="6464920"/>
            <a:ext cx="359938" cy="223200"/>
          </a:xfrm>
        </p:spPr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4BD92A40-44EA-8128-DED2-225D608A6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6063" y="4419600"/>
            <a:ext cx="38592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F244266F-92AD-FBDB-D88B-A9D9E8BC6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104847" y="2304000"/>
            <a:ext cx="0" cy="405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8A3A6282-67B1-A817-D5AA-44DC67AA0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042479" y="2304000"/>
            <a:ext cx="0" cy="4050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938627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ther layou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Other layouts</a:t>
            </a:r>
          </a:p>
        </p:txBody>
      </p:sp>
    </p:spTree>
    <p:extLst>
      <p:ext uri="{BB962C8B-B14F-4D97-AF65-F5344CB8AC3E}">
        <p14:creationId xmlns:p14="http://schemas.microsoft.com/office/powerpoint/2010/main" val="4076630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3B98DAA8-071F-8ED7-CF1B-D40504DD5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endParaRPr lang="en-CA"/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4279C3A8-7A05-86BD-E119-B6F58A533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78823" y="6464920"/>
            <a:ext cx="2204937" cy="2232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CA" sz="800">
                <a:solidFill>
                  <a:schemeClr val="tx1"/>
                </a:solidFill>
              </a:rPr>
              <a:t>National Bank</a:t>
            </a:r>
          </a:p>
        </p:txBody>
      </p:sp>
      <p:sp>
        <p:nvSpPr>
          <p:cNvPr id="8" name="SUJET">
            <a:extLst>
              <a:ext uri="{FF2B5EF4-FFF2-40B4-BE49-F238E27FC236}">
                <a16:creationId xmlns:a16="http://schemas.microsoft.com/office/drawing/2014/main" id="{C011188E-AB6E-B7FF-B3A1-225DF6369A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355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E280B6-F7AC-A796-AA2A-BF994A25AA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3999"/>
            <a:ext cx="3554937" cy="5940763"/>
          </a:xfrm>
        </p:spPr>
        <p:txBody>
          <a:bodyPr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7749EC-42B2-CEE5-9D95-572D91A3BC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96000" y="414000"/>
            <a:ext cx="7649938" cy="5940763"/>
          </a:xfrm>
        </p:spPr>
        <p:txBody>
          <a:bodyPr lIns="0" tIns="198000" rIns="0" bIns="198000"/>
          <a:lstStyle>
            <a:lvl1pPr>
              <a:defRPr/>
            </a:lvl1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046CAA4-59E5-FA78-23DC-EF35D4F8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E07E85-8138-0B06-9C07-559CC2D5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063183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were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1313486"/>
            <a:ext cx="5714937" cy="93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5" name="Espace réservé du contenu 5">
            <a:extLst>
              <a:ext uri="{FF2B5EF4-FFF2-40B4-BE49-F238E27FC236}">
                <a16:creationId xmlns:a16="http://schemas.microsoft.com/office/drawing/2014/main" id="{EE4ED9E4-1ABB-9FFB-0DF6-75830D747E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46063" y="2484000"/>
            <a:ext cx="11699875" cy="3870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552147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Lowered 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1313486"/>
            <a:ext cx="5714937" cy="93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5" name="Espace réservé du contenu 5">
            <a:extLst>
              <a:ext uri="{FF2B5EF4-FFF2-40B4-BE49-F238E27FC236}">
                <a16:creationId xmlns:a16="http://schemas.microsoft.com/office/drawing/2014/main" id="{EE4ED9E4-1ABB-9FFB-0DF6-75830D747E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46063" y="2484000"/>
            <a:ext cx="11699875" cy="3870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4555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5716800" cy="945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138" y="1314000"/>
            <a:ext cx="5716800" cy="945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5" name="Espace réservé du contenu 5">
            <a:extLst>
              <a:ext uri="{FF2B5EF4-FFF2-40B4-BE49-F238E27FC236}">
                <a16:creationId xmlns:a16="http://schemas.microsoft.com/office/drawing/2014/main" id="{EE4ED9E4-1ABB-9FFB-0DF6-75830D747E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46063" y="2484000"/>
            <a:ext cx="11699875" cy="3870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989358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_3 block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314000"/>
            <a:ext cx="5716800" cy="945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138" y="1314000"/>
            <a:ext cx="5716800" cy="945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</p:txBody>
      </p:sp>
      <p:sp>
        <p:nvSpPr>
          <p:cNvPr id="5" name="Espace réservé du contenu 5">
            <a:extLst>
              <a:ext uri="{FF2B5EF4-FFF2-40B4-BE49-F238E27FC236}">
                <a16:creationId xmlns:a16="http://schemas.microsoft.com/office/drawing/2014/main" id="{EE4ED9E4-1ABB-9FFB-0DF6-75830D747E99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246063" y="2484000"/>
            <a:ext cx="11699875" cy="3870000"/>
          </a:xfrm>
          <a:noFill/>
          <a:effectLst/>
        </p:spPr>
        <p:txBody>
          <a:bodyPr tIns="72000" bIns="7200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220363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402200"/>
            <a:ext cx="5716800" cy="238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138" y="1402200"/>
            <a:ext cx="5716800" cy="238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79671C13-D1A7-D2D6-4CB7-A849EBEBF80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46000" y="3969000"/>
            <a:ext cx="5716800" cy="238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E85BE0D7-62F6-6EB9-FFE6-AEFBDC66A9C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29075" y="3969000"/>
            <a:ext cx="5716800" cy="238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722776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locks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JET">
            <a:extLst>
              <a:ext uri="{FF2B5EF4-FFF2-40B4-BE49-F238E27FC236}">
                <a16:creationId xmlns:a16="http://schemas.microsoft.com/office/drawing/2014/main" id="{381DB005-D543-1739-C4AB-F49BCF1E81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CDB59CF-28B4-28B5-780C-BF63A0CD0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add a headline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951E8C-216B-5C63-F549-5696DD050F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246063" y="1402200"/>
            <a:ext cx="5716800" cy="202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CCBB23-F536-8A45-30A2-41B81DAF8A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29138" y="1402200"/>
            <a:ext cx="5716800" cy="202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79671C13-D1A7-D2D6-4CB7-A849EBEBF80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46000" y="3562200"/>
            <a:ext cx="5716800" cy="202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E85BE0D7-62F6-6EB9-FFE6-AEFBDC66A9C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29075" y="3562200"/>
            <a:ext cx="5716800" cy="20268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600"/>
            </a:lvl4pPr>
            <a:lvl5pPr>
              <a:defRPr sz="20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BOÎTE DE MESSAGE">
            <a:extLst>
              <a:ext uri="{FF2B5EF4-FFF2-40B4-BE49-F238E27FC236}">
                <a16:creationId xmlns:a16="http://schemas.microsoft.com/office/drawing/2014/main" id="{DD418A2F-4DD4-E10C-AECF-0D05D97AAE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AE67C5-ED6B-38F3-CCA5-A9464789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4F48AD9-BF87-AD83-8CFE-D482CA2DC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207347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locks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1854000"/>
            <a:ext cx="5716800" cy="19350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9138" y="140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9138" y="1854000"/>
            <a:ext cx="5716800" cy="19350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2D6471D6-FDF7-F2F5-A8CF-E0D23EE87301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46000" y="3969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85F16803-F344-1966-8862-4C9848BC745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46000" y="4419000"/>
            <a:ext cx="5716800" cy="19350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14BC1B82-762D-DBAE-C324-363437DBA6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9075" y="3969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12" name="Espace réservé du contenu 5">
            <a:extLst>
              <a:ext uri="{FF2B5EF4-FFF2-40B4-BE49-F238E27FC236}">
                <a16:creationId xmlns:a16="http://schemas.microsoft.com/office/drawing/2014/main" id="{C86A0315-79A4-A409-36C4-7465AA165A8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29075" y="4419000"/>
            <a:ext cx="5716800" cy="19350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104514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locks with title +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1854000"/>
            <a:ext cx="5716800" cy="1573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9138" y="140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9138" y="1854000"/>
            <a:ext cx="5716800" cy="1573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2D6471D6-FDF7-F2F5-A8CF-E0D23EE87301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46000" y="356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85F16803-F344-1966-8862-4C9848BC745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46000" y="4014000"/>
            <a:ext cx="5716800" cy="1573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14BC1B82-762D-DBAE-C324-363437DBA6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9075" y="356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12" name="Espace réservé du contenu 5">
            <a:extLst>
              <a:ext uri="{FF2B5EF4-FFF2-40B4-BE49-F238E27FC236}">
                <a16:creationId xmlns:a16="http://schemas.microsoft.com/office/drawing/2014/main" id="{C86A0315-79A4-A409-36C4-7465AA165A8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29075" y="4014000"/>
            <a:ext cx="5716800" cy="1573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4" name="BOÎTE DE MESSAGE">
            <a:extLst>
              <a:ext uri="{FF2B5EF4-FFF2-40B4-BE49-F238E27FC236}">
                <a16:creationId xmlns:a16="http://schemas.microsoft.com/office/drawing/2014/main" id="{5B9C9207-0C84-AAA0-899B-2BDBEEB728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062" y="5724000"/>
            <a:ext cx="11700000" cy="630000"/>
          </a:xfr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645280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4 blocks with title +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JET">
            <a:extLst>
              <a:ext uri="{FF2B5EF4-FFF2-40B4-BE49-F238E27FC236}">
                <a16:creationId xmlns:a16="http://schemas.microsoft.com/office/drawing/2014/main" id="{1EB4CD61-4E34-17E6-55AC-EBFFB91C77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CF669966-B637-42E1-99CB-17298981C1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063" y="414000"/>
            <a:ext cx="11699875" cy="765514"/>
          </a:xfrm>
        </p:spPr>
        <p:txBody>
          <a:bodyPr/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86BD1F-0A1D-D9F7-2AF2-C63A92897F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46063" y="140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37B4DAF-B67C-D7BA-6BFB-26613C146AB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6063" y="1854000"/>
            <a:ext cx="5716800" cy="1573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B027BF-65B8-826D-E0F9-96429F775072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29138" y="140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F8DBA5-8B75-4F1B-88ED-459D83C98A53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29138" y="1854000"/>
            <a:ext cx="5716800" cy="1573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2" name="Espace réservé du texte 2">
            <a:extLst>
              <a:ext uri="{FF2B5EF4-FFF2-40B4-BE49-F238E27FC236}">
                <a16:creationId xmlns:a16="http://schemas.microsoft.com/office/drawing/2014/main" id="{2D6471D6-FDF7-F2F5-A8CF-E0D23EE87301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246000" y="356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85F16803-F344-1966-8862-4C9848BC745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246000" y="4014000"/>
            <a:ext cx="5716800" cy="1573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1" name="Espace réservé du texte 4">
            <a:extLst>
              <a:ext uri="{FF2B5EF4-FFF2-40B4-BE49-F238E27FC236}">
                <a16:creationId xmlns:a16="http://schemas.microsoft.com/office/drawing/2014/main" id="{14BC1B82-762D-DBAE-C324-363437DBA6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9075" y="3564000"/>
            <a:ext cx="5716800" cy="360000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add a useful message</a:t>
            </a:r>
          </a:p>
        </p:txBody>
      </p:sp>
      <p:sp>
        <p:nvSpPr>
          <p:cNvPr id="12" name="Espace réservé du contenu 5">
            <a:extLst>
              <a:ext uri="{FF2B5EF4-FFF2-40B4-BE49-F238E27FC236}">
                <a16:creationId xmlns:a16="http://schemas.microsoft.com/office/drawing/2014/main" id="{C86A0315-79A4-A409-36C4-7465AA165A8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29075" y="4014000"/>
            <a:ext cx="5716800" cy="1573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400"/>
            </a:lvl4pPr>
            <a:lvl5pPr>
              <a:defRPr sz="1800"/>
            </a:lvl5pPr>
          </a:lstStyle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14" name="BOÎTE DE MESSAGE">
            <a:extLst>
              <a:ext uri="{FF2B5EF4-FFF2-40B4-BE49-F238E27FC236}">
                <a16:creationId xmlns:a16="http://schemas.microsoft.com/office/drawing/2014/main" id="{5B9C9207-0C84-AAA0-899B-2BDBEEB728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062" y="5724000"/>
            <a:ext cx="11700000" cy="630000"/>
          </a:xfrm>
          <a:solidFill>
            <a:schemeClr val="bg2"/>
          </a:solidFill>
          <a:effectLst>
            <a:innerShdw dist="6350" dir="16200000">
              <a:prstClr val="black"/>
            </a:innerShdw>
          </a:effectLst>
        </p:spPr>
        <p:txBody>
          <a:bodyPr tIns="72000"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edit the text in the message box</a:t>
            </a:r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BC59D39-C5EC-68B5-A618-27094EED2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B94AD47-1E94-8F3E-D0FD-3E67829A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7328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JET">
            <a:extLst>
              <a:ext uri="{FF2B5EF4-FFF2-40B4-BE49-F238E27FC236}">
                <a16:creationId xmlns:a16="http://schemas.microsoft.com/office/drawing/2014/main" id="{21A7CD8D-44F7-02ED-5C49-973741014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9567728D-28A1-A027-FFDC-C0516C4971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add “Conclusion”, “In summary” or another message</a:t>
            </a:r>
          </a:p>
        </p:txBody>
      </p:sp>
      <p:sp>
        <p:nvSpPr>
          <p:cNvPr id="2" name="Espace réservé du texte 8">
            <a:extLst>
              <a:ext uri="{FF2B5EF4-FFF2-40B4-BE49-F238E27FC236}">
                <a16:creationId xmlns:a16="http://schemas.microsoft.com/office/drawing/2014/main" id="{D62F8259-EBA7-95DD-3A5A-55E62D36D39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245587" y="1313999"/>
            <a:ext cx="11700351" cy="894313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21600" bIns="0" anchor="t"/>
          <a:lstStyle>
            <a:lvl1pPr>
              <a:lnSpc>
                <a:spcPct val="90000"/>
              </a:lnSpc>
              <a:spcBef>
                <a:spcPts val="0"/>
              </a:spcBef>
              <a:buNone/>
              <a:defRPr sz="5400" spc="-1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13" name="Espace réservé du texte 9">
            <a:extLst>
              <a:ext uri="{FF2B5EF4-FFF2-40B4-BE49-F238E27FC236}">
                <a16:creationId xmlns:a16="http://schemas.microsoft.com/office/drawing/2014/main" id="{ED1D820B-AD44-0673-3D10-BC4E2E37F8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75288" y="1316081"/>
            <a:ext cx="10170650" cy="894313"/>
          </a:xfrm>
          <a:noFill/>
          <a:effectLst/>
        </p:spPr>
        <p:txBody>
          <a:bodyPr tIns="72000" bIns="0" anchor="t"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add a first key takeaway</a:t>
            </a:r>
          </a:p>
        </p:txBody>
      </p:sp>
      <p:sp>
        <p:nvSpPr>
          <p:cNvPr id="3" name="Espace réservé du texte 8">
            <a:extLst>
              <a:ext uri="{FF2B5EF4-FFF2-40B4-BE49-F238E27FC236}">
                <a16:creationId xmlns:a16="http://schemas.microsoft.com/office/drawing/2014/main" id="{97B4B451-08A6-706C-B55D-63976681FB6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246000" y="2348999"/>
            <a:ext cx="11700351" cy="894313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21600" bIns="0" anchor="t"/>
          <a:lstStyle>
            <a:lvl1pPr>
              <a:lnSpc>
                <a:spcPct val="90000"/>
              </a:lnSpc>
              <a:spcBef>
                <a:spcPts val="0"/>
              </a:spcBef>
              <a:buNone/>
              <a:defRPr sz="5400" spc="-1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17" name="Espace réservé du texte 9">
            <a:extLst>
              <a:ext uri="{FF2B5EF4-FFF2-40B4-BE49-F238E27FC236}">
                <a16:creationId xmlns:a16="http://schemas.microsoft.com/office/drawing/2014/main" id="{5DE132D2-0035-8F31-5B6D-200C9C5DCB8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75288" y="2350561"/>
            <a:ext cx="10170650" cy="894313"/>
          </a:xfrm>
          <a:noFill/>
          <a:effectLst/>
        </p:spPr>
        <p:txBody>
          <a:bodyPr tIns="72000" bIns="0" anchor="t"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add a second key takeaway</a:t>
            </a:r>
          </a:p>
        </p:txBody>
      </p:sp>
      <p:sp>
        <p:nvSpPr>
          <p:cNvPr id="4" name="Espace réservé du texte 8">
            <a:extLst>
              <a:ext uri="{FF2B5EF4-FFF2-40B4-BE49-F238E27FC236}">
                <a16:creationId xmlns:a16="http://schemas.microsoft.com/office/drawing/2014/main" id="{1E832136-0676-3CFD-B440-A6D0A0B6A8EE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246000" y="3383999"/>
            <a:ext cx="11700351" cy="894313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21600" bIns="0" anchor="t"/>
          <a:lstStyle>
            <a:lvl1pPr>
              <a:lnSpc>
                <a:spcPct val="90000"/>
              </a:lnSpc>
              <a:spcBef>
                <a:spcPts val="0"/>
              </a:spcBef>
              <a:buNone/>
              <a:defRPr sz="5400" spc="-1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1" name="Espace réservé du texte 9">
            <a:extLst>
              <a:ext uri="{FF2B5EF4-FFF2-40B4-BE49-F238E27FC236}">
                <a16:creationId xmlns:a16="http://schemas.microsoft.com/office/drawing/2014/main" id="{3C8A679E-4138-FA25-4D7D-8A86FF977A8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76000" y="3385041"/>
            <a:ext cx="10170650" cy="894313"/>
          </a:xfrm>
          <a:noFill/>
          <a:effectLst/>
        </p:spPr>
        <p:txBody>
          <a:bodyPr tIns="72000" bIns="0" anchor="t"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add a third key takeaway</a:t>
            </a:r>
          </a:p>
        </p:txBody>
      </p:sp>
      <p:sp>
        <p:nvSpPr>
          <p:cNvPr id="6" name="Espace réservé du texte 8">
            <a:extLst>
              <a:ext uri="{FF2B5EF4-FFF2-40B4-BE49-F238E27FC236}">
                <a16:creationId xmlns:a16="http://schemas.microsoft.com/office/drawing/2014/main" id="{29AF0A02-3037-4F1F-F44A-2B5A1497D79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5587" y="4418999"/>
            <a:ext cx="11700351" cy="894313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21600" bIns="0" anchor="t"/>
          <a:lstStyle>
            <a:lvl1pPr>
              <a:lnSpc>
                <a:spcPct val="90000"/>
              </a:lnSpc>
              <a:spcBef>
                <a:spcPts val="0"/>
              </a:spcBef>
              <a:buNone/>
              <a:defRPr sz="5400" spc="-1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25" name="Espace réservé du texte 9">
            <a:extLst>
              <a:ext uri="{FF2B5EF4-FFF2-40B4-BE49-F238E27FC236}">
                <a16:creationId xmlns:a16="http://schemas.microsoft.com/office/drawing/2014/main" id="{4912813F-9796-67D8-245A-2B601D4A08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76000" y="4419521"/>
            <a:ext cx="10170650" cy="894313"/>
          </a:xfrm>
          <a:noFill/>
          <a:effectLst/>
        </p:spPr>
        <p:txBody>
          <a:bodyPr tIns="72000" bIns="0" anchor="t"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add a fourth key takeaway</a:t>
            </a:r>
          </a:p>
        </p:txBody>
      </p:sp>
      <p:sp>
        <p:nvSpPr>
          <p:cNvPr id="7" name="Espace réservé du texte 8">
            <a:extLst>
              <a:ext uri="{FF2B5EF4-FFF2-40B4-BE49-F238E27FC236}">
                <a16:creationId xmlns:a16="http://schemas.microsoft.com/office/drawing/2014/main" id="{D4FF912E-FFBF-B68E-147F-8B210909EE4B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246000" y="5454000"/>
            <a:ext cx="11700351" cy="894313"/>
          </a:xfrm>
          <a:solidFill>
            <a:schemeClr val="tx2"/>
          </a:solidFill>
          <a:effectLst>
            <a:innerShdw dist="6350" dir="16200000">
              <a:prstClr val="black"/>
            </a:innerShdw>
          </a:effectLst>
        </p:spPr>
        <p:txBody>
          <a:bodyPr tIns="21600" bIns="0" anchor="t"/>
          <a:lstStyle>
            <a:lvl1pPr>
              <a:lnSpc>
                <a:spcPct val="90000"/>
              </a:lnSpc>
              <a:spcBef>
                <a:spcPts val="0"/>
              </a:spcBef>
              <a:buNone/>
              <a:defRPr sz="5400" spc="-15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CA"/>
              <a:t>##</a:t>
            </a:r>
          </a:p>
        </p:txBody>
      </p:sp>
      <p:sp>
        <p:nvSpPr>
          <p:cNvPr id="9" name="Espace réservé du texte 9">
            <a:extLst>
              <a:ext uri="{FF2B5EF4-FFF2-40B4-BE49-F238E27FC236}">
                <a16:creationId xmlns:a16="http://schemas.microsoft.com/office/drawing/2014/main" id="{52BB82EF-ACCD-872C-E0B5-8FE445F67D9D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776413" y="5454000"/>
            <a:ext cx="10170650" cy="894313"/>
          </a:xfrm>
          <a:noFill/>
          <a:effectLst/>
        </p:spPr>
        <p:txBody>
          <a:bodyPr tIns="72000" bIns="0" anchor="t"/>
          <a:lstStyle>
            <a:lvl1pPr>
              <a:lnSpc>
                <a:spcPct val="9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CA"/>
              <a:t>Click to add a fifth key takeaway</a:t>
            </a:r>
          </a:p>
        </p:txBody>
      </p:sp>
      <p:sp>
        <p:nvSpPr>
          <p:cNvPr id="63" name="Espace réservé du pied de page 62">
            <a:extLst>
              <a:ext uri="{FF2B5EF4-FFF2-40B4-BE49-F238E27FC236}">
                <a16:creationId xmlns:a16="http://schemas.microsoft.com/office/drawing/2014/main" id="{B11FD893-0ECD-C569-7734-4136F788E406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4" name="Espace réservé du numéro de diapositive 63">
            <a:extLst>
              <a:ext uri="{FF2B5EF4-FFF2-40B4-BE49-F238E27FC236}">
                <a16:creationId xmlns:a16="http://schemas.microsoft.com/office/drawing/2014/main" id="{AE510988-DE02-5DB0-82D4-38C65EFFDF7D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8420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re template instru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11500"/>
              <a:t>More template instructions</a:t>
            </a:r>
          </a:p>
        </p:txBody>
      </p:sp>
    </p:spTree>
    <p:extLst>
      <p:ext uri="{BB962C8B-B14F-4D97-AF65-F5344CB8AC3E}">
        <p14:creationId xmlns:p14="http://schemas.microsoft.com/office/powerpoint/2010/main" val="9568823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alth Management colour pale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UJET">
            <a:extLst>
              <a:ext uri="{FF2B5EF4-FFF2-40B4-BE49-F238E27FC236}">
                <a16:creationId xmlns:a16="http://schemas.microsoft.com/office/drawing/2014/main" id="{32BC883D-5547-85E9-6984-831384F067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6FDEBB-7D4D-36B4-D48D-E5618E05DFBB}"/>
              </a:ext>
            </a:extLst>
          </p:cNvPr>
          <p:cNvSpPr/>
          <p:nvPr userDrawn="1"/>
        </p:nvSpPr>
        <p:spPr bwMode="auto">
          <a:xfrm>
            <a:off x="246000" y="413999"/>
            <a:ext cx="11699938" cy="7655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45720" rIns="7200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CA" sz="2800" b="0" i="0" noProof="0">
                <a:solidFill>
                  <a:schemeClr val="accent1"/>
                </a:solidFill>
                <a:latin typeface="+mn-lt"/>
                <a:cs typeface="+mn-cs"/>
              </a:rPr>
              <a:t>Wealth Management subsidiaries colours </a:t>
            </a:r>
            <a:r>
              <a:rPr lang="en-CA" sz="2800" b="0" i="0" noProof="0">
                <a:solidFill>
                  <a:schemeClr val="tx1"/>
                </a:solidFill>
                <a:latin typeface="+mn-lt"/>
                <a:cs typeface="+mn-cs"/>
              </a:rPr>
              <a:t>are programmed </a:t>
            </a:r>
            <a:br>
              <a:rPr lang="en-CA" sz="2800" b="0" i="0" noProof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CA" sz="2800" b="0" i="0" noProof="0">
                <a:solidFill>
                  <a:schemeClr val="tx1"/>
                </a:solidFill>
                <a:latin typeface="+mn-lt"/>
                <a:cs typeface="+mn-cs"/>
              </a:rPr>
              <a:t>in the template and accessible through all colour menus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5EBCB9-05C4-2578-C62E-166FB77FE464}"/>
              </a:ext>
            </a:extLst>
          </p:cNvPr>
          <p:cNvSpPr/>
          <p:nvPr userDrawn="1"/>
        </p:nvSpPr>
        <p:spPr>
          <a:xfrm>
            <a:off x="246000" y="1314000"/>
            <a:ext cx="3555000" cy="39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>
              <a:spcBef>
                <a:spcPts val="0"/>
              </a:spcBef>
            </a:pPr>
            <a:r>
              <a:rPr lang="en-CA" sz="2000">
                <a:solidFill>
                  <a:schemeClr val="tx1"/>
                </a:solidFill>
              </a:rPr>
              <a:t>Main colours (RGB)</a:t>
            </a:r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D997C455-73E7-A055-340C-530E5A554482}"/>
              </a:ext>
            </a:extLst>
          </p:cNvPr>
          <p:cNvGrpSpPr/>
          <p:nvPr userDrawn="1"/>
        </p:nvGrpSpPr>
        <p:grpSpPr>
          <a:xfrm>
            <a:off x="245999" y="1809000"/>
            <a:ext cx="11699937" cy="396586"/>
            <a:chOff x="2085068" y="1761702"/>
            <a:chExt cx="9788696" cy="49729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44A8EAF-6FA5-C4D7-3901-8E4483065183}"/>
                </a:ext>
              </a:extLst>
            </p:cNvPr>
            <p:cNvSpPr/>
            <p:nvPr userDrawn="1"/>
          </p:nvSpPr>
          <p:spPr>
            <a:xfrm>
              <a:off x="2085068" y="1761702"/>
              <a:ext cx="5231974" cy="497298"/>
            </a:xfrm>
            <a:prstGeom prst="rect">
              <a:avLst/>
            </a:prstGeom>
            <a:solidFill>
              <a:schemeClr val="bg2"/>
            </a:solidFill>
            <a:ln w="6350"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CA" sz="1200">
                  <a:solidFill>
                    <a:schemeClr val="tx1"/>
                  </a:solidFill>
                </a:rPr>
                <a:t>247, 244, 240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1BFFAEC-EF3E-E0E3-14CF-2C5C1B3C5536}"/>
                </a:ext>
              </a:extLst>
            </p:cNvPr>
            <p:cNvSpPr/>
            <p:nvPr userDrawn="1"/>
          </p:nvSpPr>
          <p:spPr>
            <a:xfrm>
              <a:off x="7317041" y="1761702"/>
              <a:ext cx="3049625" cy="497298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CA" sz="1200">
                  <a:solidFill>
                    <a:schemeClr val="tx1"/>
                  </a:solidFill>
                </a:rPr>
                <a:t>206, 202, 197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1F3D125-C1FC-10BB-A6AC-3A5665CB4C68}"/>
                </a:ext>
              </a:extLst>
            </p:cNvPr>
            <p:cNvSpPr/>
            <p:nvPr userDrawn="1"/>
          </p:nvSpPr>
          <p:spPr>
            <a:xfrm>
              <a:off x="10370022" y="1761702"/>
              <a:ext cx="749969" cy="497298"/>
            </a:xfrm>
            <a:prstGeom prst="rect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CA" sz="1050">
                  <a:solidFill>
                    <a:schemeClr val="bg1"/>
                  </a:solidFill>
                </a:rPr>
                <a:t>0, 0, 0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7426D0D-BF8B-941C-068F-BE3DFDBC2D2F}"/>
                </a:ext>
              </a:extLst>
            </p:cNvPr>
            <p:cNvSpPr/>
            <p:nvPr userDrawn="1"/>
          </p:nvSpPr>
          <p:spPr>
            <a:xfrm>
              <a:off x="11123347" y="1761702"/>
              <a:ext cx="750417" cy="497298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0" rtlCol="0" anchor="ctr">
              <a:noAutofit/>
            </a:bodyPr>
            <a:lstStyle/>
            <a:p>
              <a:pPr algn="ctr">
                <a:spcBef>
                  <a:spcPts val="500"/>
                </a:spcBef>
              </a:pPr>
              <a:r>
                <a:rPr lang="en-CA" sz="1050">
                  <a:solidFill>
                    <a:schemeClr val="bg1"/>
                  </a:solidFill>
                </a:rPr>
                <a:t>222, 22, 29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2D372136-6CDE-BF2F-8F2B-9987D2AB1BEA}"/>
              </a:ext>
            </a:extLst>
          </p:cNvPr>
          <p:cNvSpPr/>
          <p:nvPr userDrawn="1"/>
        </p:nvSpPr>
        <p:spPr>
          <a:xfrm>
            <a:off x="246000" y="2406600"/>
            <a:ext cx="3555000" cy="39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l">
              <a:spcBef>
                <a:spcPts val="0"/>
              </a:spcBef>
            </a:pPr>
            <a:r>
              <a:rPr lang="en-CA" sz="2000">
                <a:solidFill>
                  <a:schemeClr val="tx1"/>
                </a:solidFill>
              </a:rPr>
              <a:t>Theme colours (RGB)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C88706-6C14-86B8-F9BB-E0A7F1496A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74464" y="2944635"/>
            <a:ext cx="1771200" cy="18787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9BCE6F6-C09A-6E09-A585-D6B1A4E89D21}"/>
              </a:ext>
            </a:extLst>
          </p:cNvPr>
          <p:cNvSpPr/>
          <p:nvPr userDrawn="1"/>
        </p:nvSpPr>
        <p:spPr bwMode="auto">
          <a:xfrm>
            <a:off x="246000" y="2906430"/>
            <a:ext cx="1548000" cy="76199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6350" dir="16200000">
              <a:prstClr val="black"/>
            </a:innerShdw>
          </a:effectLst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ts val="800"/>
              </a:spcBef>
              <a:spcAft>
                <a:spcPct val="0"/>
              </a:spcAft>
            </a:pPr>
            <a:r>
              <a:rPr lang="en-CA" sz="1600" b="0" i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Accent colours</a:t>
            </a:r>
          </a:p>
        </p:txBody>
      </p:sp>
      <p:graphicFrame>
        <p:nvGraphicFramePr>
          <p:cNvPr id="20" name="Table 21">
            <a:extLst>
              <a:ext uri="{FF2B5EF4-FFF2-40B4-BE49-F238E27FC236}">
                <a16:creationId xmlns:a16="http://schemas.microsoft.com/office/drawing/2014/main" id="{FEDA26FE-7595-2548-C17E-A389ACE31B41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6688995"/>
              </p:ext>
            </p:extLst>
          </p:nvPr>
        </p:nvGraphicFramePr>
        <p:xfrm>
          <a:off x="2063551" y="2901614"/>
          <a:ext cx="7056000" cy="81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marL="0" marR="0" lvl="0" indent="0" algn="ctr" defTabSz="455613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222, 22, 29</a:t>
                      </a:r>
                    </a:p>
                  </a:txBody>
                  <a:tcPr marL="144000" marR="144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588" algn="l"/>
                      <a:r>
                        <a:rPr lang="en-CA" sz="1100" b="0" i="1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Red</a:t>
                      </a:r>
                      <a:r>
                        <a:rPr lang="en-CA" sz="1100" b="0" i="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 can be used sparingly to highlight an element or certain important words on a page. It is also used for message box text.</a:t>
                      </a:r>
                      <a:endParaRPr lang="en-CA" sz="1100" b="0" i="1" baseline="0" noProof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144000" marR="144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ctr" defTabSz="455613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206, 202, 197</a:t>
                      </a:r>
                    </a:p>
                  </a:txBody>
                  <a:tcPr marL="144000" marR="144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588" algn="l"/>
                      <a:r>
                        <a:rPr lang="en-CA" sz="1100" b="0" i="1" baseline="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Warm grey </a:t>
                      </a:r>
                      <a:r>
                        <a:rPr lang="en-CA" sz="1100"/>
                        <a:t>is a colour frequently used in the creation of your pages.</a:t>
                      </a:r>
                      <a:br>
                        <a:rPr lang="en-CA" sz="1100"/>
                      </a:br>
                      <a:r>
                        <a:rPr lang="en-CA" sz="1100"/>
                        <a:t>This colour is also used as a background colour on certain pages.</a:t>
                      </a:r>
                      <a:endParaRPr lang="en-CA" sz="1100" b="0" i="0" baseline="0" noProof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144000" marR="144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3495383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3DC493A-FDCD-5295-D878-1B5866333FDA}"/>
              </a:ext>
            </a:extLst>
          </p:cNvPr>
          <p:cNvSpPr/>
          <p:nvPr userDrawn="1"/>
        </p:nvSpPr>
        <p:spPr bwMode="auto">
          <a:xfrm>
            <a:off x="246000" y="3886200"/>
            <a:ext cx="1548000" cy="9144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6350" dir="16200000">
              <a:prstClr val="black"/>
            </a:innerShdw>
          </a:effectLst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ts val="800"/>
              </a:spcBef>
              <a:spcAft>
                <a:spcPct val="0"/>
              </a:spcAft>
            </a:pPr>
            <a:r>
              <a:rPr lang="en-CA" sz="1600" b="0" i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Contrast </a:t>
            </a:r>
            <a:br>
              <a:rPr lang="en-CA" sz="1600" b="0" i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CA" sz="1600" b="0" i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colours</a:t>
            </a:r>
          </a:p>
        </p:txBody>
      </p:sp>
      <p:graphicFrame>
        <p:nvGraphicFramePr>
          <p:cNvPr id="13" name="Table 21">
            <a:extLst>
              <a:ext uri="{FF2B5EF4-FFF2-40B4-BE49-F238E27FC236}">
                <a16:creationId xmlns:a16="http://schemas.microsoft.com/office/drawing/2014/main" id="{13D6A64F-C164-52AD-812E-DBFEF4797C5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01686074"/>
              </p:ext>
            </p:extLst>
          </p:nvPr>
        </p:nvGraphicFramePr>
        <p:xfrm>
          <a:off x="2063552" y="3886200"/>
          <a:ext cx="4284000" cy="81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800">
                <a:tc>
                  <a:txBody>
                    <a:bodyPr/>
                    <a:lstStyle/>
                    <a:p>
                      <a:pPr marL="0" marR="0" lvl="0" indent="0" algn="ctr" defTabSz="455613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247, 244, 240</a:t>
                      </a:r>
                    </a:p>
                  </a:txBody>
                  <a:tcPr marL="144000" marR="144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/>
                      <a:r>
                        <a:rPr lang="en-CA" sz="1100" b="0" i="1">
                          <a:solidFill>
                            <a:schemeClr val="tx1"/>
                          </a:solidFill>
                        </a:rPr>
                        <a:t>Cream</a:t>
                      </a:r>
                      <a:r>
                        <a:rPr lang="en-CA" sz="1100" b="0">
                          <a:solidFill>
                            <a:schemeClr val="tx1"/>
                          </a:solidFill>
                        </a:rPr>
                        <a:t> is the other frequently used colour,</a:t>
                      </a:r>
                      <a:br>
                        <a:rPr lang="en-CA" sz="1100" b="0">
                          <a:solidFill>
                            <a:schemeClr val="tx1"/>
                          </a:solidFill>
                        </a:rPr>
                      </a:br>
                      <a:r>
                        <a:rPr lang="en-CA" sz="1100" b="0">
                          <a:solidFill>
                            <a:schemeClr val="tx1"/>
                          </a:solidFill>
                        </a:rPr>
                        <a:t>but mainly as a background colour.</a:t>
                      </a:r>
                      <a:endParaRPr lang="en-CA" sz="1100" b="0" i="1" noProof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144000" marR="144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00">
                <a:tc>
                  <a:txBody>
                    <a:bodyPr/>
                    <a:lstStyle/>
                    <a:p>
                      <a:pPr marL="0" marR="0" lvl="0" indent="0" algn="ctr" defTabSz="455613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chemeClr val="dk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CA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0, 0, 0</a:t>
                      </a:r>
                    </a:p>
                  </a:txBody>
                  <a:tcPr marL="144000" marR="144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/>
                      <a:r>
                        <a:rPr lang="en-CA" sz="1100"/>
                        <a:t>Dark contrast colour used for text.</a:t>
                      </a:r>
                      <a:endParaRPr lang="en-CA" sz="1100" b="0" i="0" noProof="0">
                        <a:solidFill>
                          <a:schemeClr val="tx1"/>
                        </a:solidFill>
                        <a:latin typeface="+mn-lt"/>
                        <a:ea typeface="+mn-ea"/>
                      </a:endParaRPr>
                    </a:p>
                  </a:txBody>
                  <a:tcPr marL="144000" marR="144000" marT="36000" marB="36000"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995116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D546B155-6DF6-5602-E5D8-02694C01799E}"/>
              </a:ext>
            </a:extLst>
          </p:cNvPr>
          <p:cNvSpPr/>
          <p:nvPr userDrawn="1"/>
        </p:nvSpPr>
        <p:spPr bwMode="auto">
          <a:xfrm>
            <a:off x="246000" y="5002186"/>
            <a:ext cx="15480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6350" dir="16200000">
              <a:prstClr val="black"/>
            </a:innerShdw>
          </a:effectLst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ts val="800"/>
              </a:spcBef>
              <a:spcAft>
                <a:spcPct val="0"/>
              </a:spcAft>
            </a:pPr>
            <a:r>
              <a:rPr lang="en-CA" sz="1600" b="0" i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Chart colours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3151F852-32BF-9547-4785-D52FC1D509B4}"/>
              </a:ext>
            </a:extLst>
          </p:cNvPr>
          <p:cNvSpPr>
            <a:spLocks/>
          </p:cNvSpPr>
          <p:nvPr userDrawn="1"/>
        </p:nvSpPr>
        <p:spPr>
          <a:xfrm>
            <a:off x="2063551" y="5002186"/>
            <a:ext cx="1017551" cy="57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bg1"/>
                </a:solidFill>
              </a:rPr>
              <a:t>222, 22, 29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CFB9CA2-3FA3-491C-1A24-E8197B9BAF23}"/>
              </a:ext>
            </a:extLst>
          </p:cNvPr>
          <p:cNvSpPr>
            <a:spLocks/>
          </p:cNvSpPr>
          <p:nvPr userDrawn="1"/>
        </p:nvSpPr>
        <p:spPr>
          <a:xfrm>
            <a:off x="3172542" y="5002186"/>
            <a:ext cx="1017551" cy="57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bg1"/>
                </a:solidFill>
              </a:rPr>
              <a:t>110, 110, 113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84AE20F-609D-18AE-F6AC-DF8EC7FA5A16}"/>
              </a:ext>
            </a:extLst>
          </p:cNvPr>
          <p:cNvSpPr>
            <a:spLocks/>
          </p:cNvSpPr>
          <p:nvPr userDrawn="1"/>
        </p:nvSpPr>
        <p:spPr>
          <a:xfrm>
            <a:off x="4281533" y="5002186"/>
            <a:ext cx="1017551" cy="57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168, 193, 184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79C511CD-EC17-32F4-63D7-3A6D979E4D2D}"/>
              </a:ext>
            </a:extLst>
          </p:cNvPr>
          <p:cNvSpPr>
            <a:spLocks/>
          </p:cNvSpPr>
          <p:nvPr userDrawn="1"/>
        </p:nvSpPr>
        <p:spPr>
          <a:xfrm>
            <a:off x="5390524" y="5002186"/>
            <a:ext cx="1017551" cy="57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bg1"/>
                </a:solidFill>
              </a:rPr>
              <a:t>21, 37, 50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B85F8766-CA98-7368-40B8-BA7666D46144}"/>
              </a:ext>
            </a:extLst>
          </p:cNvPr>
          <p:cNvSpPr>
            <a:spLocks/>
          </p:cNvSpPr>
          <p:nvPr userDrawn="1"/>
        </p:nvSpPr>
        <p:spPr>
          <a:xfrm>
            <a:off x="6499515" y="5002186"/>
            <a:ext cx="1017551" cy="576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203, 234, 164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C1F908A6-B73B-D17A-6D37-3A3F2B2FA166}"/>
              </a:ext>
            </a:extLst>
          </p:cNvPr>
          <p:cNvSpPr>
            <a:spLocks/>
          </p:cNvSpPr>
          <p:nvPr userDrawn="1"/>
        </p:nvSpPr>
        <p:spPr>
          <a:xfrm>
            <a:off x="7608505" y="5002186"/>
            <a:ext cx="1017551" cy="5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190, 170, 145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4825B77-7DBB-BF6D-8DCF-C2CC08E7DCEE}"/>
              </a:ext>
            </a:extLst>
          </p:cNvPr>
          <p:cNvSpPr>
            <a:spLocks/>
          </p:cNvSpPr>
          <p:nvPr userDrawn="1"/>
        </p:nvSpPr>
        <p:spPr>
          <a:xfrm>
            <a:off x="8717497" y="5002186"/>
            <a:ext cx="1017551" cy="576000"/>
          </a:xfrm>
          <a:prstGeom prst="rect">
            <a:avLst/>
          </a:prstGeom>
          <a:solidFill>
            <a:srgbClr val="5887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bg1"/>
                </a:solidFill>
              </a:rPr>
              <a:t>88, 135, 97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E6F7E341-1BFE-5766-950D-C86BB95531FD}"/>
              </a:ext>
            </a:extLst>
          </p:cNvPr>
          <p:cNvSpPr>
            <a:spLocks/>
          </p:cNvSpPr>
          <p:nvPr userDrawn="1"/>
        </p:nvSpPr>
        <p:spPr>
          <a:xfrm>
            <a:off x="9826488" y="5002186"/>
            <a:ext cx="1017551" cy="576000"/>
          </a:xfrm>
          <a:prstGeom prst="rect">
            <a:avLst/>
          </a:prstGeom>
          <a:solidFill>
            <a:srgbClr val="4D4D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bg1"/>
                </a:solidFill>
              </a:rPr>
              <a:t>77, 77, 92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998F59B-34D5-BFA9-9B5E-67E11507AB72}"/>
              </a:ext>
            </a:extLst>
          </p:cNvPr>
          <p:cNvSpPr>
            <a:spLocks/>
          </p:cNvSpPr>
          <p:nvPr userDrawn="1"/>
        </p:nvSpPr>
        <p:spPr>
          <a:xfrm>
            <a:off x="10935479" y="5002186"/>
            <a:ext cx="1017551" cy="576000"/>
          </a:xfrm>
          <a:prstGeom prst="rect">
            <a:avLst/>
          </a:prstGeom>
          <a:solidFill>
            <a:srgbClr val="BCBE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188, 190, 192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86E8102-EE49-39C9-A976-9F274BB96AE5}"/>
              </a:ext>
            </a:extLst>
          </p:cNvPr>
          <p:cNvSpPr/>
          <p:nvPr userDrawn="1"/>
        </p:nvSpPr>
        <p:spPr bwMode="auto">
          <a:xfrm>
            <a:off x="246000" y="5769000"/>
            <a:ext cx="1548000" cy="57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dist="6350" dir="16200000">
              <a:prstClr val="black"/>
            </a:innerShdw>
          </a:effectLst>
        </p:spPr>
        <p:txBody>
          <a:bodyPr vert="horz" wrap="square" lIns="0" tIns="36000" rIns="0" bIns="3600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ts val="800"/>
              </a:spcBef>
              <a:spcAft>
                <a:spcPct val="0"/>
              </a:spcAft>
            </a:pPr>
            <a:r>
              <a:rPr lang="en-CA" sz="1600" b="0" i="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Dashboard colours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B945DE3-E6F2-49F5-AB92-4986D0D382C8}"/>
              </a:ext>
            </a:extLst>
          </p:cNvPr>
          <p:cNvSpPr>
            <a:spLocks/>
          </p:cNvSpPr>
          <p:nvPr userDrawn="1"/>
        </p:nvSpPr>
        <p:spPr>
          <a:xfrm>
            <a:off x="2063551" y="5769000"/>
            <a:ext cx="1017551" cy="576000"/>
          </a:xfrm>
          <a:prstGeom prst="rect">
            <a:avLst/>
          </a:prstGeom>
          <a:solidFill>
            <a:srgbClr val="91B7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bg1"/>
                </a:solidFill>
              </a:rPr>
              <a:t>145, 183, 110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8FAAB88-DE8D-698A-92D6-317EB316E97A}"/>
              </a:ext>
            </a:extLst>
          </p:cNvPr>
          <p:cNvSpPr>
            <a:spLocks/>
          </p:cNvSpPr>
          <p:nvPr userDrawn="1"/>
        </p:nvSpPr>
        <p:spPr>
          <a:xfrm>
            <a:off x="3172542" y="5769000"/>
            <a:ext cx="1017551" cy="576000"/>
          </a:xfrm>
          <a:prstGeom prst="rect">
            <a:avLst/>
          </a:prstGeom>
          <a:solidFill>
            <a:srgbClr val="F6C4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tx1"/>
                </a:solidFill>
              </a:rPr>
              <a:t>246, 196, 94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3DDB588-F13F-7F93-0C12-B153B0D16372}"/>
              </a:ext>
            </a:extLst>
          </p:cNvPr>
          <p:cNvSpPr>
            <a:spLocks/>
          </p:cNvSpPr>
          <p:nvPr userDrawn="1"/>
        </p:nvSpPr>
        <p:spPr>
          <a:xfrm>
            <a:off x="4281533" y="5769000"/>
            <a:ext cx="1017551" cy="576000"/>
          </a:xfrm>
          <a:prstGeom prst="rect">
            <a:avLst/>
          </a:prstGeom>
          <a:solidFill>
            <a:srgbClr val="DE1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noAutofit/>
          </a:bodyPr>
          <a:lstStyle/>
          <a:p>
            <a:pPr algn="ctr">
              <a:spcBef>
                <a:spcPts val="500"/>
              </a:spcBef>
            </a:pPr>
            <a:r>
              <a:rPr lang="en-CA" sz="1200">
                <a:solidFill>
                  <a:schemeClr val="bg1"/>
                </a:solidFill>
              </a:rPr>
              <a:t>222, 22, 29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C54BAC-BCF7-29E9-5A31-CB7259D2B7D3}"/>
              </a:ext>
            </a:extLst>
          </p:cNvPr>
          <p:cNvSpPr/>
          <p:nvPr userDrawn="1"/>
        </p:nvSpPr>
        <p:spPr>
          <a:xfrm>
            <a:off x="10866000" y="3114000"/>
            <a:ext cx="1087029" cy="2160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46800" rIns="108000" bIns="46800" rtlCol="0" anchor="ctr"/>
          <a:lstStyle/>
          <a:p>
            <a:pPr algn="ctr">
              <a:spcBef>
                <a:spcPts val="800"/>
              </a:spcBef>
            </a:pPr>
            <a:endParaRPr lang="en-CA" sz="1600"/>
          </a:p>
        </p:txBody>
      </p:sp>
      <p:sp>
        <p:nvSpPr>
          <p:cNvPr id="17" name="Speech Bubble: Rectangle 75">
            <a:extLst>
              <a:ext uri="{FF2B5EF4-FFF2-40B4-BE49-F238E27FC236}">
                <a16:creationId xmlns:a16="http://schemas.microsoft.com/office/drawing/2014/main" id="{8DA55C24-D3B4-E2B7-EACF-E9020687548F}"/>
              </a:ext>
            </a:extLst>
          </p:cNvPr>
          <p:cNvSpPr/>
          <p:nvPr userDrawn="1"/>
        </p:nvSpPr>
        <p:spPr>
          <a:xfrm>
            <a:off x="9220200" y="2362200"/>
            <a:ext cx="2725736" cy="473400"/>
          </a:xfrm>
          <a:prstGeom prst="wedgeRectCallout">
            <a:avLst>
              <a:gd name="adj1" fmla="val 33593"/>
              <a:gd name="adj2" fmla="val 102174"/>
            </a:avLst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lvl="0" algn="l">
              <a:spcBef>
                <a:spcPts val="0"/>
              </a:spcBef>
            </a:pPr>
            <a:r>
              <a:rPr lang="en-CA" sz="1200" noProof="0">
                <a:solidFill>
                  <a:schemeClr val="tx1"/>
                </a:solidFill>
              </a:rPr>
              <a:t>The last 6 colours are used by default </a:t>
            </a:r>
          </a:p>
          <a:p>
            <a:pPr lvl="0" algn="l">
              <a:spcBef>
                <a:spcPts val="0"/>
              </a:spcBef>
            </a:pPr>
            <a:r>
              <a:rPr lang="en-CA" sz="1200" noProof="0">
                <a:solidFill>
                  <a:schemeClr val="tx1"/>
                </a:solidFill>
              </a:rPr>
              <a:t>in this sequence for charts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EB9603ED-ADE9-4F24-BDCF-8889CC8B2301}"/>
              </a:ext>
            </a:extLst>
          </p:cNvPr>
          <p:cNvSpPr/>
          <p:nvPr userDrawn="1"/>
        </p:nvSpPr>
        <p:spPr>
          <a:xfrm>
            <a:off x="10167100" y="4234818"/>
            <a:ext cx="1017551" cy="58903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46800" rIns="108000" bIns="46800" rtlCol="0" anchor="ctr"/>
          <a:lstStyle/>
          <a:p>
            <a:pPr algn="ctr">
              <a:spcBef>
                <a:spcPts val="800"/>
              </a:spcBef>
            </a:pPr>
            <a:endParaRPr lang="en-CA" sz="1600"/>
          </a:p>
        </p:txBody>
      </p:sp>
      <p:sp>
        <p:nvSpPr>
          <p:cNvPr id="107" name="Speech Bubble: Rectangle 75">
            <a:extLst>
              <a:ext uri="{FF2B5EF4-FFF2-40B4-BE49-F238E27FC236}">
                <a16:creationId xmlns:a16="http://schemas.microsoft.com/office/drawing/2014/main" id="{CFFBBDC2-AB22-AE84-6661-A0C29A931C93}"/>
              </a:ext>
            </a:extLst>
          </p:cNvPr>
          <p:cNvSpPr/>
          <p:nvPr userDrawn="1"/>
        </p:nvSpPr>
        <p:spPr>
          <a:xfrm>
            <a:off x="7924800" y="3754134"/>
            <a:ext cx="2041200" cy="1159866"/>
          </a:xfrm>
          <a:prstGeom prst="wedgeRectCallout">
            <a:avLst>
              <a:gd name="adj1" fmla="val 57110"/>
              <a:gd name="adj2" fmla="val 9071"/>
            </a:avLst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lvl="0" algn="l">
              <a:spcBef>
                <a:spcPts val="0"/>
              </a:spcBef>
            </a:pPr>
            <a:r>
              <a:rPr lang="en-CA" sz="1200" noProof="0">
                <a:solidFill>
                  <a:schemeClr val="tx1"/>
                </a:solidFill>
              </a:rPr>
              <a:t>6 custom colours are also programmed</a:t>
            </a:r>
          </a:p>
          <a:p>
            <a:pPr marL="108000" lvl="0" indent="-1080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1050" noProof="0">
                <a:solidFill>
                  <a:schemeClr val="tx1"/>
                </a:solidFill>
              </a:rPr>
              <a:t>3 additional colours for charts</a:t>
            </a:r>
            <a:br>
              <a:rPr lang="en-CA" sz="1050" noProof="0">
                <a:solidFill>
                  <a:schemeClr val="tx1"/>
                </a:solidFill>
              </a:rPr>
            </a:br>
            <a:r>
              <a:rPr lang="en-CA" sz="1050" noProof="0">
                <a:solidFill>
                  <a:schemeClr val="tx1"/>
                </a:solidFill>
              </a:rPr>
              <a:t>in the 1</a:t>
            </a:r>
            <a:r>
              <a:rPr lang="en-CA" sz="1050" baseline="30000" noProof="0">
                <a:solidFill>
                  <a:schemeClr val="tx1"/>
                </a:solidFill>
              </a:rPr>
              <a:t>st </a:t>
            </a:r>
            <a:r>
              <a:rPr lang="en-CA" sz="1050" noProof="0">
                <a:solidFill>
                  <a:schemeClr val="tx1"/>
                </a:solidFill>
              </a:rPr>
              <a:t>row</a:t>
            </a:r>
          </a:p>
          <a:p>
            <a:pPr marL="108000" lvl="0" indent="-10800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CA" sz="1050" noProof="0">
                <a:solidFill>
                  <a:schemeClr val="tx1"/>
                </a:solidFill>
              </a:rPr>
              <a:t>3 dashboard colours </a:t>
            </a:r>
            <a:br>
              <a:rPr lang="en-CA" sz="1050" noProof="0">
                <a:solidFill>
                  <a:schemeClr val="tx1"/>
                </a:solidFill>
              </a:rPr>
            </a:br>
            <a:r>
              <a:rPr lang="en-CA" sz="1050" noProof="0">
                <a:solidFill>
                  <a:schemeClr val="tx1"/>
                </a:solidFill>
              </a:rPr>
              <a:t>in the 2</a:t>
            </a:r>
            <a:r>
              <a:rPr lang="en-CA" sz="1050" baseline="30000" noProof="0">
                <a:solidFill>
                  <a:schemeClr val="tx1"/>
                </a:solidFill>
              </a:rPr>
              <a:t>nd</a:t>
            </a:r>
            <a:r>
              <a:rPr lang="en-CA" sz="1050" noProof="0">
                <a:solidFill>
                  <a:schemeClr val="tx1"/>
                </a:solidFill>
              </a:rPr>
              <a:t> row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71D0960-6028-30EA-F646-A47F40FFD1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38C8BA-4E5E-1225-1416-59FCF1FA1B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6852290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your them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UJET">
            <a:extLst>
              <a:ext uri="{FF2B5EF4-FFF2-40B4-BE49-F238E27FC236}">
                <a16:creationId xmlns:a16="http://schemas.microsoft.com/office/drawing/2014/main" id="{EB1184CA-F6AB-A714-E7DE-BF7D047FB6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BC9199-76E3-E4B1-18CC-119B22AF30DD}"/>
              </a:ext>
            </a:extLst>
          </p:cNvPr>
          <p:cNvSpPr/>
          <p:nvPr userDrawn="1"/>
        </p:nvSpPr>
        <p:spPr bwMode="auto">
          <a:xfrm>
            <a:off x="246000" y="413999"/>
            <a:ext cx="11699938" cy="7655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45720" rIns="7200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CA" sz="2800" b="0" i="0" noProof="0">
                <a:solidFill>
                  <a:schemeClr val="tx1"/>
                </a:solidFill>
                <a:latin typeface="+mn-lt"/>
                <a:cs typeface="+mn-cs"/>
              </a:rPr>
              <a:t>Save your </a:t>
            </a:r>
            <a:r>
              <a:rPr lang="en-CA" sz="2800" b="0" i="0" noProof="0">
                <a:solidFill>
                  <a:schemeClr val="accent1"/>
                </a:solidFill>
                <a:latin typeface="+mn-lt"/>
                <a:cs typeface="+mn-cs"/>
              </a:rPr>
              <a:t>theme</a:t>
            </a:r>
            <a:r>
              <a:rPr lang="en-CA" sz="2800" b="0" i="0" noProof="0">
                <a:solidFill>
                  <a:schemeClr val="tx1"/>
                </a:solidFill>
                <a:latin typeface="+mn-lt"/>
                <a:cs typeface="+mn-cs"/>
              </a:rPr>
              <a:t> to easily reuse programmed colours </a:t>
            </a:r>
            <a:br>
              <a:rPr lang="en-CA" sz="2800" b="0" i="0" noProof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CA" sz="2800" b="0" i="0" noProof="0">
                <a:solidFill>
                  <a:schemeClr val="tx1"/>
                </a:solidFill>
                <a:latin typeface="+mn-lt"/>
                <a:cs typeface="+mn-cs"/>
              </a:rPr>
              <a:t>and fonts across Microsoft Office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067C831E-0E77-F911-8CD5-698F973CFB8B}"/>
              </a:ext>
            </a:extLst>
          </p:cNvPr>
          <p:cNvSpPr/>
          <p:nvPr userDrawn="1"/>
        </p:nvSpPr>
        <p:spPr>
          <a:xfrm>
            <a:off x="471001" y="1506592"/>
            <a:ext cx="824400" cy="396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lang="en-CA" sz="1800">
                <a:solidFill>
                  <a:schemeClr val="tx1"/>
                </a:solidFill>
              </a:rPr>
              <a:t>Save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34504-4829-B8AE-10E5-C85CCC76F7FC}"/>
              </a:ext>
            </a:extLst>
          </p:cNvPr>
          <p:cNvSpPr txBox="1">
            <a:spLocks/>
          </p:cNvSpPr>
          <p:nvPr userDrawn="1"/>
        </p:nvSpPr>
        <p:spPr>
          <a:xfrm>
            <a:off x="246063" y="2001592"/>
            <a:ext cx="11699875" cy="1157408"/>
          </a:xfrm>
          <a:prstGeom prst="rect">
            <a:avLst/>
          </a:prstGeom>
          <a:noFill/>
        </p:spPr>
        <p:txBody>
          <a:bodyPr lIns="180000" tIns="36000" rIns="180000" bIns="36000" anchor="t"/>
          <a:lstStyle>
            <a:lvl1pPr marL="287338" indent="-233363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8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 baseline="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 baseline="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CA" sz="1600" kern="0">
                <a:solidFill>
                  <a:schemeClr val="tx1"/>
                </a:solidFill>
                <a:latin typeface="+mn-lt"/>
              </a:rPr>
              <a:t>Open your PPT Corporate template and click on the </a:t>
            </a:r>
            <a:r>
              <a:rPr lang="en-CA" sz="1600" i="1" kern="0">
                <a:solidFill>
                  <a:schemeClr val="accent1"/>
                </a:solidFill>
                <a:latin typeface="+mn-lt"/>
              </a:rPr>
              <a:t>Design</a:t>
            </a:r>
            <a:r>
              <a:rPr lang="en-CA" sz="1600" kern="0">
                <a:solidFill>
                  <a:schemeClr val="tx1"/>
                </a:solidFill>
                <a:latin typeface="+mn-lt"/>
              </a:rPr>
              <a:t> menu tab in PowerPoint</a:t>
            </a:r>
            <a:endParaRPr lang="en-CA" sz="1600" b="0" kern="0">
              <a:solidFill>
                <a:schemeClr val="accent1"/>
              </a:solidFill>
              <a:latin typeface="+mn-lt"/>
            </a:endParaRPr>
          </a:p>
          <a:p>
            <a:pPr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CA" sz="1600" kern="0">
                <a:solidFill>
                  <a:schemeClr val="tx1"/>
                </a:solidFill>
                <a:latin typeface="+mn-lt"/>
              </a:rPr>
              <a:t>Click on the scroll down arrow, which will reveal a </a:t>
            </a:r>
            <a:r>
              <a:rPr lang="en-CA" sz="1600" i="1" kern="0">
                <a:solidFill>
                  <a:schemeClr val="accent1"/>
                </a:solidFill>
                <a:latin typeface="+mn-lt"/>
              </a:rPr>
              <a:t>Save Current Theme </a:t>
            </a:r>
            <a:r>
              <a:rPr lang="en-CA" sz="1600" kern="0">
                <a:solidFill>
                  <a:schemeClr val="tx1"/>
                </a:solidFill>
                <a:latin typeface="+mn-lt"/>
              </a:rPr>
              <a:t>menu option</a:t>
            </a:r>
          </a:p>
          <a:p>
            <a:pPr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CA" sz="1600" kern="0">
                <a:solidFill>
                  <a:schemeClr val="tx1"/>
                </a:solidFill>
                <a:latin typeface="+mn-lt"/>
              </a:rPr>
              <a:t>Name the theme to be saved (as a THMX file) and click on </a:t>
            </a:r>
            <a:r>
              <a:rPr lang="en-CA" sz="1600" i="1" kern="0">
                <a:solidFill>
                  <a:schemeClr val="accent1"/>
                </a:solidFill>
                <a:latin typeface="+mn-lt"/>
              </a:rPr>
              <a:t>Save</a:t>
            </a:r>
          </a:p>
        </p:txBody>
      </p:sp>
      <p:cxnSp>
        <p:nvCxnSpPr>
          <p:cNvPr id="36" name="Connecteur : en angle 35">
            <a:extLst>
              <a:ext uri="{FF2B5EF4-FFF2-40B4-BE49-F238E27FC236}">
                <a16:creationId xmlns:a16="http://schemas.microsoft.com/office/drawing/2014/main" id="{1C1C4CAB-7898-7F71-6F34-7737167EA536}"/>
              </a:ext>
            </a:extLst>
          </p:cNvPr>
          <p:cNvCxnSpPr>
            <a:cxnSpLocks/>
            <a:stCxn id="33" idx="1"/>
            <a:endCxn id="34" idx="1"/>
          </p:cNvCxnSpPr>
          <p:nvPr userDrawn="1"/>
        </p:nvCxnSpPr>
        <p:spPr>
          <a:xfrm rot="10800000" flipV="1">
            <a:off x="471001" y="1704592"/>
            <a:ext cx="1" cy="1742408"/>
          </a:xfrm>
          <a:prstGeom prst="bentConnector3">
            <a:avLst>
              <a:gd name="adj1" fmla="val 2286010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07C85B55-6EDB-1209-9307-1738984B89BB}"/>
              </a:ext>
            </a:extLst>
          </p:cNvPr>
          <p:cNvSpPr/>
          <p:nvPr userDrawn="1"/>
        </p:nvSpPr>
        <p:spPr>
          <a:xfrm>
            <a:off x="471000" y="3249000"/>
            <a:ext cx="824400" cy="3960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</a:pPr>
            <a:r>
              <a:rPr lang="en-CA" sz="1800">
                <a:solidFill>
                  <a:schemeClr val="tx1"/>
                </a:solidFill>
              </a:rPr>
              <a:t>Use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A3C634D-A98F-0D62-ABE4-C56097614E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-223" y="3855395"/>
            <a:ext cx="12192000" cy="57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144000" tIns="45720" rIns="144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68338" indent="-1857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tabLst>
                <a:tab pos="1619250" algn="l"/>
              </a:tabLst>
              <a:defRPr/>
            </a:pPr>
            <a:r>
              <a:rPr lang="en-CA" sz="1600" b="0" kern="0" noProof="0">
                <a:solidFill>
                  <a:schemeClr val="accent1"/>
                </a:solidFill>
                <a:latin typeface="+mn-lt"/>
                <a:cs typeface="+mn-cs"/>
              </a:rPr>
              <a:t>	</a:t>
            </a:r>
            <a:endParaRPr lang="en-CA" sz="1600" kern="0" noProof="0">
              <a:solidFill>
                <a:schemeClr val="accent1"/>
              </a:solidFill>
              <a:latin typeface="+mn-lt"/>
              <a:cs typeface="+mn-cs"/>
            </a:endParaRPr>
          </a:p>
        </p:txBody>
      </p:sp>
      <p:pic>
        <p:nvPicPr>
          <p:cNvPr id="7" name="Picture 8" descr="Résultats de recherche d'images pour « logo powerpoint 2016 »">
            <a:extLst>
              <a:ext uri="{FF2B5EF4-FFF2-40B4-BE49-F238E27FC236}">
                <a16:creationId xmlns:a16="http://schemas.microsoft.com/office/drawing/2014/main" id="{DAB07FC8-00EE-8135-D2AF-DE1FE14188C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11937" y="3789000"/>
            <a:ext cx="742562" cy="71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49E70FBA-1A11-4BC4-65E6-C8C341852F80}"/>
              </a:ext>
            </a:extLst>
          </p:cNvPr>
          <p:cNvSpPr/>
          <p:nvPr userDrawn="1"/>
        </p:nvSpPr>
        <p:spPr bwMode="auto">
          <a:xfrm>
            <a:off x="1400429" y="3918338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8CD5112-5B4C-2B99-B57F-051378C02B6F}"/>
              </a:ext>
            </a:extLst>
          </p:cNvPr>
          <p:cNvSpPr txBox="1">
            <a:spLocks/>
          </p:cNvSpPr>
          <p:nvPr userDrawn="1"/>
        </p:nvSpPr>
        <p:spPr>
          <a:xfrm>
            <a:off x="1847564" y="3868470"/>
            <a:ext cx="4203985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  <a:defRPr/>
            </a:pPr>
            <a:r>
              <a:rPr lang="en-CA" sz="1200" b="0" ker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Open PowerPoint then click </a:t>
            </a:r>
            <a:r>
              <a:rPr lang="en-CA" sz="1200" b="0" i="1" kern="0">
                <a:solidFill>
                  <a:schemeClr val="accent1"/>
                </a:solidFill>
                <a:latin typeface="+mn-lt"/>
                <a:cs typeface="Arial" panose="020B0604020202020204" pitchFamily="34" charset="0"/>
              </a:rPr>
              <a:t>File</a:t>
            </a:r>
            <a:r>
              <a:rPr lang="en-CA" sz="1200" b="0" ker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</a:t>
            </a:r>
            <a:r>
              <a:rPr lang="en-CA" sz="1200" b="0" i="1" kern="0">
                <a:solidFill>
                  <a:schemeClr val="accent1"/>
                </a:solidFill>
                <a:latin typeface="+mn-lt"/>
                <a:cs typeface="Arial" panose="020B0604020202020204" pitchFamily="34" charset="0"/>
              </a:rPr>
              <a:t>New</a:t>
            </a:r>
            <a:r>
              <a:rPr lang="en-CA" sz="1200" b="0" kern="0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</a:t>
            </a:r>
            <a:r>
              <a:rPr lang="en-CA" sz="1200" b="0" i="1" kern="0">
                <a:solidFill>
                  <a:schemeClr val="accent1"/>
                </a:solidFill>
                <a:latin typeface="+mn-lt"/>
                <a:cs typeface="Arial" panose="020B0604020202020204" pitchFamily="34" charset="0"/>
              </a:rPr>
              <a:t>Custom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70A5BA6-3F64-96BB-2509-57D619A231D6}"/>
              </a:ext>
            </a:extLst>
          </p:cNvPr>
          <p:cNvSpPr/>
          <p:nvPr userDrawn="1"/>
        </p:nvSpPr>
        <p:spPr bwMode="auto">
          <a:xfrm>
            <a:off x="6131680" y="3918338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3AF1DF0-3042-8816-2B81-B7CD7F8FD762}"/>
              </a:ext>
            </a:extLst>
          </p:cNvPr>
          <p:cNvSpPr txBox="1">
            <a:spLocks/>
          </p:cNvSpPr>
          <p:nvPr userDrawn="1"/>
        </p:nvSpPr>
        <p:spPr>
          <a:xfrm>
            <a:off x="6589387" y="3868470"/>
            <a:ext cx="2859892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</a:pP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Click </a:t>
            </a:r>
            <a:r>
              <a:rPr lang="en-CA" sz="1200" b="0" i="1" kern="0" noProof="0">
                <a:solidFill>
                  <a:schemeClr val="accent1"/>
                </a:solidFill>
                <a:latin typeface="+mn-lt"/>
                <a:cs typeface="+mn-cs"/>
              </a:rPr>
              <a:t>Document Themes</a:t>
            </a:r>
          </a:p>
        </p:txBody>
      </p:sp>
      <p:sp>
        <p:nvSpPr>
          <p:cNvPr id="12" name="Ellipse 39">
            <a:extLst>
              <a:ext uri="{FF2B5EF4-FFF2-40B4-BE49-F238E27FC236}">
                <a16:creationId xmlns:a16="http://schemas.microsoft.com/office/drawing/2014/main" id="{1DD1066D-9795-45FC-2993-1AEF1EB9FFF4}"/>
              </a:ext>
            </a:extLst>
          </p:cNvPr>
          <p:cNvSpPr/>
          <p:nvPr userDrawn="1"/>
        </p:nvSpPr>
        <p:spPr bwMode="auto">
          <a:xfrm>
            <a:off x="9695283" y="3918338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573929B-8DC1-4F22-DF64-01D367BECA90}"/>
              </a:ext>
            </a:extLst>
          </p:cNvPr>
          <p:cNvSpPr txBox="1">
            <a:spLocks/>
          </p:cNvSpPr>
          <p:nvPr userDrawn="1"/>
        </p:nvSpPr>
        <p:spPr>
          <a:xfrm>
            <a:off x="10145996" y="3868470"/>
            <a:ext cx="1800000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</a:pPr>
            <a:r>
              <a:rPr lang="en-CA" sz="1200" kern="0" noProof="0">
                <a:solidFill>
                  <a:schemeClr val="tx1"/>
                </a:solidFill>
                <a:latin typeface="+mn-lt"/>
                <a:cs typeface="+mn-cs"/>
              </a:rPr>
              <a:t>Select your theme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31C9D174-F164-A40A-8163-A1C45064F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" y="4728012"/>
            <a:ext cx="12192000" cy="57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144000" tIns="45720" rIns="144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68338" indent="-1857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tabLst>
                <a:tab pos="1619250" algn="l"/>
              </a:tabLst>
              <a:defRPr/>
            </a:pPr>
            <a:r>
              <a:rPr lang="en-CA" sz="1600" b="0" kern="0" noProof="0">
                <a:solidFill>
                  <a:schemeClr val="accent1"/>
                </a:solidFill>
                <a:latin typeface="+mn-lt"/>
                <a:cs typeface="+mn-cs"/>
              </a:rPr>
              <a:t>	</a:t>
            </a:r>
            <a:endParaRPr lang="en-CA" sz="1600" kern="0" noProof="0">
              <a:solidFill>
                <a:schemeClr val="accent1"/>
              </a:solidFill>
              <a:latin typeface="+mn-lt"/>
              <a:cs typeface="+mn-cs"/>
            </a:endParaRPr>
          </a:p>
        </p:txBody>
      </p:sp>
      <p:pic>
        <p:nvPicPr>
          <p:cNvPr id="17" name="Picture 4" descr="Résultats de recherche d'images pour « logo excel 2016 »">
            <a:extLst>
              <a:ext uri="{FF2B5EF4-FFF2-40B4-BE49-F238E27FC236}">
                <a16:creationId xmlns:a16="http://schemas.microsoft.com/office/drawing/2014/main" id="{4DD2D179-D470-6790-30E5-906BC72B668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6745" y="4661616"/>
            <a:ext cx="772946" cy="71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Ellipse 17">
            <a:extLst>
              <a:ext uri="{FF2B5EF4-FFF2-40B4-BE49-F238E27FC236}">
                <a16:creationId xmlns:a16="http://schemas.microsoft.com/office/drawing/2014/main" id="{23A47BBB-1243-4D85-AB69-03BF0418E7D0}"/>
              </a:ext>
            </a:extLst>
          </p:cNvPr>
          <p:cNvSpPr/>
          <p:nvPr userDrawn="1"/>
        </p:nvSpPr>
        <p:spPr bwMode="auto">
          <a:xfrm>
            <a:off x="1397564" y="4790954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968B154-6356-5768-E035-AB47F0997165}"/>
              </a:ext>
            </a:extLst>
          </p:cNvPr>
          <p:cNvSpPr txBox="1">
            <a:spLocks/>
          </p:cNvSpPr>
          <p:nvPr userDrawn="1"/>
        </p:nvSpPr>
        <p:spPr>
          <a:xfrm>
            <a:off x="1847566" y="4741087"/>
            <a:ext cx="4203984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</a:pP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Open Excel then click </a:t>
            </a:r>
            <a:r>
              <a:rPr lang="en-CA" sz="1200" b="0" i="1" kern="0" noProof="0">
                <a:solidFill>
                  <a:schemeClr val="accent1"/>
                </a:solidFill>
                <a:latin typeface="+mn-lt"/>
                <a:cs typeface="+mn-cs"/>
              </a:rPr>
              <a:t>Blank workbook</a:t>
            </a:r>
            <a:br>
              <a:rPr lang="en-CA" sz="1200" b="0" i="1" kern="0" noProof="0">
                <a:solidFill>
                  <a:schemeClr val="accent1"/>
                </a:solidFill>
                <a:latin typeface="+mn-lt"/>
                <a:cs typeface="+mn-cs"/>
              </a:rPr>
            </a:br>
            <a:r>
              <a:rPr lang="en-CA" sz="900" b="0" kern="0" noProof="0">
                <a:solidFill>
                  <a:schemeClr val="tx1"/>
                </a:solidFill>
                <a:latin typeface="+mn-lt"/>
                <a:cs typeface="+mn-cs"/>
              </a:rPr>
              <a:t>If already open, click on  </a:t>
            </a:r>
            <a:r>
              <a:rPr lang="en-CA" sz="900" b="0" i="1" kern="0" noProof="0">
                <a:solidFill>
                  <a:schemeClr val="accent1"/>
                </a:solidFill>
                <a:latin typeface="+mn-lt"/>
                <a:cs typeface="+mn-cs"/>
              </a:rPr>
              <a:t>File</a:t>
            </a:r>
            <a:r>
              <a:rPr lang="en-CA" sz="900" b="0" i="0" kern="0" noProof="0">
                <a:solidFill>
                  <a:schemeClr val="tx1"/>
                </a:solidFill>
                <a:latin typeface="+mn-lt"/>
                <a:cs typeface="+mn-cs"/>
              </a:rPr>
              <a:t>, </a:t>
            </a:r>
            <a:r>
              <a:rPr lang="en-CA" sz="900" b="0" i="1" kern="0" noProof="0">
                <a:solidFill>
                  <a:schemeClr val="accent1"/>
                </a:solidFill>
                <a:latin typeface="+mn-lt"/>
                <a:cs typeface="+mn-cs"/>
              </a:rPr>
              <a:t>New</a:t>
            </a:r>
            <a:r>
              <a:rPr lang="en-CA" sz="900" b="0" i="0" kern="0" noProof="0">
                <a:solidFill>
                  <a:schemeClr val="tx1"/>
                </a:solidFill>
                <a:latin typeface="+mn-lt"/>
                <a:cs typeface="+mn-cs"/>
              </a:rPr>
              <a:t>, </a:t>
            </a:r>
            <a:r>
              <a:rPr lang="en-CA" sz="900" b="0" i="1" kern="0" noProof="0">
                <a:solidFill>
                  <a:schemeClr val="accent1"/>
                </a:solidFill>
                <a:latin typeface="+mn-lt"/>
                <a:cs typeface="+mn-cs"/>
              </a:rPr>
              <a:t>Blank workbook</a:t>
            </a:r>
            <a:endParaRPr lang="en-CA" sz="1200" b="0" i="1" kern="0" noProof="0">
              <a:solidFill>
                <a:schemeClr val="accent1"/>
              </a:solidFill>
              <a:latin typeface="+mn-lt"/>
              <a:cs typeface="+mn-cs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9B388AC-8977-2625-C3F2-9CDE5891D249}"/>
              </a:ext>
            </a:extLst>
          </p:cNvPr>
          <p:cNvSpPr/>
          <p:nvPr userDrawn="1"/>
        </p:nvSpPr>
        <p:spPr bwMode="auto">
          <a:xfrm>
            <a:off x="6131680" y="4790954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A3C9B7EA-2448-A0F8-9A9F-17EB985102EA}"/>
              </a:ext>
            </a:extLst>
          </p:cNvPr>
          <p:cNvSpPr txBox="1">
            <a:spLocks/>
          </p:cNvSpPr>
          <p:nvPr userDrawn="1"/>
        </p:nvSpPr>
        <p:spPr>
          <a:xfrm>
            <a:off x="6589386" y="4741087"/>
            <a:ext cx="2859892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</a:pP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On the </a:t>
            </a:r>
            <a:r>
              <a:rPr lang="en-CA" sz="1200" b="0" i="1" kern="0" noProof="0">
                <a:solidFill>
                  <a:schemeClr val="accent1"/>
                </a:solidFill>
                <a:latin typeface="+mn-lt"/>
                <a:cs typeface="+mn-cs"/>
              </a:rPr>
              <a:t>Page Layout menu </a:t>
            </a: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tab,</a:t>
            </a:r>
            <a:b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click </a:t>
            </a:r>
            <a:r>
              <a:rPr lang="en-CA" sz="1200" b="0" i="1" kern="0" noProof="0">
                <a:solidFill>
                  <a:schemeClr val="accent1"/>
                </a:solidFill>
                <a:latin typeface="+mn-lt"/>
                <a:cs typeface="+mn-cs"/>
              </a:rPr>
              <a:t>Theme</a:t>
            </a:r>
            <a:endParaRPr lang="en-CA" sz="1200" b="0" i="1" kern="0" noProof="0">
              <a:solidFill>
                <a:schemeClr val="tx2"/>
              </a:solidFill>
              <a:latin typeface="+mn-lt"/>
              <a:cs typeface="+mn-cs"/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19032459-2F45-11C4-CAA4-A94B04046A32}"/>
              </a:ext>
            </a:extLst>
          </p:cNvPr>
          <p:cNvSpPr/>
          <p:nvPr userDrawn="1"/>
        </p:nvSpPr>
        <p:spPr bwMode="auto">
          <a:xfrm>
            <a:off x="9695283" y="4790954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858D6C80-D653-743F-FD28-3A20D14D8782}"/>
              </a:ext>
            </a:extLst>
          </p:cNvPr>
          <p:cNvSpPr txBox="1">
            <a:spLocks/>
          </p:cNvSpPr>
          <p:nvPr userDrawn="1"/>
        </p:nvSpPr>
        <p:spPr>
          <a:xfrm>
            <a:off x="10145996" y="4741087"/>
            <a:ext cx="1800000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</a:pPr>
            <a:r>
              <a:rPr lang="en-CA" sz="1200" kern="0" noProof="0">
                <a:solidFill>
                  <a:schemeClr val="tx1"/>
                </a:solidFill>
                <a:latin typeface="+mn-lt"/>
                <a:cs typeface="+mn-cs"/>
              </a:rPr>
              <a:t>Select your theme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E51AB87C-6D72-B464-CB4E-827F684A2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1" y="5600308"/>
            <a:ext cx="12192000" cy="57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lIns="144000" tIns="45720" rIns="144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750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None/>
              <a:tabLst/>
              <a:defRPr sz="2000" b="1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ct val="300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68338" indent="-1857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tabLst>
                <a:tab pos="1619250" algn="l"/>
              </a:tabLst>
              <a:defRPr/>
            </a:pPr>
            <a:r>
              <a:rPr lang="en-CA" sz="1600" b="0" kern="0" noProof="0">
                <a:solidFill>
                  <a:schemeClr val="accent1"/>
                </a:solidFill>
                <a:latin typeface="+mn-lt"/>
                <a:cs typeface="+mn-cs"/>
              </a:rPr>
              <a:t>	</a:t>
            </a:r>
            <a:endParaRPr lang="en-CA" sz="1600" kern="0" noProof="0">
              <a:solidFill>
                <a:schemeClr val="accent1"/>
              </a:solidFill>
              <a:latin typeface="+mn-lt"/>
              <a:cs typeface="+mn-cs"/>
            </a:endParaRPr>
          </a:p>
        </p:txBody>
      </p:sp>
      <p:pic>
        <p:nvPicPr>
          <p:cNvPr id="26" name="Picture 6" descr="Résultats de recherche d'images pour « logo word 2016 »">
            <a:extLst>
              <a:ext uri="{FF2B5EF4-FFF2-40B4-BE49-F238E27FC236}">
                <a16:creationId xmlns:a16="http://schemas.microsoft.com/office/drawing/2014/main" id="{0CF56E70-63BF-47A3-20D5-A003C3DDF92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" b="-161"/>
          <a:stretch/>
        </p:blipFill>
        <p:spPr bwMode="auto">
          <a:xfrm>
            <a:off x="381000" y="5533912"/>
            <a:ext cx="794284" cy="715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Ellipse 26">
            <a:extLst>
              <a:ext uri="{FF2B5EF4-FFF2-40B4-BE49-F238E27FC236}">
                <a16:creationId xmlns:a16="http://schemas.microsoft.com/office/drawing/2014/main" id="{55E1D52A-4431-776E-9C27-2335213D4BED}"/>
              </a:ext>
            </a:extLst>
          </p:cNvPr>
          <p:cNvSpPr/>
          <p:nvPr userDrawn="1"/>
        </p:nvSpPr>
        <p:spPr bwMode="auto">
          <a:xfrm>
            <a:off x="1400429" y="5663250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DBA2D45E-ED79-0986-7EDF-B0129C813D33}"/>
              </a:ext>
            </a:extLst>
          </p:cNvPr>
          <p:cNvSpPr txBox="1">
            <a:spLocks/>
          </p:cNvSpPr>
          <p:nvPr userDrawn="1"/>
        </p:nvSpPr>
        <p:spPr>
          <a:xfrm>
            <a:off x="1847566" y="5613383"/>
            <a:ext cx="4203984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</a:pP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Open Word, click </a:t>
            </a:r>
            <a:r>
              <a:rPr lang="en-CA" sz="1200" b="0" i="1" kern="0" noProof="0">
                <a:solidFill>
                  <a:schemeClr val="accent1"/>
                </a:solidFill>
                <a:latin typeface="+mn-lt"/>
                <a:cs typeface="+mn-cs"/>
              </a:rPr>
              <a:t>Blank document</a:t>
            </a:r>
            <a:b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CA" sz="900" b="0" kern="0" noProof="0">
                <a:solidFill>
                  <a:schemeClr val="tx1"/>
                </a:solidFill>
                <a:latin typeface="+mn-lt"/>
                <a:cs typeface="+mn-cs"/>
              </a:rPr>
              <a:t>If already open, click on  </a:t>
            </a:r>
            <a:r>
              <a:rPr lang="en-CA" sz="900" b="0" i="1" kern="0" noProof="0">
                <a:solidFill>
                  <a:schemeClr val="accent1"/>
                </a:solidFill>
                <a:latin typeface="+mn-lt"/>
                <a:cs typeface="+mn-cs"/>
              </a:rPr>
              <a:t>File</a:t>
            </a:r>
            <a:r>
              <a:rPr lang="en-CA" sz="900" b="0" i="0" kern="0" noProof="0">
                <a:solidFill>
                  <a:schemeClr val="tx1"/>
                </a:solidFill>
                <a:latin typeface="+mn-lt"/>
                <a:cs typeface="+mn-cs"/>
              </a:rPr>
              <a:t>, </a:t>
            </a:r>
            <a:r>
              <a:rPr lang="en-CA" sz="900" b="0" i="1" kern="0" noProof="0">
                <a:solidFill>
                  <a:schemeClr val="accent1"/>
                </a:solidFill>
                <a:latin typeface="+mn-lt"/>
                <a:cs typeface="+mn-cs"/>
              </a:rPr>
              <a:t>New</a:t>
            </a:r>
            <a:r>
              <a:rPr lang="en-CA" sz="900" b="0" i="0" kern="0" noProof="0">
                <a:solidFill>
                  <a:schemeClr val="tx1"/>
                </a:solidFill>
                <a:latin typeface="+mn-lt"/>
                <a:cs typeface="+mn-cs"/>
              </a:rPr>
              <a:t>, </a:t>
            </a:r>
            <a:r>
              <a:rPr lang="en-CA" sz="900" b="0" i="1" kern="0" noProof="0">
                <a:solidFill>
                  <a:schemeClr val="accent1"/>
                </a:solidFill>
                <a:latin typeface="+mn-lt"/>
                <a:cs typeface="+mn-cs"/>
              </a:rPr>
              <a:t>Blank document</a:t>
            </a:r>
            <a:endParaRPr lang="en-CA" sz="1200" b="0" i="1" kern="0" noProof="0">
              <a:solidFill>
                <a:schemeClr val="accent1"/>
              </a:solidFill>
              <a:latin typeface="+mn-lt"/>
              <a:cs typeface="+mn-cs"/>
            </a:endParaRP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58DB4BB3-8D88-4134-A13C-642DD2A2BE47}"/>
              </a:ext>
            </a:extLst>
          </p:cNvPr>
          <p:cNvSpPr/>
          <p:nvPr userDrawn="1"/>
        </p:nvSpPr>
        <p:spPr bwMode="auto">
          <a:xfrm>
            <a:off x="6131680" y="5663250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B6DB54B-EFF8-979A-5900-322E87C40029}"/>
              </a:ext>
            </a:extLst>
          </p:cNvPr>
          <p:cNvSpPr txBox="1">
            <a:spLocks/>
          </p:cNvSpPr>
          <p:nvPr userDrawn="1"/>
        </p:nvSpPr>
        <p:spPr>
          <a:xfrm>
            <a:off x="6589388" y="5613383"/>
            <a:ext cx="2859892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</a:pP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On the </a:t>
            </a:r>
            <a:r>
              <a:rPr lang="en-CA" sz="1200" b="0" i="1" kern="0" noProof="0">
                <a:solidFill>
                  <a:schemeClr val="accent1"/>
                </a:solidFill>
                <a:latin typeface="+mn-lt"/>
                <a:cs typeface="+mn-cs"/>
              </a:rPr>
              <a:t>Design menu </a:t>
            </a: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tab,</a:t>
            </a:r>
            <a:b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</a:br>
            <a:r>
              <a:rPr lang="en-CA" sz="1200" b="0" kern="0" noProof="0">
                <a:solidFill>
                  <a:schemeClr val="tx1"/>
                </a:solidFill>
                <a:latin typeface="+mn-lt"/>
                <a:cs typeface="+mn-cs"/>
              </a:rPr>
              <a:t>click </a:t>
            </a:r>
            <a:r>
              <a:rPr lang="en-CA" sz="1200" b="0" i="1" kern="0" noProof="0">
                <a:solidFill>
                  <a:schemeClr val="accent1"/>
                </a:solidFill>
                <a:latin typeface="+mn-lt"/>
                <a:cs typeface="+mn-cs"/>
              </a:rPr>
              <a:t>Theme</a:t>
            </a:r>
            <a:endParaRPr lang="en-CA" sz="1200" b="0" i="1" kern="0" noProof="0">
              <a:solidFill>
                <a:schemeClr val="tx2"/>
              </a:solidFill>
              <a:latin typeface="+mn-lt"/>
              <a:cs typeface="+mn-cs"/>
            </a:endParaRP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99BEFE46-DC64-6F8B-674E-274E45DFA2B2}"/>
              </a:ext>
            </a:extLst>
          </p:cNvPr>
          <p:cNvSpPr/>
          <p:nvPr userDrawn="1"/>
        </p:nvSpPr>
        <p:spPr bwMode="auto">
          <a:xfrm>
            <a:off x="9695283" y="5663250"/>
            <a:ext cx="457200" cy="457200"/>
          </a:xfrm>
          <a:prstGeom prst="ellipse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sz="1400" b="0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8E4DEDF-2489-60A1-7254-9C5D979C5DBF}"/>
              </a:ext>
            </a:extLst>
          </p:cNvPr>
          <p:cNvSpPr txBox="1">
            <a:spLocks/>
          </p:cNvSpPr>
          <p:nvPr userDrawn="1"/>
        </p:nvSpPr>
        <p:spPr>
          <a:xfrm>
            <a:off x="10146000" y="5613383"/>
            <a:ext cx="1800000" cy="556935"/>
          </a:xfrm>
          <a:prstGeom prst="rect">
            <a:avLst/>
          </a:prstGeom>
          <a:noFill/>
        </p:spPr>
        <p:txBody>
          <a:bodyPr lIns="91440" anchor="ctr"/>
          <a:lstStyle>
            <a:lvl1pPr marL="339725" indent="-285750" algn="l" rtl="0" eaLnBrk="1" fontAlgn="base" hangingPunct="1"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lang="en-CA" sz="1800" baseline="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81013" indent="-195263" algn="l" rtl="0" eaLnBrk="1" fontAlgn="base" hangingPunct="1">
              <a:spcBef>
                <a:spcPts val="200"/>
              </a:spcBef>
              <a:spcAft>
                <a:spcPct val="0"/>
              </a:spcAft>
              <a:buClr>
                <a:schemeClr val="dk1"/>
              </a:buClr>
              <a:buSzPct val="85000"/>
              <a:buFont typeface="Arial" panose="020B0604020202020204" pitchFamily="34" charset="0"/>
              <a:buChar char="n"/>
              <a:defRPr sz="160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27063" indent="-144463" algn="l" rtl="0" eaLnBrk="1" fontAlgn="base" hangingPunct="1">
              <a:spcBef>
                <a:spcPts val="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3pPr>
            <a:lvl4pPr marL="863600" indent="-193675" algn="l" rtl="0" eaLnBrk="1" fontAlgn="base" hangingPunct="1">
              <a:spcBef>
                <a:spcPct val="15000"/>
              </a:spcBef>
              <a:spcAft>
                <a:spcPct val="0"/>
              </a:spcAft>
              <a:buClr>
                <a:schemeClr val="dk1"/>
              </a:buClr>
              <a:buSzPct val="80000"/>
              <a:buFont typeface="Arial" panose="020B0604020202020204" pitchFamily="34" charset="0"/>
              <a:buChar char="n"/>
              <a:defRPr sz="1400">
                <a:solidFill>
                  <a:schemeClr val="accent1"/>
                </a:solidFill>
                <a:latin typeface="+mn-lt"/>
                <a:ea typeface="+mn-ea"/>
              </a:defRPr>
            </a:lvl4pPr>
            <a:lvl5pPr marL="21351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923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495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5067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63988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975" indent="0">
              <a:buNone/>
            </a:pPr>
            <a:r>
              <a:rPr lang="en-CA" sz="1200" kern="0" noProof="0">
                <a:solidFill>
                  <a:schemeClr val="tx1"/>
                </a:solidFill>
                <a:latin typeface="+mn-lt"/>
                <a:cs typeface="+mn-cs"/>
              </a:rPr>
              <a:t>Select your theme</a:t>
            </a:r>
          </a:p>
        </p:txBody>
      </p:sp>
    </p:spTree>
    <p:extLst>
      <p:ext uri="{BB962C8B-B14F-4D97-AF65-F5344CB8AC3E}">
        <p14:creationId xmlns:p14="http://schemas.microsoft.com/office/powerpoint/2010/main" val="162173595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CHECK page assessment 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UJET">
            <a:extLst>
              <a:ext uri="{FF2B5EF4-FFF2-40B4-BE49-F238E27FC236}">
                <a16:creationId xmlns:a16="http://schemas.microsoft.com/office/drawing/2014/main" id="{9F70D95C-81DA-6632-66FD-AE8132950A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63" y="233999"/>
            <a:ext cx="5714937" cy="180001"/>
          </a:xfrm>
        </p:spPr>
        <p:txBody>
          <a:bodyPr lIns="18000" tIns="0" rIns="18000" bIns="0" anchor="ctr">
            <a:noAutofit/>
          </a:bodyPr>
          <a:lstStyle>
            <a:lvl1pPr marL="0" indent="0">
              <a:spcBef>
                <a:spcPts val="0"/>
              </a:spcBef>
              <a:buNone/>
              <a:defRPr sz="10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CA"/>
              <a:t>Click to add a subject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BC9199-76E3-E4B1-18CC-119B22AF30DD}"/>
              </a:ext>
            </a:extLst>
          </p:cNvPr>
          <p:cNvSpPr/>
          <p:nvPr userDrawn="1"/>
        </p:nvSpPr>
        <p:spPr bwMode="auto">
          <a:xfrm>
            <a:off x="246000" y="413999"/>
            <a:ext cx="11699938" cy="7655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45720" rIns="72000" bIns="45720" numCol="1" rtlCol="0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CA" sz="2800" b="0" i="1" noProof="0">
                <a:solidFill>
                  <a:schemeClr val="tx1"/>
                </a:solidFill>
                <a:latin typeface="+mn-lt"/>
                <a:cs typeface="+mn-cs"/>
              </a:rPr>
              <a:t>pCHECK</a:t>
            </a:r>
            <a:r>
              <a:rPr lang="en-CA" sz="1200" b="0" i="0" noProof="0">
                <a:solidFill>
                  <a:schemeClr val="tx1"/>
                </a:solidFill>
                <a:latin typeface="+mn-lt"/>
                <a:cs typeface="+mn-cs"/>
              </a:rPr>
              <a:t> </a:t>
            </a:r>
            <a:r>
              <a:rPr lang="en-CA" sz="2000" b="0" i="0" baseline="60000" noProof="0">
                <a:solidFill>
                  <a:schemeClr val="tx1"/>
                </a:solidFill>
                <a:latin typeface="+mn-lt"/>
                <a:cs typeface="+mn-cs"/>
              </a:rPr>
              <a:t>®</a:t>
            </a:r>
            <a:r>
              <a:rPr lang="en-CA" sz="2800" b="0" i="0" noProof="0">
                <a:solidFill>
                  <a:schemeClr val="tx1"/>
                </a:solidFill>
                <a:latin typeface="+mn-lt"/>
                <a:cs typeface="+mn-cs"/>
              </a:rPr>
              <a:t> page assessment checklist</a:t>
            </a:r>
          </a:p>
        </p:txBody>
      </p:sp>
      <p:graphicFrame>
        <p:nvGraphicFramePr>
          <p:cNvPr id="13" name="Tableau 12">
            <a:extLst>
              <a:ext uri="{FF2B5EF4-FFF2-40B4-BE49-F238E27FC236}">
                <a16:creationId xmlns:a16="http://schemas.microsoft.com/office/drawing/2014/main" id="{8B3C997E-C5CD-509A-07EB-E32DD5EF7C3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621404380"/>
              </p:ext>
            </p:extLst>
          </p:nvPr>
        </p:nvGraphicFramePr>
        <p:xfrm>
          <a:off x="246001" y="1404000"/>
          <a:ext cx="11699875" cy="4665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4569">
                  <a:extLst>
                    <a:ext uri="{9D8B030D-6E8A-4147-A177-3AD203B41FA5}">
                      <a16:colId xmlns:a16="http://schemas.microsoft.com/office/drawing/2014/main" val="566889257"/>
                    </a:ext>
                  </a:extLst>
                </a:gridCol>
                <a:gridCol w="510141">
                  <a:extLst>
                    <a:ext uri="{9D8B030D-6E8A-4147-A177-3AD203B41FA5}">
                      <a16:colId xmlns:a16="http://schemas.microsoft.com/office/drawing/2014/main" val="3205415789"/>
                    </a:ext>
                  </a:extLst>
                </a:gridCol>
                <a:gridCol w="8635165">
                  <a:extLst>
                    <a:ext uri="{9D8B030D-6E8A-4147-A177-3AD203B41FA5}">
                      <a16:colId xmlns:a16="http://schemas.microsoft.com/office/drawing/2014/main" val="2324330360"/>
                    </a:ext>
                  </a:extLst>
                </a:gridCol>
              </a:tblGrid>
              <a:tr h="5832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CA" sz="1800" b="0" noProof="0">
                          <a:solidFill>
                            <a:schemeClr val="accent1"/>
                          </a:solidFill>
                          <a:latin typeface="+mj-lt"/>
                        </a:rPr>
                        <a:t>Page needed?</a:t>
                      </a:r>
                    </a:p>
                  </a:txBody>
                  <a:tcPr marL="0" marR="0" marT="46800" marB="468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</a:p>
                  </a:txBody>
                  <a:tcPr marL="0" marR="0" marT="46800" marB="468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Could you remove or merge this page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without affecting your storyline?</a:t>
                      </a:r>
                    </a:p>
                  </a:txBody>
                  <a:tcPr marL="0" marR="0" marT="46800" marB="468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144494"/>
                  </a:ext>
                </a:extLst>
              </a:tr>
              <a:tr h="583200">
                <a:tc>
                  <a:txBody>
                    <a:bodyPr/>
                    <a:lstStyle/>
                    <a:p>
                      <a:r>
                        <a:rPr lang="en-CA" sz="1800" b="0">
                          <a:solidFill>
                            <a:schemeClr val="accent1"/>
                          </a:solidFill>
                          <a:latin typeface="+mj-lt"/>
                          <a:ea typeface="+mn-ea"/>
                          <a:cs typeface="+mn-cs"/>
                        </a:rPr>
                        <a:t>Headline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Did you use a headline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(maybe with a message box) to communicate the key message </a:t>
                      </a:r>
                      <a:b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</a:b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of your page?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722726"/>
                  </a:ext>
                </a:extLst>
              </a:tr>
              <a:tr h="583200">
                <a:tc rowSpan="6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CA" sz="1800" b="0" noProof="0">
                          <a:solidFill>
                            <a:schemeClr val="accent1"/>
                          </a:solidFill>
                          <a:latin typeface="+mj-lt"/>
                        </a:rPr>
                        <a:t>Page optimization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Simplicity: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Could you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remove information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without diluting your key points? </a:t>
                      </a:r>
                      <a:b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</a:b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Or split your page into 2?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98111"/>
                  </a:ext>
                </a:extLst>
              </a:tr>
              <a:tr h="583200">
                <a:tc vMerge="1"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CA" sz="1800" b="0" noProof="0">
                        <a:solidFill>
                          <a:schemeClr val="tx1"/>
                        </a:solidFill>
                      </a:endParaRPr>
                    </a:p>
                  </a:txBody>
                  <a:tcPr marL="0" marR="0" marT="46800" marB="4680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</a:p>
                  </a:txBody>
                  <a:tcPr marL="0" marR="0" marT="46800" marB="468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Chunking: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Did you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visually group information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that belongs together?</a:t>
                      </a:r>
                    </a:p>
                  </a:txBody>
                  <a:tcPr marL="0" marR="0" marT="46800" marB="468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613774"/>
                  </a:ext>
                </a:extLst>
              </a:tr>
              <a:tr h="583200">
                <a:tc vMerge="1"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CA" sz="1800" b="0" noProof="0">
                        <a:solidFill>
                          <a:schemeClr val="tx1"/>
                        </a:solidFill>
                      </a:endParaRPr>
                    </a:p>
                  </a:txBody>
                  <a:tcPr marL="0" marR="0" marT="46800" marB="4680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Page layout: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Is your page layout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intuitive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? For example, did you use vertical blocks </a:t>
                      </a:r>
                      <a:b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</a:b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for comparison, horizontal blocks for sequencing, left / right optimization?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534314"/>
                  </a:ext>
                </a:extLst>
              </a:tr>
              <a:tr h="583200">
                <a:tc vMerge="1"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CA" sz="1800" b="0" noProof="0">
                        <a:solidFill>
                          <a:schemeClr val="tx1"/>
                        </a:solidFill>
                      </a:endParaRPr>
                    </a:p>
                  </a:txBody>
                  <a:tcPr marL="0" marR="0" marT="46800" marB="4680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Contrast and hierarchy: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Are you using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size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,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colour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,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shapes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 and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font styles </a:t>
                      </a:r>
                      <a:b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</a:b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to create contrast and hierarchy?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333912"/>
                  </a:ext>
                </a:extLst>
              </a:tr>
              <a:tr h="583200">
                <a:tc vMerge="1"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CA" sz="1800" b="0" noProof="0">
                        <a:solidFill>
                          <a:schemeClr val="tx1"/>
                        </a:solidFill>
                      </a:endParaRPr>
                    </a:p>
                  </a:txBody>
                  <a:tcPr marL="0" marR="0" marT="46800" marB="4680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</a:p>
                  </a:txBody>
                  <a:tcPr marL="0" marR="0" marT="46800" marB="468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9 elements: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Are you applying the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PrezExpert best practices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to use all 9 elements effectively? </a:t>
                      </a:r>
                    </a:p>
                  </a:txBody>
                  <a:tcPr marL="0" marR="0" marT="46800" marB="4680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1632058"/>
                  </a:ext>
                </a:extLst>
              </a:tr>
              <a:tr h="583200">
                <a:tc vMerge="1"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</a:pPr>
                      <a:endParaRPr lang="en-CA" sz="1800" b="0" noProof="0">
                        <a:solidFill>
                          <a:schemeClr val="tx1"/>
                        </a:solidFill>
                      </a:endParaRPr>
                    </a:p>
                  </a:txBody>
                  <a:tcPr marL="0" marR="0" marT="46800" marB="46800"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White space: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Do you have enough white space?</a:t>
                      </a:r>
                      <a:b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</a:b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Is it evenly distributed to make your </a:t>
                      </a:r>
                      <a:r>
                        <a:rPr lang="en-CA" sz="1600" b="0" noProof="0">
                          <a:solidFill>
                            <a:schemeClr val="accent1"/>
                          </a:solidFill>
                          <a:latin typeface="+mn-lt"/>
                          <a:cs typeface="+mn-cs"/>
                        </a:rPr>
                        <a:t>page breathe </a:t>
                      </a:r>
                      <a:r>
                        <a:rPr lang="en-CA" sz="1600" b="0" noProof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properly?</a:t>
                      </a:r>
                      <a:endParaRPr lang="en-CA" sz="1600" b="0" noProof="0">
                        <a:solidFill>
                          <a:schemeClr val="tx2"/>
                        </a:solidFill>
                        <a:latin typeface="+mn-lt"/>
                        <a:cs typeface="+mn-cs"/>
                      </a:endParaRPr>
                    </a:p>
                  </a:txBody>
                  <a:tcPr marL="0" marR="0" marT="46800" marB="46800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161211"/>
                  </a:ext>
                </a:extLst>
              </a:tr>
            </a:tbl>
          </a:graphicData>
        </a:graphic>
      </p:graphicFrame>
      <p:sp>
        <p:nvSpPr>
          <p:cNvPr id="14" name="Text Box 25">
            <a:extLst>
              <a:ext uri="{FF2B5EF4-FFF2-40B4-BE49-F238E27FC236}">
                <a16:creationId xmlns:a16="http://schemas.microsoft.com/office/drawing/2014/main" id="{12899298-CF50-6ACC-2BC6-82C79DDDDB1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6063" y="6489000"/>
            <a:ext cx="11699875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rIns="0">
            <a:spAutoFit/>
          </a:bodyPr>
          <a:lstStyle>
            <a:lvl1pPr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l">
              <a:defRPr/>
            </a:pPr>
            <a:r>
              <a:rPr lang="en-CA" sz="900" b="0">
                <a:solidFill>
                  <a:schemeClr val="tx1"/>
                </a:solidFill>
                <a:latin typeface="+mn-lt"/>
                <a:cs typeface="+mn-cs"/>
              </a:rPr>
              <a:t>© PREZEXPERT INTL Inc., 2014, updated in 2015-2025.  All rights reserved. Any copy, modification or use without the authorisation of the copyright owner is prohibited.    		                www.prezexpert.com </a:t>
            </a:r>
          </a:p>
        </p:txBody>
      </p:sp>
      <p:pic>
        <p:nvPicPr>
          <p:cNvPr id="2" name="Picture 1" descr="A blue and grey text on a black background&#10;&#10;AI-generated content may be incorrect.">
            <a:extLst>
              <a:ext uri="{FF2B5EF4-FFF2-40B4-BE49-F238E27FC236}">
                <a16:creationId xmlns:a16="http://schemas.microsoft.com/office/drawing/2014/main" id="{BBE5CACC-F312-A8A6-020B-C3BBE9F7AE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856" y="350872"/>
            <a:ext cx="2606400" cy="64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0582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arni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B413FA-A402-C68A-45FB-D5608FB6B340}"/>
              </a:ext>
            </a:extLst>
          </p:cNvPr>
          <p:cNvSpPr txBox="1"/>
          <p:nvPr userDrawn="1"/>
        </p:nvSpPr>
        <p:spPr>
          <a:xfrm>
            <a:off x="246064" y="279400"/>
            <a:ext cx="11699874" cy="6299200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ctr">
              <a:lnSpc>
                <a:spcPct val="80000"/>
              </a:lnSpc>
            </a:pPr>
            <a:r>
              <a:rPr lang="en-CA" sz="9600"/>
              <a:t>WARNING</a:t>
            </a:r>
            <a:br>
              <a:rPr lang="en-CA" sz="9600"/>
            </a:br>
            <a:r>
              <a:rPr lang="en-CA" sz="9600"/>
              <a:t>do not use any of</a:t>
            </a:r>
            <a:br>
              <a:rPr lang="en-CA" sz="9600"/>
            </a:br>
            <a:r>
              <a:rPr lang="en-CA" sz="9600"/>
              <a:t>the layouts that may appear after this one</a:t>
            </a:r>
          </a:p>
        </p:txBody>
      </p:sp>
    </p:spTree>
    <p:extLst>
      <p:ext uri="{BB962C8B-B14F-4D97-AF65-F5344CB8AC3E}">
        <p14:creationId xmlns:p14="http://schemas.microsoft.com/office/powerpoint/2010/main" val="3020537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94.xml"/><Relationship Id="rId95" Type="http://schemas.openxmlformats.org/officeDocument/2006/relationships/slideLayout" Target="../slideLayouts/slideLayout95.xml"/><Relationship Id="rId96" Type="http://schemas.openxmlformats.org/officeDocument/2006/relationships/slideLayout" Target="../slideLayouts/slideLayout96.xml"/><Relationship Id="rId97" Type="http://schemas.openxmlformats.org/officeDocument/2006/relationships/slideLayout" Target="../slideLayouts/slideLayout97.xml"/><Relationship Id="rId98" Type="http://schemas.openxmlformats.org/officeDocument/2006/relationships/slideLayout" Target="../slideLayouts/slideLayout98.xml"/><Relationship Id="rId9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5EF98BF-F482-A151-AA01-B5E6F8F25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63" y="414000"/>
            <a:ext cx="11699875" cy="76551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CA"/>
              <a:t>Click to add a headline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1C2883-FAAB-538F-6B56-40E3CA006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063" y="1314450"/>
            <a:ext cx="11699875" cy="5040313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CA"/>
              <a:t>Click to add text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35BE21-7740-8E97-66E6-A8281ABFDD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6000" y="6464920"/>
            <a:ext cx="4114800" cy="223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018439-D11C-FA3B-399B-19267E4710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6000" y="6464920"/>
            <a:ext cx="359938" cy="223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21DAE3DD-E46F-48E2-BAED-1C2B457B4828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4B8A17E-F2D6-5678-44DF-BDE3D8072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46000" y="-216000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4215A5B-9B0D-CB9E-0AA7-427DFD7B8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11946000" y="-216000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1E6D00B-CA13-6548-BF44-2CD5A015B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2216000" y="279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31765002-8C65-83BD-E210-D54EC737C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2216000" y="1314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139514AD-A660-4A18-6F3A-15E3E20A3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2216000" y="6354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275E276E-EA5A-D53E-BBD2-9D52F2B43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11946000" y="6894000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653FE9C1-FD08-4AA3-DA84-EF217A526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 flipV="1">
            <a:off x="246000" y="6894000"/>
            <a:ext cx="0" cy="18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A5BCDC0E-659F-98FC-C578-0795F81A5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-204000" y="6354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9A6C3BC6-A2A0-82A4-0DF1-6B8413A88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-204000" y="1314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7513C83-CACD-DFB5-F1B5-DDBD942F1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-204000" y="279000"/>
            <a:ext cx="18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560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768" r:id="rId2"/>
    <p:sldLayoutId id="2147483660" r:id="rId3"/>
    <p:sldLayoutId id="2147483673" r:id="rId4"/>
    <p:sldLayoutId id="2147483681" r:id="rId5"/>
    <p:sldLayoutId id="2147483691" r:id="rId6"/>
    <p:sldLayoutId id="2147483692" r:id="rId7"/>
    <p:sldLayoutId id="2147483694" r:id="rId8"/>
    <p:sldLayoutId id="2147483680" r:id="rId9"/>
    <p:sldLayoutId id="2147483697" r:id="rId10"/>
    <p:sldLayoutId id="2147483696" r:id="rId11"/>
    <p:sldLayoutId id="2147483695" r:id="rId12"/>
    <p:sldLayoutId id="2147483679" r:id="rId13"/>
    <p:sldLayoutId id="2147483661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82" r:id="rId20"/>
    <p:sldLayoutId id="2147483662" r:id="rId21"/>
    <p:sldLayoutId id="2147483749" r:id="rId22"/>
    <p:sldLayoutId id="2147483706" r:id="rId23"/>
    <p:sldLayoutId id="2147483698" r:id="rId24"/>
    <p:sldLayoutId id="2147483750" r:id="rId25"/>
    <p:sldLayoutId id="2147483663" r:id="rId26"/>
    <p:sldLayoutId id="2147483751" r:id="rId27"/>
    <p:sldLayoutId id="2147483752" r:id="rId28"/>
    <p:sldLayoutId id="2147483699" r:id="rId29"/>
    <p:sldLayoutId id="2147483664" r:id="rId30"/>
    <p:sldLayoutId id="2147483700" r:id="rId31"/>
    <p:sldLayoutId id="2147483683" r:id="rId32"/>
    <p:sldLayoutId id="2147483665" r:id="rId33"/>
    <p:sldLayoutId id="2147483753" r:id="rId34"/>
    <p:sldLayoutId id="2147483701" r:id="rId35"/>
    <p:sldLayoutId id="2147483754" r:id="rId36"/>
    <p:sldLayoutId id="2147483666" r:id="rId37"/>
    <p:sldLayoutId id="2147483755" r:id="rId38"/>
    <p:sldLayoutId id="2147483667" r:id="rId39"/>
    <p:sldLayoutId id="2147483704" r:id="rId40"/>
    <p:sldLayoutId id="2147483756" r:id="rId41"/>
    <p:sldLayoutId id="2147483705" r:id="rId42"/>
    <p:sldLayoutId id="2147483742" r:id="rId43"/>
    <p:sldLayoutId id="2147483743" r:id="rId44"/>
    <p:sldLayoutId id="2147483709" r:id="rId45"/>
    <p:sldLayoutId id="2147483710" r:id="rId46"/>
    <p:sldLayoutId id="2147483684" r:id="rId47"/>
    <p:sldLayoutId id="2147483711" r:id="rId48"/>
    <p:sldLayoutId id="2147483713" r:id="rId49"/>
    <p:sldLayoutId id="2147483757" r:id="rId50"/>
    <p:sldLayoutId id="2147483712" r:id="rId51"/>
    <p:sldLayoutId id="2147483758" r:id="rId52"/>
    <p:sldLayoutId id="2147483714" r:id="rId53"/>
    <p:sldLayoutId id="2147483715" r:id="rId54"/>
    <p:sldLayoutId id="2147483759" r:id="rId55"/>
    <p:sldLayoutId id="2147483716" r:id="rId56"/>
    <p:sldLayoutId id="2147483760" r:id="rId57"/>
    <p:sldLayoutId id="2147483685" r:id="rId58"/>
    <p:sldLayoutId id="2147483720" r:id="rId59"/>
    <p:sldLayoutId id="2147483721" r:id="rId60"/>
    <p:sldLayoutId id="2147483761" r:id="rId61"/>
    <p:sldLayoutId id="2147483718" r:id="rId62"/>
    <p:sldLayoutId id="2147483719" r:id="rId63"/>
    <p:sldLayoutId id="2147483762" r:id="rId64"/>
    <p:sldLayoutId id="2147483722" r:id="rId65"/>
    <p:sldLayoutId id="2147483724" r:id="rId66"/>
    <p:sldLayoutId id="2147483723" r:id="rId67"/>
    <p:sldLayoutId id="2147483726" r:id="rId68"/>
    <p:sldLayoutId id="2147483725" r:id="rId69"/>
    <p:sldLayoutId id="2147483688" r:id="rId70"/>
    <p:sldLayoutId id="2147483727" r:id="rId71"/>
    <p:sldLayoutId id="2147483731" r:id="rId72"/>
    <p:sldLayoutId id="2147483728" r:id="rId73"/>
    <p:sldLayoutId id="2147483732" r:id="rId74"/>
    <p:sldLayoutId id="2147483729" r:id="rId75"/>
    <p:sldLayoutId id="2147483733" r:id="rId76"/>
    <p:sldLayoutId id="2147483730" r:id="rId77"/>
    <p:sldLayoutId id="2147483686" r:id="rId78"/>
    <p:sldLayoutId id="2147483734" r:id="rId79"/>
    <p:sldLayoutId id="2147483735" r:id="rId80"/>
    <p:sldLayoutId id="2147483736" r:id="rId81"/>
    <p:sldLayoutId id="2147483687" r:id="rId82"/>
    <p:sldLayoutId id="2147483744" r:id="rId83"/>
    <p:sldLayoutId id="2147483738" r:id="rId84"/>
    <p:sldLayoutId id="2147483764" r:id="rId85"/>
    <p:sldLayoutId id="2147483737" r:id="rId86"/>
    <p:sldLayoutId id="2147483763" r:id="rId87"/>
    <p:sldLayoutId id="2147483745" r:id="rId88"/>
    <p:sldLayoutId id="2147483747" r:id="rId89"/>
    <p:sldLayoutId id="2147483746" r:id="rId90"/>
    <p:sldLayoutId id="2147483748" r:id="rId91"/>
    <p:sldLayoutId id="2147483765" r:id="rId92"/>
    <p:sldLayoutId id="2147483717" r:id="rId93"/>
    <p:sldLayoutId id="2147483689" r:id="rId94"/>
    <p:sldLayoutId id="2147483741" r:id="rId95"/>
    <p:sldLayoutId id="2147483740" r:id="rId96"/>
    <p:sldLayoutId id="2147483739" r:id="rId97"/>
    <p:sldLayoutId id="2147483690" r:id="rId9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​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00" indent="-216000" algn="l" defTabSz="914400" rtl="0" eaLnBrk="1" latinLnBrk="0" hangingPunct="1">
        <a:lnSpc>
          <a:spcPct val="100000"/>
        </a:lnSpc>
        <a:spcBef>
          <a:spcPts val="500"/>
        </a:spcBef>
        <a:buClr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06800" indent="-180000" algn="l" defTabSz="914400" rtl="0" eaLnBrk="1" latinLnBrk="0" hangingPunct="1">
        <a:lnSpc>
          <a:spcPct val="100000"/>
        </a:lnSpc>
        <a:spcBef>
          <a:spcPts val="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406800" indent="-406800" algn="l" defTabSz="914400" rtl="0" eaLnBrk="1" latinLnBrk="0" hangingPunct="1">
        <a:lnSpc>
          <a:spcPct val="100000"/>
        </a:lnSpc>
        <a:spcBef>
          <a:spcPts val="1000"/>
        </a:spcBef>
        <a:buFont typeface="+mj-lt"/>
        <a:buAutoNum type="arabicPeriod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​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8" orient="horz" pos="2132" userDrawn="1">
          <p15:clr>
            <a:srgbClr val="F26B43"/>
          </p15:clr>
        </p15:guide>
        <p15:guide id="39" pos="3812" userDrawn="1">
          <p15:clr>
            <a:srgbClr val="F26B43"/>
          </p15:clr>
        </p15:guide>
        <p15:guide id="40" orient="horz" pos="176" userDrawn="1">
          <p15:clr>
            <a:srgbClr val="F26B43"/>
          </p15:clr>
        </p15:guide>
        <p15:guide id="41" orient="horz" pos="743" userDrawn="1">
          <p15:clr>
            <a:srgbClr val="F26B43"/>
          </p15:clr>
        </p15:guide>
        <p15:guide id="42" pos="155" userDrawn="1">
          <p15:clr>
            <a:srgbClr val="F26B43"/>
          </p15:clr>
        </p15:guide>
        <p15:guide id="43" orient="horz" pos="828" userDrawn="1">
          <p15:clr>
            <a:srgbClr val="F26B43"/>
          </p15:clr>
        </p15:guide>
        <p15:guide id="44" orient="horz" pos="1395" userDrawn="1">
          <p15:clr>
            <a:srgbClr val="F26B43"/>
          </p15:clr>
        </p15:guide>
        <p15:guide id="45" orient="horz" pos="1480" userDrawn="1">
          <p15:clr>
            <a:srgbClr val="F26B43"/>
          </p15:clr>
        </p15:guide>
        <p15:guide id="46" orient="horz" pos="2047" userDrawn="1">
          <p15:clr>
            <a:srgbClr val="F26B43"/>
          </p15:clr>
        </p15:guide>
        <p15:guide id="47" orient="horz" pos="2699" userDrawn="1">
          <p15:clr>
            <a:srgbClr val="F26B43"/>
          </p15:clr>
        </p15:guide>
        <p15:guide id="48" orient="horz" pos="2784" userDrawn="1">
          <p15:clr>
            <a:srgbClr val="F26B43"/>
          </p15:clr>
        </p15:guide>
        <p15:guide id="49" orient="horz" pos="3351" userDrawn="1">
          <p15:clr>
            <a:srgbClr val="F26B43"/>
          </p15:clr>
        </p15:guide>
        <p15:guide id="50" orient="horz" pos="3436" userDrawn="1">
          <p15:clr>
            <a:srgbClr val="F26B43"/>
          </p15:clr>
        </p15:guide>
        <p15:guide id="51" orient="horz" pos="4003" userDrawn="1">
          <p15:clr>
            <a:srgbClr val="F26B43"/>
          </p15:clr>
        </p15:guide>
        <p15:guide id="52" orient="horz" pos="4144" userDrawn="1">
          <p15:clr>
            <a:srgbClr val="F26B43"/>
          </p15:clr>
        </p15:guide>
        <p15:guide id="53" pos="7525" userDrawn="1">
          <p15:clr>
            <a:srgbClr val="F26B43"/>
          </p15:clr>
        </p15:guide>
        <p15:guide id="54" pos="697" userDrawn="1">
          <p15:clr>
            <a:srgbClr val="F26B43"/>
          </p15:clr>
        </p15:guide>
        <p15:guide id="55" pos="779" userDrawn="1">
          <p15:clr>
            <a:srgbClr val="F26B43"/>
          </p15:clr>
        </p15:guide>
        <p15:guide id="56" pos="1317" userDrawn="1">
          <p15:clr>
            <a:srgbClr val="F26B43"/>
          </p15:clr>
        </p15:guide>
        <p15:guide id="57" pos="1402" userDrawn="1">
          <p15:clr>
            <a:srgbClr val="F26B43"/>
          </p15:clr>
        </p15:guide>
        <p15:guide id="58" pos="1941" userDrawn="1">
          <p15:clr>
            <a:srgbClr val="F26B43"/>
          </p15:clr>
        </p15:guide>
        <p15:guide id="59" pos="2026" userDrawn="1">
          <p15:clr>
            <a:srgbClr val="F26B43"/>
          </p15:clr>
        </p15:guide>
        <p15:guide id="60" pos="2564" userDrawn="1">
          <p15:clr>
            <a:srgbClr val="F26B43"/>
          </p15:clr>
        </p15:guide>
        <p15:guide id="61" pos="2649" userDrawn="1">
          <p15:clr>
            <a:srgbClr val="F26B43"/>
          </p15:clr>
        </p15:guide>
        <p15:guide id="62" pos="3188" userDrawn="1">
          <p15:clr>
            <a:srgbClr val="F26B43"/>
          </p15:clr>
        </p15:guide>
        <p15:guide id="63" pos="3273" userDrawn="1">
          <p15:clr>
            <a:srgbClr val="F26B43"/>
          </p15:clr>
        </p15:guide>
        <p15:guide id="64" pos="3868" userDrawn="1">
          <p15:clr>
            <a:srgbClr val="F26B43"/>
          </p15:clr>
        </p15:guide>
        <p15:guide id="65" pos="4407" userDrawn="1">
          <p15:clr>
            <a:srgbClr val="F26B43"/>
          </p15:clr>
        </p15:guide>
        <p15:guide id="66" pos="4492" userDrawn="1">
          <p15:clr>
            <a:srgbClr val="F26B43"/>
          </p15:clr>
        </p15:guide>
        <p15:guide id="67" pos="5031" userDrawn="1">
          <p15:clr>
            <a:srgbClr val="F26B43"/>
          </p15:clr>
        </p15:guide>
        <p15:guide id="68" pos="5116" userDrawn="1">
          <p15:clr>
            <a:srgbClr val="F26B43"/>
          </p15:clr>
        </p15:guide>
        <p15:guide id="69" pos="5654" userDrawn="1">
          <p15:clr>
            <a:srgbClr val="F26B43"/>
          </p15:clr>
        </p15:guide>
        <p15:guide id="70" pos="5739" userDrawn="1">
          <p15:clr>
            <a:srgbClr val="F26B43"/>
          </p15:clr>
        </p15:guide>
        <p15:guide id="71" pos="6278" userDrawn="1">
          <p15:clr>
            <a:srgbClr val="F26B43"/>
          </p15:clr>
        </p15:guide>
        <p15:guide id="72" pos="6363" userDrawn="1">
          <p15:clr>
            <a:srgbClr val="F26B43"/>
          </p15:clr>
        </p15:guide>
        <p15:guide id="73" pos="6901" userDrawn="1">
          <p15:clr>
            <a:srgbClr val="F26B43"/>
          </p15:clr>
        </p15:guide>
        <p15:guide id="74" pos="698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">
            <a:extLst>
              <a:ext uri="{FF2B5EF4-FFF2-40B4-BE49-F238E27FC236}">
                <a16:creationId xmlns:a16="http://schemas.microsoft.com/office/drawing/2014/main" id="{3DD6D0A5-253F-F31D-32B9-4364ED08E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13977"/>
            <a:ext cx="2579583" cy="819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71C0073-C809-3A44-8D09-D3C534C85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000" y="1313999"/>
            <a:ext cx="4478400" cy="1463040"/>
          </a:xfrm>
        </p:spPr>
        <p:txBody>
          <a:bodyPr/>
          <a:lstStyle/>
          <a:p>
            <a:r>
              <a:rPr lang="fr-CA">
                <a:latin typeface="Aptos" panose="020B0004020202020204" pitchFamily="34" charset="0"/>
              </a:rPr>
              <a:t>Multi-Firm, delivered in steps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2BF119A-8329-2631-986E-02C0FDDB8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000" y="6321670"/>
            <a:ext cx="4365000" cy="270485"/>
          </a:xfrm>
        </p:spPr>
        <p:txBody>
          <a:bodyPr vert="horz" lIns="18000" tIns="45720" rIns="0" bIns="45720" rtlCol="0" anchor="t">
            <a:noAutofit/>
          </a:bodyPr>
          <a:lstStyle/>
          <a:p>
            <a:r>
              <a:rPr lang="fr-CA" sz="1400">
                <a:latin typeface="Aptos" panose="020B0004020202020204" pitchFamily="34" charset="0"/>
              </a:rPr>
              <a:t>26 October 2026 · requirements session</a:t>
            </a:r>
          </a:p>
        </p:txBody>
      </p:sp>
      <p:sp>
        <p:nvSpPr>
          <p:cNvPr id="1028" name="TextBox 1027"/>
          <p:cNvSpPr txBox="1"/>
          <p:nvPr/>
        </p:nvSpPr>
        <p:spPr>
          <a:xfrm>
            <a:off x="246888" y="3017520"/>
            <a:ext cx="4846320" cy="9144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400" b="0" i="0">
                <a:solidFill>
                  <a:srgbClr val="6E6E71"/>
                </a:solidFill>
                <a:latin typeface="Arial"/>
              </a:rPr>
              <a:t>A light access request first, then aggregation, then sub-advisory — all inside the May 2027 line.</a:t>
            </a:r>
          </a:p>
        </p:txBody>
      </p:sp>
    </p:spTree>
    <p:extLst>
      <p:ext uri="{BB962C8B-B14F-4D97-AF65-F5344CB8AC3E}">
        <p14:creationId xmlns:p14="http://schemas.microsoft.com/office/powerpoint/2010/main" val="4240701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692605-08F5-5C25-7CDF-44F97976F1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6E563-D751-98D1-2A8B-858B33ADC3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DB6A8-1E2B-B98C-AADB-B25A5D6B936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vert="horz" lIns="0" tIns="72000" rIns="0" bIns="0" rtlCol="0" anchor="t">
            <a:noAutofit/>
          </a:bodyPr>
          <a:lstStyle/>
          <a:p>
            <a:r>
              <a:rPr lang="en-US"/>
              <a:t>Two objectives, one chain</a:t>
            </a:r>
            <a:endParaRPr lang="en-US">
              <a:cs typeface="Arial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E59749C-2672-ECF2-4AE8-877FE1C2CA7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05288" y="777480"/>
            <a:ext cx="7740650" cy="468000"/>
          </a:xfrm>
        </p:spPr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A2B3850-0977-2E1B-571B-CDDEAA03460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195888" y="777480"/>
            <a:ext cx="6750050" cy="468000"/>
          </a:xfrm>
        </p:spPr>
        <p:txBody>
          <a:bodyPr vert="horz" lIns="0" tIns="72000" rIns="0" bIns="0" rtlCol="0" anchor="t">
            <a:noAutofit/>
          </a:bodyPr>
          <a:lstStyle/>
          <a:p>
            <a:r>
              <a:rPr lang="en-US"/>
              <a:t>Why multi-firm matters</a:t>
            </a:r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46E6D1CC-5303-D80A-9FE7-34CEF9947AF7}"/>
              </a:ext>
            </a:extLst>
          </p:cNvPr>
          <p:cNvSpPr>
            <a:spLocks noGrp="1"/>
          </p:cNvSpPr>
          <p:nvPr>
            <p:ph type="ftr" sz="quarter" idx="62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66C502D4-3A60-F818-0802-297173638047}"/>
              </a:ext>
            </a:extLst>
          </p:cNvPr>
          <p:cNvSpPr>
            <a:spLocks noGrp="1"/>
          </p:cNvSpPr>
          <p:nvPr>
            <p:ph type="sldNum" sz="quarter" idx="63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pPr/>
              <a:t>2</a:t>
            </a:fld>
            <a:endParaRPr lang="en-CA"/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9AA330EB-3B0A-A928-5836-E17392E20EF3}"/>
              </a:ext>
            </a:extLst>
          </p:cNvPr>
          <p:cNvSpPr txBox="1">
            <a:spLocks/>
          </p:cNvSpPr>
          <p:nvPr/>
        </p:nvSpPr>
        <p:spPr>
          <a:xfrm>
            <a:off x="4204576" y="1297066"/>
            <a:ext cx="7740650" cy="468000"/>
          </a:xfrm>
          <a:prstGeom prst="rect">
            <a:avLst/>
          </a:prstGeo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8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6800" indent="-4068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​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3</a:t>
            </a: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36ED9EE3-13FB-AACB-B72F-3B45939F6BDE}"/>
              </a:ext>
            </a:extLst>
          </p:cNvPr>
          <p:cNvSpPr txBox="1">
            <a:spLocks/>
          </p:cNvSpPr>
          <p:nvPr/>
        </p:nvSpPr>
        <p:spPr>
          <a:xfrm>
            <a:off x="5195176" y="1297066"/>
            <a:ext cx="6750050" cy="468000"/>
          </a:xfrm>
          <a:prstGeom prst="rect">
            <a:avLst/>
          </a:prstGeom>
          <a:noFill/>
          <a:effectLst/>
        </p:spPr>
        <p:txBody>
          <a:bodyPr vert="horz" lIns="0" tIns="720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8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6800" indent="-4068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​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 scenarios in CX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1A8A65AB-95DB-0FB5-D5B6-5080AF8B8097}"/>
              </a:ext>
            </a:extLst>
          </p:cNvPr>
          <p:cNvSpPr txBox="1">
            <a:spLocks/>
          </p:cNvSpPr>
          <p:nvPr/>
        </p:nvSpPr>
        <p:spPr>
          <a:xfrm>
            <a:off x="4204576" y="1816652"/>
            <a:ext cx="7740650" cy="468000"/>
          </a:xfrm>
          <a:prstGeom prst="rect">
            <a:avLst/>
          </a:prstGeo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8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6800" indent="-4068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​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4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CB6BA116-E2AF-9C75-0710-F8A400315D59}"/>
              </a:ext>
            </a:extLst>
          </p:cNvPr>
          <p:cNvSpPr txBox="1">
            <a:spLocks/>
          </p:cNvSpPr>
          <p:nvPr/>
        </p:nvSpPr>
        <p:spPr>
          <a:xfrm>
            <a:off x="5195176" y="1816652"/>
            <a:ext cx="6750050" cy="468000"/>
          </a:xfrm>
          <a:prstGeom prst="rect">
            <a:avLst/>
          </a:prstGeom>
          <a:noFill/>
          <a:effectLst/>
        </p:spPr>
        <p:txBody>
          <a:bodyPr vert="horz" lIns="0" tIns="720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8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6800" indent="-4068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​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UAM: from six months to one PI</a:t>
            </a:r>
          </a:p>
        </p:txBody>
      </p:sp>
      <p:sp>
        <p:nvSpPr>
          <p:cNvPr id="208" name="Text Placeholder 8">
            <a:extLst>
              <a:ext uri="{FF2B5EF4-FFF2-40B4-BE49-F238E27FC236}">
                <a16:creationId xmlns:a16="http://schemas.microsoft.com/office/drawing/2014/main" id="{1A8A65AB-95DB-0FB5-D5B6-5080AF8B8097}"/>
              </a:ext>
            </a:extLst>
          </p:cNvPr>
          <p:cNvSpPr txBox="1">
            <a:spLocks/>
          </p:cNvSpPr>
          <p:nvPr/>
        </p:nvSpPr>
        <p:spPr>
          <a:xfrm>
            <a:off x="4204576" y="2315132"/>
            <a:ext cx="7740650" cy="468000"/>
          </a:xfrm>
          <a:prstGeom prst="rect">
            <a:avLst/>
          </a:prstGeo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8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6800" indent="-4068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​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5</a:t>
            </a:r>
          </a:p>
        </p:txBody>
      </p:sp>
      <p:sp>
        <p:nvSpPr>
          <p:cNvPr id="209" name="Text Placeholder 9">
            <a:extLst>
              <a:ext uri="{FF2B5EF4-FFF2-40B4-BE49-F238E27FC236}">
                <a16:creationId xmlns:a16="http://schemas.microsoft.com/office/drawing/2014/main" id="{CB6BA116-E2AF-9C75-0710-F8A400315D59}"/>
              </a:ext>
            </a:extLst>
          </p:cNvPr>
          <p:cNvSpPr txBox="1">
            <a:spLocks/>
          </p:cNvSpPr>
          <p:nvPr/>
        </p:nvSpPr>
        <p:spPr>
          <a:xfrm>
            <a:off x="5195176" y="2315132"/>
            <a:ext cx="6750050" cy="468000"/>
          </a:xfrm>
          <a:prstGeom prst="rect">
            <a:avLst/>
          </a:prstGeom>
          <a:noFill/>
          <a:effectLst/>
        </p:spPr>
        <p:txBody>
          <a:bodyPr vert="horz" lIns="0" tIns="720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8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6800" indent="-4068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​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 incremental plan</a:t>
            </a:r>
          </a:p>
        </p:txBody>
      </p:sp>
      <p:sp>
        <p:nvSpPr>
          <p:cNvPr id="210" name="Text Placeholder 8">
            <a:extLst>
              <a:ext uri="{FF2B5EF4-FFF2-40B4-BE49-F238E27FC236}">
                <a16:creationId xmlns:a16="http://schemas.microsoft.com/office/drawing/2014/main" id="{1A8A65AB-95DB-0FB5-D5B6-5080AF8B8097}"/>
              </a:ext>
            </a:extLst>
          </p:cNvPr>
          <p:cNvSpPr txBox="1">
            <a:spLocks/>
          </p:cNvSpPr>
          <p:nvPr/>
        </p:nvSpPr>
        <p:spPr>
          <a:xfrm>
            <a:off x="4204576" y="2813612"/>
            <a:ext cx="7740650" cy="468000"/>
          </a:xfrm>
          <a:prstGeom prst="rect">
            <a:avLst/>
          </a:prstGeo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8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6800" indent="-4068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​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6</a:t>
            </a:r>
          </a:p>
        </p:txBody>
      </p:sp>
      <p:sp>
        <p:nvSpPr>
          <p:cNvPr id="211" name="Text Placeholder 9">
            <a:extLst>
              <a:ext uri="{FF2B5EF4-FFF2-40B4-BE49-F238E27FC236}">
                <a16:creationId xmlns:a16="http://schemas.microsoft.com/office/drawing/2014/main" id="{CB6BA116-E2AF-9C75-0710-F8A400315D59}"/>
              </a:ext>
            </a:extLst>
          </p:cNvPr>
          <p:cNvSpPr txBox="1">
            <a:spLocks/>
          </p:cNvSpPr>
          <p:nvPr/>
        </p:nvSpPr>
        <p:spPr>
          <a:xfrm>
            <a:off x="5195176" y="2813612"/>
            <a:ext cx="6750050" cy="468000"/>
          </a:xfrm>
          <a:prstGeom prst="rect">
            <a:avLst/>
          </a:prstGeom>
          <a:noFill/>
          <a:effectLst/>
        </p:spPr>
        <p:txBody>
          <a:bodyPr vert="horz" lIns="0" tIns="720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8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6800" indent="-4068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​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Aggregation first, still safe for trading</a:t>
            </a:r>
          </a:p>
        </p:txBody>
      </p:sp>
      <p:sp>
        <p:nvSpPr>
          <p:cNvPr id="212" name="Text Placeholder 8">
            <a:extLst>
              <a:ext uri="{FF2B5EF4-FFF2-40B4-BE49-F238E27FC236}">
                <a16:creationId xmlns:a16="http://schemas.microsoft.com/office/drawing/2014/main" id="{1A8A65AB-95DB-0FB5-D5B6-5080AF8B8097}"/>
              </a:ext>
            </a:extLst>
          </p:cNvPr>
          <p:cNvSpPr txBox="1">
            <a:spLocks/>
          </p:cNvSpPr>
          <p:nvPr/>
        </p:nvSpPr>
        <p:spPr>
          <a:xfrm>
            <a:off x="4204576" y="3312092"/>
            <a:ext cx="7740650" cy="468000"/>
          </a:xfrm>
          <a:prstGeom prst="rect">
            <a:avLst/>
          </a:prstGeom>
          <a:solidFill>
            <a:schemeClr val="bg1"/>
          </a:solidFill>
          <a:effectLst>
            <a:innerShdw dist="6350" dir="16200000">
              <a:prstClr val="black"/>
            </a:innerShdw>
          </a:effectLst>
        </p:spPr>
        <p:txBody>
          <a:bodyPr vert="horz" lIns="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8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6800" indent="-4068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​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7</a:t>
            </a:r>
          </a:p>
        </p:txBody>
      </p:sp>
      <p:sp>
        <p:nvSpPr>
          <p:cNvPr id="213" name="Text Placeholder 9">
            <a:extLst>
              <a:ext uri="{FF2B5EF4-FFF2-40B4-BE49-F238E27FC236}">
                <a16:creationId xmlns:a16="http://schemas.microsoft.com/office/drawing/2014/main" id="{CB6BA116-E2AF-9C75-0710-F8A400315D59}"/>
              </a:ext>
            </a:extLst>
          </p:cNvPr>
          <p:cNvSpPr txBox="1">
            <a:spLocks/>
          </p:cNvSpPr>
          <p:nvPr/>
        </p:nvSpPr>
        <p:spPr>
          <a:xfrm>
            <a:off x="5195176" y="3312092"/>
            <a:ext cx="6750050" cy="468000"/>
          </a:xfrm>
          <a:prstGeom prst="rect">
            <a:avLst/>
          </a:prstGeom>
          <a:noFill/>
          <a:effectLst/>
        </p:spPr>
        <p:txBody>
          <a:bodyPr vert="horz" lIns="0" tIns="7200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06800" indent="-18000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06800" indent="-4068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Font typeface="Arial" panose="020B0604020202020204" pitchFamily="34" charset="0"/>
              <a:buChar char="​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Risks, fallbacks, what we ask</a:t>
            </a:r>
          </a:p>
        </p:txBody>
      </p:sp>
    </p:spTree>
    <p:extLst>
      <p:ext uri="{BB962C8B-B14F-4D97-AF65-F5344CB8AC3E}">
        <p14:creationId xmlns:p14="http://schemas.microsoft.com/office/powerpoint/2010/main" val="2907168213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Multi-Firm requirements · 26 October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10515600" cy="0"/>
          </a:xfrm>
        </p:spPr>
        <p:txBody>
          <a:bodyPr/>
          <a:lstStyle/>
          <a:p>
            <a:r>
              <a:t>Two objectives, one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" y="914400"/>
            <a:ext cx="1170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6E6E71"/>
                </a:solidFill>
                <a:latin typeface="Arial"/>
              </a:rPr>
              <a:t>Everything we plan this year has to serve two dates. One dependency chain connects them — and the current estimate breaks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" y="1325880"/>
            <a:ext cx="5669280" cy="100584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DE161D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73736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Decommission R2 by October 31, 2027</a:t>
            </a:r>
          </a:p>
          <a:p>
            <a:pPr algn="l"/>
            <a:r>
              <a:rPr sz="950" b="0" i="0">
                <a:solidFill>
                  <a:srgbClr val="6E6E71"/>
                </a:solidFill>
                <a:latin typeface="Arial"/>
              </a:rPr>
              <a:t>needs: a request path outside R2 and every legacy ID linked behind one Compass identity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25880"/>
            <a:ext cx="5669280" cy="100584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6428232" y="1463040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DE161D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2" y="1737360"/>
            <a:ext cx="539496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Launch trading by the end of May 2027</a:t>
            </a:r>
          </a:p>
          <a:p>
            <a:pPr algn="l"/>
            <a:r>
              <a:rPr sz="950" b="0" i="0">
                <a:solidFill>
                  <a:srgbClr val="6E6E71"/>
                </a:solidFill>
                <a:latin typeface="Arial"/>
              </a:rPr>
              <a:t>needs: sub-advisors able to trade across firms from Compass — Multi-Firm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" y="2542032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6E6E71"/>
                </a:solidFill>
                <a:latin typeface="Arial"/>
              </a:rPr>
              <a:t>The chain</a:t>
            </a:r>
          </a:p>
        </p:txBody>
      </p:sp>
      <p:sp>
        <p:nvSpPr>
          <p:cNvPr id="12" name="Pentagon 11"/>
          <p:cNvSpPr/>
          <p:nvPr/>
        </p:nvSpPr>
        <p:spPr>
          <a:xfrm>
            <a:off x="246888" y="2788920"/>
            <a:ext cx="2834640" cy="457200"/>
          </a:xfrm>
          <a:prstGeom prst="homePlate">
            <a:avLst/>
          </a:prstGeom>
          <a:solidFill>
            <a:srgbClr val="6E6E71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Light access request (UAR)</a:t>
            </a:r>
          </a:p>
        </p:txBody>
      </p:sp>
      <p:sp>
        <p:nvSpPr>
          <p:cNvPr id="13" name="Chevron 12"/>
          <p:cNvSpPr/>
          <p:nvPr/>
        </p:nvSpPr>
        <p:spPr>
          <a:xfrm>
            <a:off x="3136392" y="2788920"/>
            <a:ext cx="2834640" cy="457200"/>
          </a:xfrm>
          <a:prstGeom prst="chevron">
            <a:avLst/>
          </a:prstGeom>
          <a:solidFill>
            <a:srgbClr val="D99A1B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Multi-Firm: aggregation → sub-advisory</a:t>
            </a:r>
          </a:p>
        </p:txBody>
      </p:sp>
      <p:sp>
        <p:nvSpPr>
          <p:cNvPr id="14" name="Chevron 13"/>
          <p:cNvSpPr/>
          <p:nvPr/>
        </p:nvSpPr>
        <p:spPr>
          <a:xfrm>
            <a:off x="6025896" y="2788920"/>
            <a:ext cx="2834640" cy="457200"/>
          </a:xfrm>
          <a:prstGeom prst="chevron">
            <a:avLst/>
          </a:prstGeom>
          <a:solidFill>
            <a:srgbClr val="DE161D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Trading GA · end of May</a:t>
            </a:r>
          </a:p>
        </p:txBody>
      </p:sp>
      <p:sp>
        <p:nvSpPr>
          <p:cNvPr id="15" name="Chevron 14"/>
          <p:cNvSpPr/>
          <p:nvPr/>
        </p:nvSpPr>
        <p:spPr>
          <a:xfrm>
            <a:off x="8915400" y="2788920"/>
            <a:ext cx="2834640" cy="457200"/>
          </a:xfrm>
          <a:prstGeom prst="chevron">
            <a:avLst/>
          </a:prstGeom>
          <a:solidFill>
            <a:srgbClr val="6E6E71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Arial"/>
              </a:rPr>
              <a:t>R2 off · Oct 31,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" y="3429000"/>
            <a:ext cx="548640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6E6E71"/>
                </a:solidFill>
                <a:latin typeface="Arial"/>
              </a:rPr>
              <a:t>What the estimates say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721607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0" i="0">
                <a:solidFill>
                  <a:srgbClr val="6E6E71"/>
                </a:solidFill>
                <a:latin typeface="Arial"/>
              </a:rPr>
              <a:t>Nov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51760" y="3931920"/>
            <a:ext cx="0" cy="914400"/>
          </a:xfrm>
          <a:prstGeom prst="line">
            <a:avLst/>
          </a:prstGeom>
          <a:ln w="6350">
            <a:solidFill>
              <a:srgbClr val="CEC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57600" y="3721607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0" i="0">
                <a:solidFill>
                  <a:srgbClr val="6E6E71"/>
                </a:solidFill>
                <a:latin typeface="Arial"/>
              </a:rPr>
              <a:t>Dec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0" y="3931920"/>
            <a:ext cx="0" cy="914400"/>
          </a:xfrm>
          <a:prstGeom prst="line">
            <a:avLst/>
          </a:prstGeom>
          <a:ln w="6350">
            <a:solidFill>
              <a:srgbClr val="CEC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663440" y="3721607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0" i="0">
                <a:solidFill>
                  <a:srgbClr val="6E6E71"/>
                </a:solidFill>
                <a:latin typeface="Arial"/>
              </a:rPr>
              <a:t>Jan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63440" y="3931920"/>
            <a:ext cx="0" cy="914400"/>
          </a:xfrm>
          <a:prstGeom prst="line">
            <a:avLst/>
          </a:prstGeom>
          <a:ln w="6350">
            <a:solidFill>
              <a:srgbClr val="CEC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0" y="3721607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0" i="0">
                <a:solidFill>
                  <a:srgbClr val="6E6E71"/>
                </a:solidFill>
                <a:latin typeface="Arial"/>
              </a:rPr>
              <a:t>Feb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0" y="3931920"/>
            <a:ext cx="0" cy="914400"/>
          </a:xfrm>
          <a:prstGeom prst="line">
            <a:avLst/>
          </a:prstGeom>
          <a:ln w="6350">
            <a:solidFill>
              <a:srgbClr val="CEC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675120" y="3721607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0" i="0">
                <a:solidFill>
                  <a:srgbClr val="6E6E71"/>
                </a:solidFill>
                <a:latin typeface="Arial"/>
              </a:rPr>
              <a:t>Mar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75120" y="3931920"/>
            <a:ext cx="0" cy="914400"/>
          </a:xfrm>
          <a:prstGeom prst="line">
            <a:avLst/>
          </a:prstGeom>
          <a:ln w="6350">
            <a:solidFill>
              <a:srgbClr val="CEC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80960" y="3721607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0" i="0">
                <a:solidFill>
                  <a:srgbClr val="6E6E71"/>
                </a:solidFill>
                <a:latin typeface="Arial"/>
              </a:rPr>
              <a:t>Apr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0" y="3931920"/>
            <a:ext cx="0" cy="914400"/>
          </a:xfrm>
          <a:prstGeom prst="line">
            <a:avLst/>
          </a:prstGeom>
          <a:ln w="6350">
            <a:solidFill>
              <a:srgbClr val="CEC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686800" y="3721607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0" i="0">
                <a:solidFill>
                  <a:srgbClr val="6E6E71"/>
                </a:solidFill>
                <a:latin typeface="Arial"/>
              </a:rPr>
              <a:t>May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686800" y="3931920"/>
            <a:ext cx="0" cy="914400"/>
          </a:xfrm>
          <a:prstGeom prst="line">
            <a:avLst/>
          </a:prstGeom>
          <a:ln w="6350">
            <a:solidFill>
              <a:srgbClr val="CEC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692640" y="3721607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0" i="0">
                <a:solidFill>
                  <a:srgbClr val="6E6E71"/>
                </a:solidFill>
                <a:latin typeface="Arial"/>
              </a:rPr>
              <a:t>Jun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692640" y="3931920"/>
            <a:ext cx="0" cy="914400"/>
          </a:xfrm>
          <a:prstGeom prst="line">
            <a:avLst/>
          </a:prstGeom>
          <a:ln w="6350">
            <a:solidFill>
              <a:srgbClr val="CEC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698480" y="3721607"/>
            <a:ext cx="10058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800" b="0" i="0">
                <a:solidFill>
                  <a:srgbClr val="6E6E71"/>
                </a:solidFill>
                <a:latin typeface="Arial"/>
              </a:rPr>
              <a:t>Jul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698480" y="3931920"/>
            <a:ext cx="0" cy="914400"/>
          </a:xfrm>
          <a:prstGeom prst="line">
            <a:avLst/>
          </a:prstGeom>
          <a:ln w="6350">
            <a:solidFill>
              <a:srgbClr val="CEC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692640" y="3520439"/>
            <a:ext cx="0" cy="1463040"/>
          </a:xfrm>
          <a:prstGeom prst="line">
            <a:avLst/>
          </a:prstGeom>
          <a:ln w="22225">
            <a:solidFill>
              <a:srgbClr val="DE16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138160" y="3319272"/>
            <a:ext cx="150876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/>
            <a:r>
              <a:rPr sz="850" b="1" i="0">
                <a:solidFill>
                  <a:srgbClr val="DE161D"/>
                </a:solidFill>
                <a:latin typeface="Arial"/>
              </a:rPr>
              <a:t>Trading GA · end of May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888" y="3959352"/>
            <a:ext cx="22860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Sequential, full UAM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" y="4123944"/>
            <a:ext cx="23774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 i="0">
                <a:solidFill>
                  <a:srgbClr val="6E6E71"/>
                </a:solidFill>
                <a:latin typeface="Arial"/>
              </a:rPr>
              <a:t>6 months (2 PIs), then a quarter of Multi-Firm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70048" y="3977639"/>
            <a:ext cx="5998464" cy="310896"/>
          </a:xfrm>
          <a:prstGeom prst="roundRect">
            <a:avLst>
              <a:gd name="adj" fmla="val 10000"/>
            </a:avLst>
          </a:prstGeom>
          <a:solidFill>
            <a:srgbClr val="6E6E71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UAM — full scope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05088" y="3977639"/>
            <a:ext cx="2980944" cy="310896"/>
          </a:xfrm>
          <a:prstGeom prst="roundRect">
            <a:avLst>
              <a:gd name="adj" fmla="val 10000"/>
            </a:avLst>
          </a:prstGeom>
          <a:solidFill>
            <a:srgbClr val="DE161D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Multi-Firm → July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888" y="4416552"/>
            <a:ext cx="228600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Light UAR + increments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6888" y="4581144"/>
            <a:ext cx="2377440" cy="1828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 i="0">
                <a:solidFill>
                  <a:srgbClr val="6E6E71"/>
                </a:solidFill>
                <a:latin typeface="Arial"/>
              </a:rPr>
              <a:t>one PI, then aggregation, then sub-advisory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70048" y="4434840"/>
            <a:ext cx="2980944" cy="310896"/>
          </a:xfrm>
          <a:prstGeom prst="roundRect">
            <a:avLst>
              <a:gd name="adj" fmla="val 10000"/>
            </a:avLst>
          </a:prstGeom>
          <a:solidFill>
            <a:srgbClr val="6E6E71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Light UAR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87568" y="4434840"/>
            <a:ext cx="1975104" cy="310896"/>
          </a:xfrm>
          <a:prstGeom prst="roundRect">
            <a:avLst>
              <a:gd name="adj" fmla="val 10000"/>
            </a:avLst>
          </a:prstGeom>
          <a:solidFill>
            <a:srgbClr val="D99A1B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Aggregation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99248" y="4434840"/>
            <a:ext cx="1975104" cy="310896"/>
          </a:xfrm>
          <a:prstGeom prst="roundRect">
            <a:avLst>
              <a:gd name="adj" fmla="val 10000"/>
            </a:avLst>
          </a:prstGeom>
          <a:solidFill>
            <a:srgbClr val="D99A1B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Sub-advisory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10928" y="4434840"/>
            <a:ext cx="1975104" cy="310896"/>
          </a:xfrm>
          <a:prstGeom prst="roundRect">
            <a:avLst>
              <a:gd name="adj" fmla="val 10000"/>
            </a:avLst>
          </a:prstGeom>
          <a:solidFill>
            <a:srgbClr val="CBEAA4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buffer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5056631"/>
            <a:ext cx="932688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1">
                <a:solidFill>
                  <a:srgbClr val="6E6E71"/>
                </a:solidFill>
                <a:latin typeface="Arial"/>
              </a:rPr>
              <a:t>Durations: the dev team’s UAM estimate (~6 months), Penny’s "Multi-Firm needs a quarter", and our proposal to split that quarter into two increments. Illustrative, to be confirmed by estimate.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Multi-Firm requirements · 26 October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10515600" cy="0"/>
          </a:xfrm>
        </p:spPr>
        <p:txBody>
          <a:bodyPr/>
          <a:lstStyle/>
          <a:p>
            <a:r>
              <a:t>Why multi-firm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" y="914400"/>
            <a:ext cx="1170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6E6E71"/>
                </a:solidFill>
                <a:latin typeface="Arial"/>
              </a:rPr>
              <a:t>Compass assumes one person belongs to one firm. Forty percent of our firms stopped working that way — and they are the enterprise clients.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" y="132588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84048" y="1371600"/>
            <a:ext cx="256032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 i="0">
                <a:solidFill>
                  <a:srgbClr val="DE161D"/>
                </a:solidFill>
                <a:latin typeface="Arial"/>
              </a:rPr>
              <a:t>~40%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847088"/>
            <a:ext cx="256032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6E6E71"/>
                </a:solidFill>
                <a:latin typeface="Arial"/>
              </a:rPr>
              <a:t>of active firms are multi-firm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91256" y="132588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328416" y="1371600"/>
            <a:ext cx="256032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 i="0">
                <a:solidFill>
                  <a:srgbClr val="D99A1B"/>
                </a:solidFill>
                <a:latin typeface="Arial"/>
              </a:rPr>
              <a:t>85 → 184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28416" y="1847088"/>
            <a:ext cx="256032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6E6E71"/>
                </a:solidFill>
                <a:latin typeface="Arial"/>
              </a:rPr>
              <a:t>parent groups → child firms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132588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72784" y="1371600"/>
            <a:ext cx="256032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 i="0">
                <a:solidFill>
                  <a:srgbClr val="0F6E56"/>
                </a:solidFill>
                <a:latin typeface="Arial"/>
              </a:rPr>
              <a:t>45 → 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2784" y="1847088"/>
            <a:ext cx="256032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6E6E71"/>
                </a:solidFill>
                <a:latin typeface="Arial"/>
              </a:rPr>
              <a:t>sub-advisors serving firms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79992" y="132588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217152" y="1371600"/>
            <a:ext cx="256032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2400" b="1" i="0">
                <a:solidFill>
                  <a:srgbClr val="6E6E71"/>
                </a:solidFill>
                <a:latin typeface="Arial"/>
              </a:rPr>
              <a:t>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17152" y="1847088"/>
            <a:ext cx="256032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6E6E71"/>
                </a:solidFill>
                <a:latin typeface="Arial"/>
              </a:rPr>
              <a:t>IDs for one Harbourfront user (7 CX · 7 NetRep · 7 SZ)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246888" y="2468880"/>
          <a:ext cx="576072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263640" y="2468880"/>
          <a:ext cx="27432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9189720" y="251460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0" y="2606040"/>
            <a:ext cx="2514600" cy="2011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The risk, not the convenience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Secured Zone checks no firm boundary at all.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Invalid cross-firm access was found — after weeks of analysis.</a:t>
            </a:r>
          </a:p>
          <a:p>
            <a:pPr algn="l">
              <a:spcAft>
                <a:spcPts val="5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Attestation cannot see parent users; leavers keep IDs.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" y="4983480"/>
            <a:ext cx="1168603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11480" y="5074920"/>
            <a:ext cx="11338560" cy="10972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What it is for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Trading: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sub-advisors trade across firms and live on NetRep today — no Multi-Firm, no trading for them.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R2 and NetRep exits: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every legacy ID must sit behind one Compass identity first.</a:t>
            </a:r>
          </a:p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00000"/>
                </a:solidFill>
                <a:latin typeface="Arial"/>
              </a:rPr>
              <a:t>Clients: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85 parent groups — Harbourfront, Guardian, Fiera, Wellington-Altus — carry duplicate logins and manual attestations today.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Multi-Firm requirements · 26 October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10515600" cy="0"/>
          </a:xfrm>
        </p:spPr>
        <p:txBody>
          <a:bodyPr/>
          <a:lstStyle/>
          <a:p>
            <a:r>
              <a:t>The scenarios in CX — one mechanism, two relationship records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" y="914400"/>
            <a:ext cx="1170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6E6E71"/>
                </a:solidFill>
                <a:latin typeface="Arial"/>
              </a:rPr>
              <a:t>Eight Compass objects change. Rows in green are the same mechanism for both; only the relationship record and the package differ.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" y="1325880"/>
            <a:ext cx="1920240" cy="310896"/>
          </a:xfrm>
          <a:prstGeom prst="roundRect">
            <a:avLst>
              <a:gd name="adj" fmla="val 10000"/>
            </a:avLst>
          </a:prstGeom>
          <a:solidFill>
            <a:srgbClr val="6E6E71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CX object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1325880"/>
            <a:ext cx="4572000" cy="310896"/>
          </a:xfrm>
          <a:prstGeom prst="roundRect">
            <a:avLst>
              <a:gd name="adj" fmla="val 10000"/>
            </a:avLst>
          </a:prstGeom>
          <a:solidFill>
            <a:srgbClr val="D99A1B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Aggregation (parent → child)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325880"/>
            <a:ext cx="5029200" cy="310896"/>
          </a:xfrm>
          <a:prstGeom prst="roundRect">
            <a:avLst>
              <a:gd name="adj" fmla="val 10000"/>
            </a:avLst>
          </a:prstGeom>
          <a:solidFill>
            <a:srgbClr val="0F6E56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Delegation (firm → partner)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" y="1700784"/>
            <a:ext cx="192024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Firm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700784"/>
            <a:ext cx="457200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000000"/>
                </a:solidFill>
                <a:latin typeface="Arial"/>
              </a:rPr>
              <a:t>Parent becomes a firm with its own package; children keep theirs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700784"/>
            <a:ext cx="502920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000000"/>
                </a:solidFill>
                <a:latin typeface="Arial"/>
              </a:rPr>
              <a:t>Unchanged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" y="2249424"/>
            <a:ext cx="1920240" cy="512064"/>
          </a:xfrm>
          <a:prstGeom prst="roundRect">
            <a:avLst>
              <a:gd name="adj" fmla="val 8000"/>
            </a:avLst>
          </a:prstGeom>
          <a:solidFill>
            <a:srgbClr val="CBEAA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Firm relationship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2249424"/>
            <a:ext cx="4572000" cy="512064"/>
          </a:xfrm>
          <a:prstGeom prst="roundRect">
            <a:avLst>
              <a:gd name="adj" fmla="val 8000"/>
            </a:avLst>
          </a:prstGeom>
          <a:solidFill>
            <a:srgbClr val="CBEAA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000000"/>
                </a:solidFill>
                <a:latin typeface="Arial"/>
              </a:rPr>
              <a:t>Parent_Code — one layer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249424"/>
            <a:ext cx="5029200" cy="512064"/>
          </a:xfrm>
          <a:prstGeom prst="roundRect">
            <a:avLst>
              <a:gd name="adj" fmla="val 8000"/>
            </a:avLst>
          </a:prstGeom>
          <a:solidFill>
            <a:srgbClr val="CBEAA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000000"/>
                </a:solidFill>
                <a:latin typeface="Arial"/>
              </a:rPr>
              <a:t>New record: delegating firm, delegate firm, type, RR scope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" y="2798064"/>
            <a:ext cx="192024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Firm package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2798064"/>
            <a:ext cx="457200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000000"/>
                </a:solidFill>
                <a:latin typeface="Arial"/>
              </a:rPr>
              <a:t>Parent = union of children, configured by hand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2798064"/>
            <a:ext cx="502920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000000"/>
                </a:solidFill>
                <a:latin typeface="Arial"/>
              </a:rPr>
              <a:t>Delegate bundle: trading-only (or view-only for referrals)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6888" y="3346704"/>
            <a:ext cx="1920240" cy="512064"/>
          </a:xfrm>
          <a:prstGeom prst="roundRect">
            <a:avLst>
              <a:gd name="adj" fmla="val 8000"/>
            </a:avLst>
          </a:prstGeom>
          <a:solidFill>
            <a:srgbClr val="CBEAA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Person / profile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40280" y="3346704"/>
            <a:ext cx="4572000" cy="512064"/>
          </a:xfrm>
          <a:prstGeom prst="roundRect">
            <a:avLst>
              <a:gd name="adj" fmla="val 8000"/>
            </a:avLst>
          </a:prstGeom>
          <a:solidFill>
            <a:srgbClr val="CBEAA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000000"/>
                </a:solidFill>
                <a:latin typeface="Arial"/>
              </a:rPr>
              <a:t>Parent profile holding RRs from one or more children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3346704"/>
            <a:ext cx="5029200" cy="512064"/>
          </a:xfrm>
          <a:prstGeom prst="roundRect">
            <a:avLst>
              <a:gd name="adj" fmla="val 8000"/>
            </a:avLst>
          </a:prstGeom>
          <a:solidFill>
            <a:srgbClr val="CBEAA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000000"/>
                </a:solidFill>
                <a:latin typeface="Arial"/>
              </a:rPr>
              <a:t>Home profile + a sub-advisory profile (two credentials for May)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" y="3895344"/>
            <a:ext cx="1920240" cy="512064"/>
          </a:xfrm>
          <a:prstGeom prst="roundRect">
            <a:avLst>
              <a:gd name="adj" fmla="val 8000"/>
            </a:avLst>
          </a:prstGeom>
          <a:solidFill>
            <a:srgbClr val="CBEAA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RR validation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0280" y="3895344"/>
            <a:ext cx="4572000" cy="512064"/>
          </a:xfrm>
          <a:prstGeom prst="roundRect">
            <a:avLst>
              <a:gd name="adj" fmla="val 8000"/>
            </a:avLst>
          </a:prstGeom>
          <a:solidFill>
            <a:srgbClr val="CBEAA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000000"/>
                </a:solidFill>
                <a:latin typeface="Arial"/>
              </a:rPr>
              <a:t>Checked against the hierarchy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3895344"/>
            <a:ext cx="5029200" cy="512064"/>
          </a:xfrm>
          <a:prstGeom prst="roundRect">
            <a:avLst>
              <a:gd name="adj" fmla="val 8000"/>
            </a:avLst>
          </a:prstGeom>
          <a:solidFill>
            <a:srgbClr val="CBEAA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000000"/>
                </a:solidFill>
                <a:latin typeface="Arial"/>
              </a:rPr>
              <a:t>Checked against the relationship record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6888" y="4443983"/>
            <a:ext cx="1920240" cy="512064"/>
          </a:xfrm>
          <a:prstGeom prst="roundRect">
            <a:avLst>
              <a:gd name="adj" fmla="val 8000"/>
            </a:avLst>
          </a:prstGeom>
          <a:solidFill>
            <a:srgbClr val="CBEAA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Request (UAR)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40280" y="4443983"/>
            <a:ext cx="4572000" cy="512064"/>
          </a:xfrm>
          <a:prstGeom prst="roundRect">
            <a:avLst>
              <a:gd name="adj" fmla="val 8000"/>
            </a:avLst>
          </a:prstGeom>
          <a:solidFill>
            <a:srgbClr val="CBEAA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000000"/>
                </a:solidFill>
                <a:latin typeface="Arial"/>
              </a:rPr>
              <a:t>Steward picks where in the hierarchy the user lives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4443983"/>
            <a:ext cx="5029200" cy="512064"/>
          </a:xfrm>
          <a:prstGeom prst="roundRect">
            <a:avLst>
              <a:gd name="adj" fmla="val 8000"/>
            </a:avLst>
          </a:prstGeom>
          <a:solidFill>
            <a:srgbClr val="CBEAA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000000"/>
                </a:solidFill>
                <a:latin typeface="Arial"/>
              </a:rPr>
              <a:t>Delegate firm’s steward assigns its own people to the slice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6888" y="4992623"/>
            <a:ext cx="192024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User list / attestation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40280" y="4992623"/>
            <a:ext cx="457200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000000"/>
                </a:solidFill>
                <a:latin typeface="Arial"/>
              </a:rPr>
              <a:t>Parent steward sees the whole group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992623"/>
            <a:ext cx="502920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000000"/>
                </a:solidFill>
                <a:latin typeface="Arial"/>
              </a:rPr>
              <a:t>Home firm attests people; delegating firm confirms, can revoke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6888" y="5541263"/>
            <a:ext cx="192024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Apps and legacy links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40280" y="5541263"/>
            <a:ext cx="457200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000000"/>
                </a:solidFill>
                <a:latin typeface="Arial"/>
              </a:rPr>
              <a:t>Aggregate views in Accounts / Orders; SZ IDs linked per firm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03720" y="5541263"/>
            <a:ext cx="502920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000000"/>
                </a:solidFill>
                <a:latin typeface="Arial"/>
              </a:rPr>
              <a:t>Delegated accounts next to own in Orders; SZ apps still per firm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" y="6144768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CBEAA4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6126480"/>
            <a:ext cx="5486400" cy="2011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0" i="0">
                <a:solidFill>
                  <a:srgbClr val="6E6E71"/>
                </a:solidFill>
                <a:latin typeface="Arial"/>
              </a:rPr>
              <a:t>shared mechanism — build once in the aggregation increment, reuse for sub-advisory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Multi-Firm requirements · 26 October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10515600" cy="0"/>
          </a:xfrm>
        </p:spPr>
        <p:txBody>
          <a:bodyPr/>
          <a:lstStyle/>
          <a:p>
            <a:r>
              <a:t>Which firm situations are in — and which are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" y="914400"/>
            <a:ext cx="1170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6E6E71"/>
                </a:solidFill>
                <a:latin typeface="Arial"/>
              </a:rPr>
              <a:t>From Penny’s sessions: three patterns matter, two are explicitly out, two resolve themselves. Scope stays small.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" y="13716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4048" y="1508760"/>
            <a:ext cx="1325880" cy="219456"/>
          </a:xfrm>
          <a:prstGeom prst="roundRect">
            <a:avLst>
              <a:gd name="adj" fmla="val 50000"/>
            </a:avLst>
          </a:prstGeom>
          <a:solidFill>
            <a:srgbClr val="91B76E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IN · increment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828800"/>
            <a:ext cx="25603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Parent with child firms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194560"/>
            <a:ext cx="256032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Harbourfront (5 children); Wellington-Altus (IB + PM arms). One login across the children; one layer of hierarchy.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91256" y="13716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328416" y="1508760"/>
            <a:ext cx="1325880" cy="219456"/>
          </a:xfrm>
          <a:prstGeom prst="roundRect">
            <a:avLst>
              <a:gd name="adj" fmla="val 50000"/>
            </a:avLst>
          </a:prstGeom>
          <a:solidFill>
            <a:srgbClr val="91B76E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IN · increment 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8416" y="1828800"/>
            <a:ext cx="25603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Sub-advisory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8416" y="2194560"/>
            <a:ext cx="256032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Fiera owns the client, Guardian trades; Guardian also trades for Kensel and Dundee. Trading-only access; home firm administers, delegating firm authorizes.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35624" y="13716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272784" y="1508760"/>
            <a:ext cx="1325880" cy="219456"/>
          </a:xfrm>
          <a:prstGeom prst="roundRect">
            <a:avLst>
              <a:gd name="adj" fmla="val 50000"/>
            </a:avLst>
          </a:prstGeom>
          <a:solidFill>
            <a:srgbClr val="D99A1B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IN · later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1828800"/>
            <a:ext cx="25603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Referral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2194560"/>
            <a:ext cx="256032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Tricert’s accountant partners. View-only, sometimes account opening. Same delegation record, different bundle.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79992" y="137160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217152" y="150876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DE161D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828800"/>
            <a:ext cx="25603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Ghost parent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2194560"/>
            <a:ext cx="256032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PM + IFM pairs grouped by NBIN for reporting. No users, accounts or contract — never a real parent.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" y="370332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384048" y="384048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DE161D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160520"/>
            <a:ext cx="25603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Parent of parent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4526280"/>
            <a:ext cx="256032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Guardian’s majority stake in Rae &amp; Lipsky. Parent means direct ownership, supervision and accountability.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91256" y="370332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3328416" y="384048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6E6E71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WAIT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28416" y="4160520"/>
            <a:ext cx="25603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Acquisition not yet merged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8416" y="4526280"/>
            <a:ext cx="256032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Harbourfront bought Cumberland (itself a parent of four). Stays separate until operations and contracts merge; then Firm360 is updated.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35624" y="3703320"/>
            <a:ext cx="2788920" cy="214884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6272784" y="384048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6E6E71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IGNORE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4160520"/>
            <a:ext cx="256032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Multi-parent (transitional)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4526280"/>
            <a:ext cx="2560320" cy="12801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Harbourfront + KJH before May 2026. Resolves itself; don’t design for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79992" y="3703320"/>
            <a:ext cx="2852928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217152" y="3794760"/>
            <a:ext cx="2606040" cy="20116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00000"/>
                </a:solidFill>
                <a:latin typeface="Arial"/>
              </a:rPr>
              <a:t>Transition cases to design for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• a child added to or removed from a parent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• the steward of a dissolved parent set up again</a:t>
            </a:r>
          </a:p>
          <a:p>
            <a:pPr algn="l">
              <a:spcAft>
                <a:spcPts val="400"/>
              </a:spcAft>
            </a:pPr>
            <a:r>
              <a:rPr sz="950" b="0" i="0">
                <a:solidFill>
                  <a:srgbClr val="000000"/>
                </a:solidFill>
                <a:latin typeface="Arial"/>
              </a:rPr>
              <a:t>• user assignments when a firm context is removed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Multi-Firm requirements · 26 October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10515600" cy="0"/>
          </a:xfrm>
        </p:spPr>
        <p:txBody>
          <a:bodyPr/>
          <a:lstStyle/>
          <a:p>
            <a:r>
              <a:t>UAM: from six months to one 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" y="914400"/>
            <a:ext cx="1170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6E6E71"/>
                </a:solidFill>
                <a:latin typeface="Arial"/>
              </a:rPr>
              <a:t>Registry: data yes, screens no. Keep the request path a steward needs and the catalogue the form needs; defer everything that manages the catalogue.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" y="1325880"/>
            <a:ext cx="5669280" cy="452628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394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Full UAM as estimated · ~6 months, 2 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5349240" cy="274320"/>
          </a:xfrm>
          <a:prstGeom prst="roundRect">
            <a:avLst>
              <a:gd name="adj" fmla="val 10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6E6E71"/>
                </a:solidFill>
                <a:latin typeface="Arial"/>
              </a:rPr>
              <a:t>defer  Manage Features screens (registry UI)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112264"/>
            <a:ext cx="5349240" cy="274320"/>
          </a:xfrm>
          <a:prstGeom prst="roundRect">
            <a:avLst>
              <a:gd name="adj" fmla="val 10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6E6E71"/>
                </a:solidFill>
                <a:latin typeface="Arial"/>
              </a:rPr>
              <a:t>defer  Manage Integrations / system-integration registry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441448"/>
            <a:ext cx="5349240" cy="274320"/>
          </a:xfrm>
          <a:prstGeom prst="roundRect">
            <a:avLst>
              <a:gd name="adj" fmla="val 10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6E6E71"/>
                </a:solidFill>
                <a:latin typeface="Arial"/>
              </a:rPr>
              <a:t>defer  Provisioning diff and automated instructions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770632"/>
            <a:ext cx="5349240" cy="274320"/>
          </a:xfrm>
          <a:prstGeom prst="roundRect">
            <a:avLst>
              <a:gd name="adj" fmla="val 10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6E6E71"/>
                </a:solidFill>
                <a:latin typeface="Arial"/>
              </a:rPr>
              <a:t>defer  External apps, NetRep, OSS in the 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099815"/>
            <a:ext cx="5349240" cy="274320"/>
          </a:xfrm>
          <a:prstGeom prst="roundRect">
            <a:avLst>
              <a:gd name="adj" fmla="val 10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6E6E71"/>
                </a:solidFill>
                <a:latin typeface="Arial"/>
              </a:rPr>
              <a:t>defer  Bilingual labels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429000"/>
            <a:ext cx="5349240" cy="274320"/>
          </a:xfrm>
          <a:prstGeom prst="roundRect">
            <a:avLst>
              <a:gd name="adj" fmla="val 10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6E6E71"/>
                </a:solidFill>
                <a:latin typeface="Arial"/>
              </a:rPr>
              <a:t>defer  Profile drawer, export, case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758184"/>
            <a:ext cx="5349240" cy="274320"/>
          </a:xfrm>
          <a:prstGeom prst="roundRect">
            <a:avLst>
              <a:gd name="adj" fmla="val 10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0">
                <a:solidFill>
                  <a:srgbClr val="6E6E71"/>
                </a:solidFill>
                <a:latin typeface="Arial"/>
              </a:rPr>
              <a:t>defer  Notifications, password reset, 2FA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087368"/>
            <a:ext cx="53492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1">
                <a:solidFill>
                  <a:srgbClr val="000000"/>
                </a:solidFill>
                <a:latin typeface="Arial"/>
              </a:rPr>
              <a:t>keep  Request drawer: create / update / deactivate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416552"/>
            <a:ext cx="53492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1">
                <a:solidFill>
                  <a:srgbClr val="000000"/>
                </a:solidFill>
                <a:latin typeface="Arial"/>
              </a:rPr>
              <a:t>keep  Catalogue behind the 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745736"/>
            <a:ext cx="53492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1">
                <a:solidFill>
                  <a:srgbClr val="000000"/>
                </a:solidFill>
                <a:latin typeface="Arial"/>
              </a:rPr>
              <a:t>keep  Request lifecycle and 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5074920"/>
            <a:ext cx="53492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1">
                <a:solidFill>
                  <a:srgbClr val="000000"/>
                </a:solidFill>
                <a:latin typeface="Arial"/>
              </a:rPr>
              <a:t>keep  ID Admin queue and credentials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404104"/>
            <a:ext cx="534924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l"/>
            <a:r>
              <a:rPr sz="880" b="1">
                <a:solidFill>
                  <a:srgbClr val="000000"/>
                </a:solidFill>
                <a:latin typeface="Arial"/>
              </a:rPr>
              <a:t>keep  User list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9320" y="3566160"/>
            <a:ext cx="228600" cy="0"/>
          </a:xfrm>
          <a:prstGeom prst="line">
            <a:avLst/>
          </a:prstGeom>
          <a:ln w="31750">
            <a:solidFill>
              <a:srgbClr val="DE161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63640" y="1325880"/>
            <a:ext cx="5669280" cy="4526280"/>
          </a:xfrm>
          <a:prstGeom prst="roundRect">
            <a:avLst>
              <a:gd name="adj" fmla="val 8000"/>
            </a:avLst>
          </a:prstGeom>
          <a:solidFill>
            <a:srgbClr val="DCEF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28232" y="1417320"/>
            <a:ext cx="53949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F6E56"/>
                </a:solidFill>
                <a:latin typeface="Arial"/>
              </a:rPr>
              <a:t>Light UAR · one PI (to re-estimate)</a:t>
            </a:r>
          </a:p>
        </p:txBody>
      </p:sp>
      <p:sp>
        <p:nvSpPr>
          <p:cNvPr id="22" name="Oval 21"/>
          <p:cNvSpPr/>
          <p:nvPr/>
        </p:nvSpPr>
        <p:spPr>
          <a:xfrm>
            <a:off x="6428232" y="1837943"/>
            <a:ext cx="182880" cy="18288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1783080"/>
            <a:ext cx="512064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30" b="1" i="0">
                <a:solidFill>
                  <a:srgbClr val="000000"/>
                </a:solidFill>
                <a:latin typeface="Arial"/>
              </a:rPr>
              <a:t>Request drawer — </a:t>
            </a:r>
            <a:r>
              <a:rPr sz="930" b="0" i="0">
                <a:solidFill>
                  <a:srgbClr val="000000"/>
                </a:solidFill>
                <a:latin typeface="Arial"/>
              </a:rPr>
              <a:t>create / update / deactivate; identity; RR codes (firm-level or list); feature picks</a:t>
            </a:r>
          </a:p>
        </p:txBody>
      </p:sp>
      <p:sp>
        <p:nvSpPr>
          <p:cNvPr id="24" name="Oval 23"/>
          <p:cNvSpPr/>
          <p:nvPr/>
        </p:nvSpPr>
        <p:spPr>
          <a:xfrm>
            <a:off x="6428232" y="2404872"/>
            <a:ext cx="182880" cy="18288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2552" y="2350008"/>
            <a:ext cx="512064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30" b="1" i="0">
                <a:solidFill>
                  <a:srgbClr val="000000"/>
                </a:solidFill>
                <a:latin typeface="Arial"/>
              </a:rPr>
              <a:t>Firm context as a field — </a:t>
            </a:r>
            <a:r>
              <a:rPr sz="930" b="0" i="0">
                <a:solidFill>
                  <a:srgbClr val="000000"/>
                </a:solidFill>
                <a:latin typeface="Arial"/>
              </a:rPr>
              <a:t>one value today — the seam Multi-Firm needs</a:t>
            </a:r>
          </a:p>
        </p:txBody>
      </p:sp>
      <p:sp>
        <p:nvSpPr>
          <p:cNvPr id="26" name="Oval 25"/>
          <p:cNvSpPr/>
          <p:nvPr/>
        </p:nvSpPr>
        <p:spPr>
          <a:xfrm>
            <a:off x="6428232" y="2971800"/>
            <a:ext cx="182880" cy="18288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02552" y="2916936"/>
            <a:ext cx="512064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30" b="1" i="0">
                <a:solidFill>
                  <a:srgbClr val="000000"/>
                </a:solidFill>
                <a:latin typeface="Arial"/>
              </a:rPr>
              <a:t>Catalogue as data — </a:t>
            </a:r>
            <a:r>
              <a:rPr sz="930" b="0" i="0">
                <a:solidFill>
                  <a:srgbClr val="000000"/>
                </a:solidFill>
                <a:latin typeface="Arial"/>
              </a:rPr>
              <a:t>seeded from the 23 production packages / 139 resources; Activation owns the seed file; no admin screens</a:t>
            </a:r>
          </a:p>
        </p:txBody>
      </p:sp>
      <p:sp>
        <p:nvSpPr>
          <p:cNvPr id="28" name="Oval 27"/>
          <p:cNvSpPr/>
          <p:nvPr/>
        </p:nvSpPr>
        <p:spPr>
          <a:xfrm>
            <a:off x="6428232" y="3538727"/>
            <a:ext cx="182880" cy="18288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3483863"/>
            <a:ext cx="512064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30" b="1" i="0">
                <a:solidFill>
                  <a:srgbClr val="000000"/>
                </a:solidFill>
                <a:latin typeface="Arial"/>
              </a:rPr>
              <a:t>Lifecycle and status — </a:t>
            </a:r>
            <a:r>
              <a:rPr sz="930" b="0" i="0">
                <a:solidFill>
                  <a:srgbClr val="000000"/>
                </a:solidFill>
                <a:latin typeface="Arial"/>
              </a:rPr>
              <a:t>submitted → under review → complete / rejected, visible to the steward</a:t>
            </a:r>
          </a:p>
        </p:txBody>
      </p:sp>
      <p:sp>
        <p:nvSpPr>
          <p:cNvPr id="30" name="Oval 29"/>
          <p:cNvSpPr/>
          <p:nvPr/>
        </p:nvSpPr>
        <p:spPr>
          <a:xfrm>
            <a:off x="6428232" y="4105655"/>
            <a:ext cx="182880" cy="18288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02552" y="4050791"/>
            <a:ext cx="512064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30" b="1" i="0">
                <a:solidFill>
                  <a:srgbClr val="000000"/>
                </a:solidFill>
                <a:latin typeface="Arial"/>
              </a:rPr>
              <a:t>ID Admin queue — </a:t>
            </a:r>
            <a:r>
              <a:rPr sz="930" b="0" i="0">
                <a:solidFill>
                  <a:srgbClr val="000000"/>
                </a:solidFill>
                <a:latin typeface="Arial"/>
              </a:rPr>
              <a:t>start · complete · reject; spreadsheets + Radhika’s macro do the mapping</a:t>
            </a:r>
          </a:p>
        </p:txBody>
      </p:sp>
      <p:sp>
        <p:nvSpPr>
          <p:cNvPr id="32" name="Oval 31"/>
          <p:cNvSpPr/>
          <p:nvPr/>
        </p:nvSpPr>
        <p:spPr>
          <a:xfrm>
            <a:off x="6428232" y="4672583"/>
            <a:ext cx="182880" cy="18288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2552" y="4617720"/>
            <a:ext cx="512064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30" b="1" i="0">
                <a:solidFill>
                  <a:srgbClr val="000000"/>
                </a:solidFill>
                <a:latin typeface="Arial"/>
              </a:rPr>
              <a:t>Credentials + identity link — </a:t>
            </a:r>
            <a:r>
              <a:rPr sz="930" b="0" i="0">
                <a:solidFill>
                  <a:srgbClr val="000000"/>
                </a:solidFill>
                <a:latin typeface="Arial"/>
              </a:rPr>
              <a:t>one-time credential release; SZ / R2 IDs linked at close-out</a:t>
            </a:r>
          </a:p>
        </p:txBody>
      </p:sp>
      <p:sp>
        <p:nvSpPr>
          <p:cNvPr id="34" name="Oval 33"/>
          <p:cNvSpPr/>
          <p:nvPr/>
        </p:nvSpPr>
        <p:spPr>
          <a:xfrm>
            <a:off x="6428232" y="5239512"/>
            <a:ext cx="182880" cy="18288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02552" y="5184648"/>
            <a:ext cx="5120640" cy="548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30" b="1" i="0">
                <a:solidFill>
                  <a:srgbClr val="000000"/>
                </a:solidFill>
                <a:latin typeface="Arial"/>
              </a:rPr>
              <a:t>Minimal user list — </a:t>
            </a:r>
            <a:r>
              <a:rPr sz="930" b="0" i="0">
                <a:solidFill>
                  <a:srgbClr val="000000"/>
                </a:solidFill>
                <a:latin typeface="Arial"/>
              </a:rPr>
              <a:t>read-only; start an update or deactivation from 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" y="5961888"/>
            <a:ext cx="11686032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11480" y="6016752"/>
            <a:ext cx="113385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Arial"/>
              </a:rPr>
              <a:t>Still true for the light slice: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it replaces R2 myRequest, the iMOST form and the R2 steward portal (R2 exit), gives an auditable request-to-access trail, and is the vehicle Multi-Firm extends. </a:t>
            </a:r>
            <a:r>
              <a:rPr sz="950" b="1" i="0">
                <a:solidFill>
                  <a:srgbClr val="DE161D"/>
                </a:solidFill>
                <a:latin typeface="Arial"/>
              </a:rPr>
              <a:t>Lighter than this is today’s free text with a new skin.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Multi-Firm requirements · 26 October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10515600" cy="0"/>
          </a:xfrm>
        </p:spPr>
        <p:txBody>
          <a:bodyPr/>
          <a:lstStyle/>
          <a:p>
            <a:r>
              <a:t>The light request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" y="914400"/>
            <a:ext cx="1170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6E6E71"/>
                </a:solidFill>
                <a:latin typeface="Arial"/>
              </a:rPr>
              <a:t>Steward to SAA and back, with two small data stores behind it. Nothing else is needed to retire the R2 request channels.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" y="1371600"/>
            <a:ext cx="1463040" cy="1325880"/>
          </a:xfrm>
          <a:prstGeom prst="roundRect">
            <a:avLst>
              <a:gd name="adj" fmla="val 6000"/>
            </a:avLst>
          </a:prstGeom>
          <a:solidFill>
            <a:srgbClr val="6E6E71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Firm Security Steward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55648" y="1371600"/>
            <a:ext cx="10177272" cy="1325880"/>
          </a:xfrm>
          <a:prstGeom prst="roundRect">
            <a:avLst>
              <a:gd name="adj" fmla="val 6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246888" y="2971800"/>
            <a:ext cx="1463040" cy="1325880"/>
          </a:xfrm>
          <a:prstGeom prst="roundRect">
            <a:avLst>
              <a:gd name="adj" fmla="val 6000"/>
            </a:avLst>
          </a:prstGeom>
          <a:solidFill>
            <a:srgbClr val="6E6E71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SAA / ID Admin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55648" y="2971800"/>
            <a:ext cx="10177272" cy="1325880"/>
          </a:xfrm>
          <a:prstGeom prst="roundRect">
            <a:avLst>
              <a:gd name="adj" fmla="val 6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46888" y="4572000"/>
            <a:ext cx="1463040" cy="1325880"/>
          </a:xfrm>
          <a:prstGeom prst="roundRect">
            <a:avLst>
              <a:gd name="adj" fmla="val 6000"/>
            </a:avLst>
          </a:prstGeom>
          <a:solidFill>
            <a:srgbClr val="6E6E71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55648" y="4572000"/>
            <a:ext cx="10177272" cy="1325880"/>
          </a:xfrm>
          <a:prstGeom prst="roundRect">
            <a:avLst>
              <a:gd name="adj" fmla="val 6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1920240" y="160020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1  New request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create · update · deactivate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67328" y="2029968"/>
            <a:ext cx="146304" cy="0"/>
          </a:xfrm>
          <a:prstGeom prst="line">
            <a:avLst/>
          </a:prstGeom>
          <a:ln w="19050">
            <a:solidFill>
              <a:srgbClr val="6E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931920" y="160020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2  Picks firm context + RR codes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firm-level or list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79008" y="2029968"/>
            <a:ext cx="146304" cy="0"/>
          </a:xfrm>
          <a:prstGeom prst="line">
            <a:avLst/>
          </a:prstGeom>
          <a:ln w="19050">
            <a:solidFill>
              <a:srgbClr val="6E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943600" y="160020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3  Picks features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from the seeded catalogue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90688" y="2029968"/>
            <a:ext cx="146304" cy="0"/>
          </a:xfrm>
          <a:prstGeom prst="line">
            <a:avLst/>
          </a:prstGeom>
          <a:ln w="19050">
            <a:solidFill>
              <a:srgbClr val="6E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55280" y="160020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6  Sees status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submitted → under review → complete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02368" y="2029968"/>
            <a:ext cx="146304" cy="0"/>
          </a:xfrm>
          <a:prstGeom prst="line">
            <a:avLst/>
          </a:prstGeom>
          <a:ln w="19050">
            <a:solidFill>
              <a:srgbClr val="6E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966960" y="1600200"/>
            <a:ext cx="1828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7  Collects credentials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one-time copy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320040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4  Picks up the ticket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firm by ID, not name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70248" y="3630168"/>
            <a:ext cx="146304" cy="0"/>
          </a:xfrm>
          <a:prstGeom prst="line">
            <a:avLst/>
          </a:prstGeom>
          <a:ln w="19050">
            <a:solidFill>
              <a:srgbClr val="6E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434840" y="320040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5  Provisions each system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spreadsheets + macro map the role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784848" y="3630168"/>
            <a:ext cx="146304" cy="0"/>
          </a:xfrm>
          <a:prstGeom prst="line">
            <a:avLst/>
          </a:prstGeom>
          <a:ln w="19050">
            <a:solidFill>
              <a:srgbClr val="6E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49440" y="320040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5b Links SZ / R2 IDs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to the CX profile before closing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99448" y="3630168"/>
            <a:ext cx="146304" cy="0"/>
          </a:xfrm>
          <a:prstGeom prst="line">
            <a:avLst/>
          </a:prstGeom>
          <a:ln w="19050">
            <a:solidFill>
              <a:srgbClr val="6E6E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64040" y="320040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Complete or reject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with reason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108960" y="2487168"/>
            <a:ext cx="2834640" cy="694944"/>
          </a:xfrm>
          <a:prstGeom prst="line">
            <a:avLst/>
          </a:prstGeom>
          <a:ln w="19050">
            <a:solidFill>
              <a:srgbClr val="6E6E7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8275320" y="2487168"/>
            <a:ext cx="1143000" cy="694944"/>
          </a:xfrm>
          <a:prstGeom prst="line">
            <a:avLst/>
          </a:prstGeom>
          <a:ln w="19050">
            <a:solidFill>
              <a:srgbClr val="6E6E7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920240" y="480060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Compass X (FNUM)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package + RR codes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34840" y="480060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Secured Zone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profile, apps, RR ranges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480060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000000"/>
                </a:solidFill>
                <a:latin typeface="Arial"/>
              </a:rPr>
              <a:t>R2 (until Oct 2027)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profile, RR ranges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64040" y="480060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950" b="1">
                <a:solidFill>
                  <a:srgbClr val="6E6E71"/>
                </a:solidFill>
                <a:latin typeface="Arial"/>
              </a:rPr>
              <a:t>NetRep · external apps</a:t>
            </a:r>
          </a:p>
          <a:p>
            <a:pPr algn="ctr"/>
            <a:r>
              <a:rPr sz="800" b="0">
                <a:solidFill>
                  <a:srgbClr val="6E6E71"/>
                </a:solidFill>
                <a:latin typeface="Arial"/>
              </a:rPr>
              <a:t>old forms continue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3081528" y="4087368"/>
            <a:ext cx="2514599" cy="685800"/>
          </a:xfrm>
          <a:prstGeom prst="line">
            <a:avLst/>
          </a:prstGeom>
          <a:ln w="19050">
            <a:solidFill>
              <a:srgbClr val="6E6E7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596127" y="4087368"/>
            <a:ext cx="0" cy="685800"/>
          </a:xfrm>
          <a:prstGeom prst="line">
            <a:avLst/>
          </a:prstGeom>
          <a:ln w="19050">
            <a:solidFill>
              <a:srgbClr val="6E6E7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596127" y="4087368"/>
            <a:ext cx="2514600" cy="685800"/>
          </a:xfrm>
          <a:prstGeom prst="line">
            <a:avLst/>
          </a:prstGeom>
          <a:ln w="19050">
            <a:solidFill>
              <a:srgbClr val="6E6E7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46888" y="6035040"/>
            <a:ext cx="56692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F6E56"/>
            </a:solidFill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11480" y="6089904"/>
            <a:ext cx="53949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Data store 1 — the catalogue: </a:t>
            </a:r>
            <a:r>
              <a:rPr sz="900" b="0" i="0">
                <a:solidFill>
                  <a:srgbClr val="000000"/>
                </a:solidFill>
                <a:latin typeface="Arial"/>
              </a:rPr>
              <a:t>capability → feature → module with V/M/C levels, seeded from production, maintained by Activation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3640" y="6035040"/>
            <a:ext cx="56692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0F6E56"/>
            </a:solidFill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28232" y="6089904"/>
            <a:ext cx="53949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Data store 2 — the person: </a:t>
            </a:r>
            <a:r>
              <a:rPr sz="900" b="0" i="0">
                <a:solidFill>
                  <a:srgbClr val="000000"/>
                </a:solidFill>
                <a:latin typeface="Arial"/>
              </a:rPr>
              <a:t>one person, many accounts (from Employee Access); the request resolves the person first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Multi-Firm requirements · 26 October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10515600" cy="0"/>
          </a:xfrm>
        </p:spPr>
        <p:txBody>
          <a:bodyPr/>
          <a:lstStyle/>
          <a:p>
            <a:r>
              <a:t>The incremental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" y="914400"/>
            <a:ext cx="1170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6E6E71"/>
                </a:solidFill>
                <a:latin typeface="Arial"/>
              </a:rPr>
              <a:t>Three increments, each shippable, each reusing the last. Sub-advisory lands with trading GA because sub-advisors migrate with trading anyway.</a:t>
            </a:r>
          </a:p>
        </p:txBody>
      </p:sp>
      <p:sp>
        <p:nvSpPr>
          <p:cNvPr id="5" name="Pentagon 4"/>
          <p:cNvSpPr/>
          <p:nvPr/>
        </p:nvSpPr>
        <p:spPr>
          <a:xfrm>
            <a:off x="246888" y="1325880"/>
            <a:ext cx="3794760" cy="566928"/>
          </a:xfrm>
          <a:prstGeom prst="homePlate">
            <a:avLst/>
          </a:prstGeom>
          <a:solidFill>
            <a:srgbClr val="6E6E71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 · Light UAR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Arial"/>
              </a:rPr>
              <a:t>Nov – Jan · PI-1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" y="2011680"/>
            <a:ext cx="3794760" cy="3749039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84048" y="2103120"/>
            <a:ext cx="3566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6E6E71"/>
                </a:solidFill>
                <a:latin typeface="Arial"/>
              </a:rPr>
              <a:t>BUILDS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304288"/>
            <a:ext cx="3566160" cy="1463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Request path steward → SAA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Catalogue as data; person table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Identity linking at close-out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Minimal user 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749039"/>
            <a:ext cx="3566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6E6E71"/>
                </a:solidFill>
                <a:latin typeface="Arial"/>
              </a:rPr>
              <a:t>DELIVERS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950208"/>
            <a:ext cx="3566160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R2 request channels replaced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Audit trail from request to access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The seam for firm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5074920"/>
            <a:ext cx="3566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6E6E71"/>
                </a:solidFill>
                <a:latin typeface="Arial"/>
              </a:rPr>
              <a:t>DEPENDS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5276088"/>
            <a:ext cx="35661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30" b="0" i="0">
                <a:solidFill>
                  <a:srgbClr val="000000"/>
                </a:solidFill>
                <a:latin typeface="Arial"/>
              </a:rPr>
              <a:t>nothing external</a:t>
            </a:r>
          </a:p>
        </p:txBody>
      </p:sp>
      <p:sp>
        <p:nvSpPr>
          <p:cNvPr id="13" name="Chevron 12"/>
          <p:cNvSpPr/>
          <p:nvPr/>
        </p:nvSpPr>
        <p:spPr>
          <a:xfrm>
            <a:off x="4178808" y="1325880"/>
            <a:ext cx="3794760" cy="566928"/>
          </a:xfrm>
          <a:prstGeom prst="chevron">
            <a:avLst/>
          </a:prstGeom>
          <a:solidFill>
            <a:srgbClr val="D99A1B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B · Aggregation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Arial"/>
              </a:rPr>
              <a:t>Feb – Mar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78808" y="2011680"/>
            <a:ext cx="3794760" cy="3749039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15968" y="2103120"/>
            <a:ext cx="3566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6E6E71"/>
                </a:solidFill>
                <a:latin typeface="Arial"/>
              </a:rPr>
              <a:t>BUILDS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2304288"/>
            <a:ext cx="3566160" cy="1463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Relationship record held in CX (Scenario 2; Activation enters ~85 groups)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Firm context on the profile; RR validation against hierarchy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Parent package; request picks the firm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Aggregate views in Accounts /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3749039"/>
            <a:ext cx="3566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6E6E71"/>
                </a:solidFill>
                <a:latin typeface="Arial"/>
              </a:rPr>
              <a:t>DELIVERS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3950208"/>
            <a:ext cx="3566160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One login for parent groups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Pilot with firms that have no sub-advisory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The mechanism C reuses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5074920"/>
            <a:ext cx="3566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6E6E71"/>
                </a:solidFill>
                <a:latin typeface="Arial"/>
              </a:rPr>
              <a:t>DEPENDS 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5276088"/>
            <a:ext cx="35661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30" b="0" i="0">
                <a:solidFill>
                  <a:srgbClr val="000000"/>
                </a:solidFill>
                <a:latin typeface="Arial"/>
              </a:rPr>
              <a:t>A; not Firm360</a:t>
            </a:r>
          </a:p>
        </p:txBody>
      </p:sp>
      <p:sp>
        <p:nvSpPr>
          <p:cNvPr id="21" name="Chevron 20"/>
          <p:cNvSpPr/>
          <p:nvPr/>
        </p:nvSpPr>
        <p:spPr>
          <a:xfrm>
            <a:off x="8110727" y="1325880"/>
            <a:ext cx="3794760" cy="566928"/>
          </a:xfrm>
          <a:prstGeom prst="chevron">
            <a:avLst/>
          </a:prstGeom>
          <a:solidFill>
            <a:srgbClr val="DE161D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 · Sub-advisory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Arial"/>
              </a:rPr>
              <a:t>Apr – May · with trading GA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0727" y="2011680"/>
            <a:ext cx="3794760" cy="3749039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47888" y="2103120"/>
            <a:ext cx="3566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6E6E71"/>
                </a:solidFill>
                <a:latin typeface="Arial"/>
              </a:rPr>
              <a:t>BUILDS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304288"/>
            <a:ext cx="3566160" cy="1463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Relationship type "delegation" + trading-only bundle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Validation against the agreement record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Attestation tag for delegated access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Governance pack from Ed / Jonathan applied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3749039"/>
            <a:ext cx="3566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6E6E71"/>
                </a:solidFill>
                <a:latin typeface="Arial"/>
              </a:rPr>
              <a:t>DELIVERS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3950208"/>
            <a:ext cx="3566160" cy="10058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Sub-advisors trade delegated accounts from Compass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NetRep exit becomes possible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000000"/>
                </a:solidFill>
                <a:latin typeface="Arial"/>
              </a:rPr>
              <a:t>• Two credentials now; converge later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5074920"/>
            <a:ext cx="356616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1" i="0">
                <a:solidFill>
                  <a:srgbClr val="6E6E71"/>
                </a:solidFill>
                <a:latin typeface="Arial"/>
              </a:rPr>
              <a:t>DEPENDS 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5276088"/>
            <a:ext cx="35661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30" b="0" i="0">
                <a:solidFill>
                  <a:srgbClr val="000000"/>
                </a:solidFill>
                <a:latin typeface="Arial"/>
              </a:rPr>
              <a:t>B; identity decision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6888" y="5897880"/>
            <a:ext cx="11686032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11480" y="5943600"/>
            <a:ext cx="1133856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Arial"/>
              </a:rPr>
              <a:t>Later (H2 2027): </a:t>
            </a:r>
            <a:r>
              <a:rPr sz="950" b="0" i="0">
                <a:solidFill>
                  <a:srgbClr val="000000"/>
                </a:solidFill>
                <a:latin typeface="Arial"/>
              </a:rPr>
              <a:t>termination cascade, parent-aware attestation, usage reporting and relationship sync to Firm360, one ID with several profiles. </a:t>
            </a:r>
            <a:r>
              <a:rPr sz="950" b="1" i="0">
                <a:solidFill>
                  <a:srgbClr val="000000"/>
                </a:solidFill>
                <a:latin typeface="Arial"/>
              </a:rPr>
              <a:t>If C slips, trading launches for single-firm users and sub-advisors stay on NetRep a little longer — never the other way round.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Multi-Firm requirements · 26 October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10515600" cy="0"/>
          </a:xfrm>
        </p:spPr>
        <p:txBody>
          <a:bodyPr/>
          <a:lstStyle/>
          <a:p>
            <a:r>
              <a:t>Aggregation first — and still safe for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" y="914400"/>
            <a:ext cx="1170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6E6E71"/>
                </a:solidFill>
                <a:latin typeface="Arial"/>
              </a:rPr>
              <a:t>Penny weighted the two on different axes. Her rollout order already puts parent groups first and sub-advisors last, with trading.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12064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3108960" y="1463040"/>
            <a:ext cx="0" cy="3931920"/>
          </a:xfrm>
          <a:prstGeom prst="line">
            <a:avLst/>
          </a:prstGeom>
          <a:ln>
            <a:solidFill>
              <a:srgbClr val="CEC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3429000"/>
            <a:ext cx="5120639" cy="0"/>
          </a:xfrm>
          <a:prstGeom prst="line">
            <a:avLst/>
          </a:prstGeom>
          <a:ln>
            <a:solidFill>
              <a:srgbClr val="CECA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5440680"/>
            <a:ext cx="512064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6E6E71"/>
                </a:solidFill>
                <a:latin typeface="Arial"/>
              </a:rPr>
              <a:t>Urgency for the May date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" y="3291840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6E6E71"/>
                </a:solidFill>
                <a:latin typeface="Arial"/>
              </a:rPr>
              <a:t>Value ↑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1874520"/>
            <a:ext cx="1371600" cy="1371600"/>
          </a:xfrm>
          <a:prstGeom prst="ellipse">
            <a:avLst/>
          </a:prstGeom>
          <a:solidFill>
            <a:srgbClr val="D99A1B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Aggregation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85 groups · M&amp;A-driven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~2 IDs per person</a:t>
            </a:r>
          </a:p>
        </p:txBody>
      </p:sp>
      <p:sp>
        <p:nvSpPr>
          <p:cNvPr id="11" name="Oval 10"/>
          <p:cNvSpPr/>
          <p:nvPr/>
        </p:nvSpPr>
        <p:spPr>
          <a:xfrm>
            <a:off x="3840480" y="3611880"/>
            <a:ext cx="1371600" cy="137160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Sub-advisory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trading gate · riskiest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Arial"/>
              </a:rPr>
              <a:t>~5 IDs per person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417320"/>
            <a:ext cx="5897880" cy="694944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035040" y="1417320"/>
            <a:ext cx="109728" cy="694944"/>
          </a:xfrm>
          <a:prstGeom prst="roundRect">
            <a:avLst>
              <a:gd name="adj" fmla="val 0"/>
            </a:avLst>
          </a:prstGeom>
          <a:solidFill>
            <a:srgbClr val="D99A1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63640" y="1472184"/>
            <a:ext cx="557784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30" b="1" i="0">
                <a:solidFill>
                  <a:srgbClr val="000000"/>
                </a:solidFill>
                <a:latin typeface="Arial"/>
              </a:rPr>
              <a:t>Strategic value — </a:t>
            </a:r>
            <a:r>
              <a:rPr sz="930" b="0" i="0">
                <a:solidFill>
                  <a:srgbClr val="000000"/>
                </a:solidFill>
                <a:latin typeface="Arial"/>
              </a:rPr>
              <a:t>Parent/child "is strategic and growing with M&amp;A"; sub-advisory "a declining legacy model — PMs now package funds that firms buy".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203704"/>
            <a:ext cx="5897880" cy="694944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035040" y="2203704"/>
            <a:ext cx="109728" cy="694944"/>
          </a:xfrm>
          <a:prstGeom prst="roundRect">
            <a:avLst>
              <a:gd name="adj" fmla="val 0"/>
            </a:avLst>
          </a:prstGeom>
          <a:solidFill>
            <a:srgbClr val="0F6E5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63640" y="2258568"/>
            <a:ext cx="557784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30" b="1" i="0">
                <a:solidFill>
                  <a:srgbClr val="000000"/>
                </a:solidFill>
                <a:latin typeface="Arial"/>
              </a:rPr>
              <a:t>Urgency — </a:t>
            </a:r>
            <a:r>
              <a:rPr sz="930" b="0" i="0">
                <a:solidFill>
                  <a:srgbClr val="000000"/>
                </a:solidFill>
                <a:latin typeface="Arial"/>
              </a:rPr>
              <a:t>Sub-advisory is "near-term critical only because trading depends on it".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2990088"/>
            <a:ext cx="5897880" cy="694944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035040" y="2990088"/>
            <a:ext cx="109728" cy="694944"/>
          </a:xfrm>
          <a:prstGeom prst="roundRect">
            <a:avLst>
              <a:gd name="adj" fmla="val 0"/>
            </a:avLst>
          </a:prstGeom>
          <a:solidFill>
            <a:srgbClr val="DE161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63640" y="3044952"/>
            <a:ext cx="557784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30" b="1" i="0">
                <a:solidFill>
                  <a:srgbClr val="000000"/>
                </a:solidFill>
                <a:latin typeface="Arial"/>
              </a:rPr>
              <a:t>Risk — </a:t>
            </a:r>
            <a:r>
              <a:rPr sz="930" b="0" i="0">
                <a:solidFill>
                  <a:srgbClr val="000000"/>
                </a:solidFill>
                <a:latin typeface="Arial"/>
              </a:rPr>
              <a:t>Delegation is "the riskier side of the problem": cross-firm access is a privacy breach unless authorized.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3776472"/>
            <a:ext cx="5897880" cy="694944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035040" y="3776472"/>
            <a:ext cx="109728" cy="694944"/>
          </a:xfrm>
          <a:prstGeom prst="roundRect">
            <a:avLst>
              <a:gd name="adj" fmla="val 0"/>
            </a:avLst>
          </a:prstGeom>
          <a:solidFill>
            <a:srgbClr val="6E6E7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63640" y="3831335"/>
            <a:ext cx="557784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30" b="1" i="0">
                <a:solidFill>
                  <a:srgbClr val="000000"/>
                </a:solidFill>
                <a:latin typeface="Arial"/>
              </a:rPr>
              <a:t>Build order — </a:t>
            </a:r>
            <a:r>
              <a:rPr sz="930" b="0" i="0">
                <a:solidFill>
                  <a:srgbClr val="000000"/>
                </a:solidFill>
                <a:latin typeface="Arial"/>
              </a:rPr>
              <a:t>"Both together — they share the mechanism." JP’s model treats a firm entitled to other firms generically.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4562856"/>
            <a:ext cx="5897880" cy="694944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035040" y="4562856"/>
            <a:ext cx="109728" cy="694944"/>
          </a:xfrm>
          <a:prstGeom prst="roundRect">
            <a:avLst>
              <a:gd name="adj" fmla="val 0"/>
            </a:avLst>
          </a:prstGeom>
          <a:solidFill>
            <a:srgbClr val="91B76E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63640" y="4617720"/>
            <a:ext cx="5577840" cy="640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30" b="1" i="0">
                <a:solidFill>
                  <a:srgbClr val="000000"/>
                </a:solidFill>
                <a:latin typeface="Arial"/>
              </a:rPr>
              <a:t>Rollout order — </a:t>
            </a:r>
            <a:r>
              <a:rPr sz="930" b="0" i="0">
                <a:solidFill>
                  <a:srgbClr val="000000"/>
                </a:solidFill>
                <a:latin typeface="Arial"/>
              </a:rPr>
              <a:t>"Beta and pilot with firms that have no sub-advisory"; sub-advisors migrate with trading GA.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" y="5852160"/>
            <a:ext cx="11686032" cy="566928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11480" y="5916168"/>
            <a:ext cx="11338560" cy="4572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So: aggregation is the safer place to build the shared mechanism (no third-party agreement, no revocation workflow yet); sub-advisory switches it on for the case trading needs — in time for May.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Multi-Firm requirements · 26 October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10515600" cy="0"/>
          </a:xfrm>
        </p:spPr>
        <p:txBody>
          <a:bodyPr/>
          <a:lstStyle/>
          <a:p>
            <a:r>
              <a:t>Increment B · Aggregation — Harbourfront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" y="914400"/>
            <a:ext cx="1170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6E6E71"/>
                </a:solidFill>
                <a:latin typeface="Arial"/>
              </a:rPr>
              <a:t>Aaron works in the Harbourfront back office. Today he exists seven times; after B he exists once, at the parent.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" y="1325880"/>
            <a:ext cx="5669280" cy="306324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11480" y="1389888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6E6E71"/>
                </a:solidFill>
                <a:latin typeface="Arial"/>
              </a:rPr>
              <a:t>BEFORE</a:t>
            </a:r>
          </a:p>
        </p:txBody>
      </p:sp>
      <p:sp>
        <p:nvSpPr>
          <p:cNvPr id="7" name="Oval 6"/>
          <p:cNvSpPr/>
          <p:nvPr/>
        </p:nvSpPr>
        <p:spPr>
          <a:xfrm>
            <a:off x="815644" y="1920240"/>
            <a:ext cx="197510" cy="197510"/>
          </a:xfrm>
          <a:prstGeom prst="ellipse">
            <a:avLst/>
          </a:prstGeom>
          <a:solidFill>
            <a:srgbClr val="6E6E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8835" y="2139696"/>
            <a:ext cx="351129" cy="241401"/>
          </a:xfrm>
          <a:prstGeom prst="roundRect">
            <a:avLst>
              <a:gd name="adj" fmla="val 50000"/>
            </a:avLst>
          </a:prstGeom>
          <a:solidFill>
            <a:srgbClr val="6E6E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51460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Aaron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280160" y="1856231"/>
            <a:ext cx="640080" cy="338329"/>
          </a:xfrm>
          <a:prstGeom prst="line">
            <a:avLst/>
          </a:prstGeom>
          <a:ln w="12700">
            <a:solidFill>
              <a:srgbClr val="CECA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65960" y="1737360"/>
            <a:ext cx="12801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BCBEC0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Harbourfront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737360"/>
            <a:ext cx="658368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CX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50791" y="1737360"/>
            <a:ext cx="658368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NetRep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64024" y="1737360"/>
            <a:ext cx="658368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SZ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80160" y="2194560"/>
            <a:ext cx="640080" cy="137160"/>
          </a:xfrm>
          <a:prstGeom prst="line">
            <a:avLst/>
          </a:prstGeom>
          <a:ln w="12700">
            <a:solidFill>
              <a:srgbClr val="CECA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65960" y="2212848"/>
            <a:ext cx="12801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BCBEC0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KJ Harrison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2212848"/>
            <a:ext cx="658368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CX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2212848"/>
            <a:ext cx="658368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NetRep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64024" y="2212848"/>
            <a:ext cx="658368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SZ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80160" y="2194560"/>
            <a:ext cx="640080" cy="612648"/>
          </a:xfrm>
          <a:prstGeom prst="line">
            <a:avLst/>
          </a:prstGeom>
          <a:ln w="12700">
            <a:solidFill>
              <a:srgbClr val="CECA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965960" y="2688336"/>
            <a:ext cx="12801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BCBEC0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Rothenberg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2688336"/>
            <a:ext cx="658368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CX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50791" y="2688336"/>
            <a:ext cx="658368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NetRep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64024" y="2688336"/>
            <a:ext cx="658368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SZ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80160" y="2194560"/>
            <a:ext cx="640080" cy="1088136"/>
          </a:xfrm>
          <a:prstGeom prst="line">
            <a:avLst/>
          </a:prstGeom>
          <a:ln w="12700">
            <a:solidFill>
              <a:srgbClr val="CECA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965960" y="3163824"/>
            <a:ext cx="12801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BCBEC0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Wealth Council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7560" y="3163824"/>
            <a:ext cx="658368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CX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50791" y="3163824"/>
            <a:ext cx="658368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NetRep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64024" y="3163824"/>
            <a:ext cx="658368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SZ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280160" y="2194560"/>
            <a:ext cx="640080" cy="1563624"/>
          </a:xfrm>
          <a:prstGeom prst="line">
            <a:avLst/>
          </a:prstGeom>
          <a:ln w="12700">
            <a:solidFill>
              <a:srgbClr val="CECA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965960" y="3639312"/>
            <a:ext cx="12801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BCBEC0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Cumberland*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3639312"/>
            <a:ext cx="658368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CX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50791" y="3639312"/>
            <a:ext cx="658368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NetRep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64024" y="3639312"/>
            <a:ext cx="658368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SZ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4114800"/>
            <a:ext cx="3840480" cy="2286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6E6E71"/>
                </a:solidFill>
                <a:latin typeface="Arial"/>
              </a:rPr>
              <a:t>* Cumberland stays separate until the merger is formalized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3931920"/>
            <a:ext cx="14630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1" i="0">
                <a:solidFill>
                  <a:srgbClr val="DE161D"/>
                </a:solidFill>
                <a:latin typeface="Arial"/>
              </a:rPr>
              <a:t>up to 28 IDs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1325880"/>
            <a:ext cx="5669280" cy="3063240"/>
          </a:xfrm>
          <a:prstGeom prst="roundRect">
            <a:avLst>
              <a:gd name="adj" fmla="val 8000"/>
            </a:avLst>
          </a:prstGeom>
          <a:solidFill>
            <a:srgbClr val="DCEF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28232" y="1389888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AFTER B</a:t>
            </a:r>
          </a:p>
        </p:txBody>
      </p:sp>
      <p:sp>
        <p:nvSpPr>
          <p:cNvPr id="39" name="Oval 38"/>
          <p:cNvSpPr/>
          <p:nvPr/>
        </p:nvSpPr>
        <p:spPr>
          <a:xfrm>
            <a:off x="6850684" y="1920240"/>
            <a:ext cx="197510" cy="19751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773875" y="2139696"/>
            <a:ext cx="351129" cy="241401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2514600"/>
            <a:ext cx="100584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Aaron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315200" y="2194560"/>
            <a:ext cx="640079" cy="0"/>
          </a:xfrm>
          <a:prstGeom prst="line">
            <a:avLst/>
          </a:prstGeom>
          <a:ln w="1905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001000" y="201168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0F6E56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One parent profile · Harbourfront Group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01000" y="2450592"/>
            <a:ext cx="3749039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00" b="0" i="0">
                <a:solidFill>
                  <a:srgbClr val="6E6E71"/>
                </a:solidFill>
                <a:latin typeface="Arial"/>
              </a:rPr>
              <a:t>RR codes from the children; firm context shown; SZ IDs linked behind it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006840" y="2377440"/>
            <a:ext cx="0" cy="576072"/>
          </a:xfrm>
          <a:prstGeom prst="line">
            <a:avLst/>
          </a:prstGeom>
          <a:ln w="9525">
            <a:solidFill>
              <a:srgbClr val="CECA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8229600" y="2834640"/>
            <a:ext cx="137160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Harbourfront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92640" y="2834640"/>
            <a:ext cx="1737360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RR range · aggregate views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0" y="3163824"/>
            <a:ext cx="137160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KJ Harrison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92640" y="3163824"/>
            <a:ext cx="1737360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RR range · aggregate views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0" y="3493008"/>
            <a:ext cx="137160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Rothenberg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692640" y="3493008"/>
            <a:ext cx="1737360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RR range · aggregate views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3822191"/>
            <a:ext cx="137160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Wealth Council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92640" y="3822191"/>
            <a:ext cx="1737360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RR range · aggregate views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8232" y="3931920"/>
            <a:ext cx="164592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1000" b="1" i="0">
                <a:solidFill>
                  <a:srgbClr val="0F6E56"/>
                </a:solidFill>
                <a:latin typeface="Arial"/>
              </a:rPr>
              <a:t>1 login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6888" y="4526280"/>
            <a:ext cx="37947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84048" y="4590288"/>
            <a:ext cx="35661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Arial"/>
              </a:rPr>
              <a:t>What B builds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" y="4864608"/>
            <a:ext cx="3566160" cy="1463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Relationship record in CX (manual entry by Activation, Scenario 2)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Firm context on the profile; RR validation against the hierarchy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Global parent package; request picks the firm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Aggregate views in Accounts / Orders; firm-context switcher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178808" y="4526280"/>
            <a:ext cx="37947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315968" y="4590288"/>
            <a:ext cx="35661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Arial"/>
              </a:rPr>
              <a:t>What B defers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15968" y="4864608"/>
            <a:ext cx="3566160" cy="1463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Feature inheritance between parent and children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Usage reporting to Firm360; Firm360 sync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Automated termination; bulk loads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Apps that can’t aggregate stay child-only (TA, MF upload)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10727" y="4526280"/>
            <a:ext cx="37947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47888" y="4590288"/>
            <a:ext cx="35661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Arial"/>
              </a:rPr>
              <a:t>Pilot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47888" y="4864608"/>
            <a:ext cx="3566160" cy="1463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Firms with no sub-advisory — Penny’s rule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Harbourfront, Wellington-Altus candidates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58% of parent groups have no parent user yet: activate incrementally</a:t>
            </a:r>
          </a:p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000000"/>
                </a:solidFill>
                <a:latin typeface="Arial"/>
              </a:rPr>
              <a:t>• Clean-up of 292 duplicate CX people runs alongside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Multi-Firm requirements · 26 October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10515600" cy="0"/>
          </a:xfrm>
        </p:spPr>
        <p:txBody>
          <a:bodyPr/>
          <a:lstStyle/>
          <a:p>
            <a:r>
              <a:t>Increment C · Sub-advisory — Fiera and Guardian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" y="914400"/>
            <a:ext cx="1170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6E6E71"/>
                </a:solidFill>
                <a:latin typeface="Arial"/>
              </a:rPr>
              <a:t>Fiera owns the client; a Guardian PM trades the account. Today she is created inside Fiera as if she worked there.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" y="1325880"/>
            <a:ext cx="5669280" cy="306324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11480" y="1389888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6E6E71"/>
                </a:solidFill>
                <a:latin typeface="Arial"/>
              </a:rPr>
              <a:t>BEFORE</a:t>
            </a:r>
          </a:p>
        </p:txBody>
      </p:sp>
      <p:sp>
        <p:nvSpPr>
          <p:cNvPr id="7" name="Oval 6"/>
          <p:cNvSpPr/>
          <p:nvPr/>
        </p:nvSpPr>
        <p:spPr>
          <a:xfrm>
            <a:off x="815644" y="1920240"/>
            <a:ext cx="197510" cy="197510"/>
          </a:xfrm>
          <a:prstGeom prst="ellipse">
            <a:avLst/>
          </a:prstGeom>
          <a:solidFill>
            <a:srgbClr val="6E6E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8835" y="2139696"/>
            <a:ext cx="351129" cy="241401"/>
          </a:xfrm>
          <a:prstGeom prst="roundRect">
            <a:avLst>
              <a:gd name="adj" fmla="val 50000"/>
            </a:avLst>
          </a:prstGeom>
          <a:solidFill>
            <a:srgbClr val="6E6E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514600"/>
            <a:ext cx="11887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Guardian PM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280160" y="1856231"/>
            <a:ext cx="640080" cy="338329"/>
          </a:xfrm>
          <a:prstGeom prst="line">
            <a:avLst/>
          </a:prstGeom>
          <a:ln w="12700">
            <a:solidFill>
              <a:srgbClr val="CECA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965960" y="1737360"/>
            <a:ext cx="146304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BCBEC0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Guardian (home)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1737360"/>
            <a:ext cx="2194560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6E6E71"/>
                </a:solidFill>
                <a:latin typeface="Arial"/>
              </a:rPr>
              <a:t>full access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80160" y="2194560"/>
            <a:ext cx="640080" cy="210312"/>
          </a:xfrm>
          <a:prstGeom prst="line">
            <a:avLst/>
          </a:prstGeom>
          <a:ln w="12700">
            <a:solidFill>
              <a:srgbClr val="CECA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65960" y="2286000"/>
            <a:ext cx="146304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BCBEC0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Fiera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286000"/>
            <a:ext cx="2194560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6E6E71"/>
                </a:solidFill>
                <a:latin typeface="Arial"/>
              </a:rPr>
              <a:t>created as "employee"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280160" y="2194560"/>
            <a:ext cx="640080" cy="758951"/>
          </a:xfrm>
          <a:prstGeom prst="line">
            <a:avLst/>
          </a:prstGeom>
          <a:ln w="12700">
            <a:solidFill>
              <a:srgbClr val="CECA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965960" y="2834639"/>
            <a:ext cx="146304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BCBEC0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Kensel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2834639"/>
            <a:ext cx="2194560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6E6E71"/>
                </a:solidFill>
                <a:latin typeface="Arial"/>
              </a:rPr>
              <a:t>created as "employee"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280160" y="2194560"/>
            <a:ext cx="640080" cy="1307591"/>
          </a:xfrm>
          <a:prstGeom prst="line">
            <a:avLst/>
          </a:prstGeom>
          <a:ln w="12700">
            <a:solidFill>
              <a:srgbClr val="CECAC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965960" y="3383279"/>
            <a:ext cx="146304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BCBEC0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Dundee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3383279"/>
            <a:ext cx="2194560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6E6E71"/>
                </a:solidFill>
                <a:latin typeface="Arial"/>
              </a:rPr>
              <a:t>created as "employee"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931920"/>
            <a:ext cx="539496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850" b="1" i="0">
                <a:solidFill>
                  <a:srgbClr val="DE161D"/>
                </a:solidFill>
                <a:latin typeface="Arial"/>
              </a:rPr>
              <a:t>4 IDs · Fiera’s steward attests people Fiera doesn’t employ · nothing proves the agreement exists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325880"/>
            <a:ext cx="5669280" cy="3063240"/>
          </a:xfrm>
          <a:prstGeom prst="roundRect">
            <a:avLst>
              <a:gd name="adj" fmla="val 8000"/>
            </a:avLst>
          </a:prstGeom>
          <a:solidFill>
            <a:srgbClr val="DCEFE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28232" y="1389888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1" i="0">
                <a:solidFill>
                  <a:srgbClr val="0F6E56"/>
                </a:solidFill>
                <a:latin typeface="Arial"/>
              </a:rPr>
              <a:t>AFTER C</a:t>
            </a:r>
          </a:p>
        </p:txBody>
      </p:sp>
      <p:sp>
        <p:nvSpPr>
          <p:cNvPr id="25" name="Oval 24"/>
          <p:cNvSpPr/>
          <p:nvPr/>
        </p:nvSpPr>
        <p:spPr>
          <a:xfrm>
            <a:off x="6850684" y="1920240"/>
            <a:ext cx="197510" cy="197510"/>
          </a:xfrm>
          <a:prstGeom prst="ellipse">
            <a:avLst/>
          </a:prstGeom>
          <a:solidFill>
            <a:srgbClr val="0F6E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73875" y="2139696"/>
            <a:ext cx="351129" cy="241401"/>
          </a:xfrm>
          <a:prstGeom prst="roundRect">
            <a:avLst>
              <a:gd name="adj" fmla="val 50000"/>
            </a:avLst>
          </a:prstGeom>
          <a:solidFill>
            <a:srgbClr val="0F6E5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514600"/>
            <a:ext cx="11887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Guardian PM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7315200" y="1874519"/>
            <a:ext cx="640079" cy="182881"/>
          </a:xfrm>
          <a:prstGeom prst="line">
            <a:avLst/>
          </a:prstGeom>
          <a:ln w="1905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315200" y="2286000"/>
            <a:ext cx="640079" cy="502920"/>
          </a:xfrm>
          <a:prstGeom prst="line">
            <a:avLst/>
          </a:prstGeom>
          <a:ln w="19050">
            <a:solidFill>
              <a:srgbClr val="0F6E5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01000" y="169164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0F6E56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Home profile · Guardian · full access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2606040"/>
            <a:ext cx="21031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0F6E56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50" b="0">
                <a:solidFill>
                  <a:srgbClr val="000000"/>
                </a:solidFill>
                <a:latin typeface="Arial"/>
              </a:rPr>
              <a:t>Sub-advisory profile · trading only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108960"/>
            <a:ext cx="11887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Fiera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60" y="3108960"/>
            <a:ext cx="2194560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delegation record · RR slice · revocable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0" y="3438144"/>
            <a:ext cx="11887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Kensel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3438144"/>
            <a:ext cx="2194560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delegation record · RR slice · revocable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3767328"/>
            <a:ext cx="11887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Dundee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60" y="3767328"/>
            <a:ext cx="2194560" cy="237744"/>
          </a:xfrm>
          <a:prstGeom prst="roundRect">
            <a:avLst>
              <a:gd name="adj" fmla="val 15000"/>
            </a:avLst>
          </a:prstGeom>
          <a:solidFill>
            <a:srgbClr val="EDEBE4"/>
          </a:solidFill>
          <a:ln w="9525">
            <a:solidFill>
              <a:srgbClr val="CECAC5"/>
            </a:solidFill>
          </a:ln>
        </p:spPr>
        <p:txBody>
          <a:bodyPr rtlCol="0" anchor="ctr" wrap="square" lIns="45720" rIns="45720" tIns="0" bIns="0"/>
          <a:lstStyle/>
          <a:p>
            <a:pPr algn="ctr"/>
            <a:r>
              <a:rPr sz="750" b="0">
                <a:solidFill>
                  <a:srgbClr val="6E6E71"/>
                </a:solidFill>
                <a:latin typeface="Arial"/>
              </a:rPr>
              <a:t>delegation record · RR slice · revocable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1755648"/>
            <a:ext cx="16459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750" b="0" i="1">
                <a:solidFill>
                  <a:srgbClr val="6E6E71"/>
                </a:solidFill>
                <a:latin typeface="Arial"/>
              </a:rPr>
              <a:t>two credentials for May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6888" y="4526280"/>
            <a:ext cx="37947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84048" y="4590288"/>
            <a:ext cx="35661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Arial"/>
              </a:rPr>
              <a:t>What C builds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4864608"/>
            <a:ext cx="3566160" cy="1463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000000"/>
                </a:solidFill>
                <a:latin typeface="Arial"/>
              </a:rPr>
              <a:t>• Relationship type "delegation": delegating firm, delegate firm, RR scope, agreement reference</a:t>
            </a:r>
          </a:p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000000"/>
                </a:solidFill>
                <a:latin typeface="Arial"/>
              </a:rPr>
              <a:t>• Trading-only bundle (options exercise, DRIP, FX in; servicing, exports, PII out)</a:t>
            </a:r>
          </a:p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000000"/>
                </a:solidFill>
                <a:latin typeface="Arial"/>
              </a:rPr>
              <a:t>• Validation: the delegate steward cannot assign beyond the slice</a:t>
            </a:r>
          </a:p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000000"/>
                </a:solidFill>
                <a:latin typeface="Arial"/>
              </a:rPr>
              <a:t>• Attestation tag; delegating firm confirms the relationship, can revoke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78808" y="4526280"/>
            <a:ext cx="37947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315968" y="4590288"/>
            <a:ext cx="35661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Arial"/>
              </a:rPr>
              <a:t>Governance first (Ed · Jonathan)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15968" y="4864608"/>
            <a:ext cx="3566160" cy="1463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000000"/>
                </a:solidFill>
                <a:latin typeface="Arial"/>
              </a:rPr>
              <a:t>• Signed agreement and Risk review before any account is released</a:t>
            </a:r>
          </a:p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000000"/>
                </a:solidFill>
                <a:latin typeface="Arial"/>
              </a:rPr>
              <a:t>• Home firm attests its people; delegating firm confirms the SAA still stands</a:t>
            </a:r>
          </a:p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000000"/>
                </a:solidFill>
                <a:latin typeface="Arial"/>
              </a:rPr>
              <a:t>• Who may enter a relationship record; who may end it</a:t>
            </a:r>
          </a:p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000000"/>
                </a:solidFill>
                <a:latin typeface="Arial"/>
              </a:rPr>
              <a:t>• Interim: paper agreement + offline review, recorded in CX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10727" y="4526280"/>
            <a:ext cx="379476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247888" y="4590288"/>
            <a:ext cx="35661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Arial"/>
              </a:rPr>
              <a:t>Identity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7888" y="4864608"/>
            <a:ext cx="3566160" cy="1463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000000"/>
                </a:solidFill>
                <a:latin typeface="Arial"/>
              </a:rPr>
              <a:t>• Two credentials for May: home ID + one sub-advisory ID covering all delegating firms</a:t>
            </a:r>
          </a:p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000000"/>
                </a:solidFill>
                <a:latin typeface="Arial"/>
              </a:rPr>
              <a:t>• Converge to one ID with several profiles after GA (~3 months of platform work, to be sized)</a:t>
            </a:r>
          </a:p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000000"/>
                </a:solidFill>
                <a:latin typeface="Arial"/>
              </a:rPr>
              <a:t>• SZ apps stay per-firm IDs, linked</a:t>
            </a:r>
          </a:p>
          <a:p>
            <a:pPr algn="l">
              <a:spcAft>
                <a:spcPts val="200"/>
              </a:spcAft>
            </a:pPr>
            <a:r>
              <a:rPr sz="880" b="0" i="0">
                <a:solidFill>
                  <a:srgbClr val="000000"/>
                </a:solidFill>
                <a:latin typeface="Arial"/>
              </a:rPr>
              <a:t>• Industrial Alliance R2 edge case left until sys plans is rebuilt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Multi-Firm requirements · 26 October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10515600" cy="0"/>
          </a:xfrm>
        </p:spPr>
        <p:txBody>
          <a:bodyPr/>
          <a:lstStyle/>
          <a:p>
            <a:r>
              <a:t>Risks and fallbacks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" y="914400"/>
            <a:ext cx="1170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6E6E71"/>
                </a:solidFill>
                <a:latin typeface="Arial"/>
              </a:rPr>
              <a:t>Each risk has a mitigation inside the plan and a fallback that still protects the May date.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" y="1325880"/>
            <a:ext cx="3291840" cy="310896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325880"/>
            <a:ext cx="4206240" cy="310896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Mitigation in the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325880"/>
            <a:ext cx="3931920" cy="310896"/>
          </a:xfrm>
          <a:prstGeom prst="roundRect">
            <a:avLst>
              <a:gd name="adj" fmla="val 6000"/>
            </a:avLst>
          </a:prstGeom>
          <a:solidFill>
            <a:srgbClr val="000000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888" y="1700784"/>
            <a:ext cx="3291840" cy="676656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46888" y="1700784"/>
            <a:ext cx="91440" cy="676656"/>
          </a:xfrm>
          <a:prstGeom prst="roundRect">
            <a:avLst>
              <a:gd name="adj" fmla="val 0"/>
            </a:avLst>
          </a:prstGeom>
          <a:solidFill>
            <a:srgbClr val="D99A1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29768" y="1755648"/>
            <a:ext cx="301752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Arial"/>
              </a:rPr>
              <a:t>Light UAR still estimated above one 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700784"/>
            <a:ext cx="420624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767328" y="1755648"/>
            <a:ext cx="3986783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Cut further: minimal list and credentials flow only; defer update/deactivate to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00784"/>
            <a:ext cx="39319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110727" y="1755648"/>
            <a:ext cx="3712463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Start B on the create path alone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" y="2450592"/>
            <a:ext cx="3291840" cy="676656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46888" y="2450592"/>
            <a:ext cx="91440" cy="676656"/>
          </a:xfrm>
          <a:prstGeom prst="roundRect">
            <a:avLst>
              <a:gd name="adj" fmla="val 0"/>
            </a:avLst>
          </a:prstGeom>
          <a:solidFill>
            <a:srgbClr val="DE161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29768" y="2505456"/>
            <a:ext cx="301752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Arial"/>
              </a:rPr>
              <a:t>Aggregation overruns and C misses May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2450592"/>
            <a:ext cx="420624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767328" y="2505456"/>
            <a:ext cx="3986783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B is built as the generic mechanism; C adds a record type and a bundle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450592"/>
            <a:ext cx="39319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110727" y="2505456"/>
            <a:ext cx="3712463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Trading GA for single-firm users; sub-advisors on NetRep a little longer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" y="3200400"/>
            <a:ext cx="3291840" cy="676656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46888" y="3200400"/>
            <a:ext cx="91440" cy="676656"/>
          </a:xfrm>
          <a:prstGeom prst="roundRect">
            <a:avLst>
              <a:gd name="adj" fmla="val 0"/>
            </a:avLst>
          </a:prstGeom>
          <a:solidFill>
            <a:srgbClr val="6E6E7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29768" y="3255264"/>
            <a:ext cx="301752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Arial"/>
              </a:rPr>
              <a:t>Catalogue drifts without registry screens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3200400"/>
            <a:ext cx="420624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767328" y="3255264"/>
            <a:ext cx="3986783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Activation owns the seed file; monthly refresh from production packages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3200400"/>
            <a:ext cx="39319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110727" y="3255264"/>
            <a:ext cx="3712463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Add the Manage Features screen in PI-2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6888" y="3950208"/>
            <a:ext cx="3291840" cy="676656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246888" y="3950208"/>
            <a:ext cx="91440" cy="676656"/>
          </a:xfrm>
          <a:prstGeom prst="roundRect">
            <a:avLst>
              <a:gd name="adj" fmla="val 0"/>
            </a:avLst>
          </a:prstGeom>
          <a:solidFill>
            <a:srgbClr val="6E6E7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29768" y="4005072"/>
            <a:ext cx="301752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Arial"/>
              </a:rPr>
              <a:t>Relationships entered by hand in CX (Scenario 2)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3950208"/>
            <a:ext cx="420624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767328" y="4005072"/>
            <a:ext cx="3986783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Activation enters ~85 groups; reconciliation feed to Firm360 designed in 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3950208"/>
            <a:ext cx="39319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110727" y="4005072"/>
            <a:ext cx="3712463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Firm360 sync in H2; Firm360 remains the source of truth for billing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" y="4700016"/>
            <a:ext cx="3291840" cy="676656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246888" y="4700016"/>
            <a:ext cx="91440" cy="676656"/>
          </a:xfrm>
          <a:prstGeom prst="roundRect">
            <a:avLst>
              <a:gd name="adj" fmla="val 0"/>
            </a:avLst>
          </a:prstGeom>
          <a:solidFill>
            <a:srgbClr val="D99A1B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29768" y="4754879"/>
            <a:ext cx="301752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Arial"/>
              </a:rPr>
              <a:t>Governance pack not ready for 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57600" y="4700016"/>
            <a:ext cx="420624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3767328" y="4754879"/>
            <a:ext cx="3986783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Start with Ed and Jonathan in November; paper agreement + offline Risk review as interim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1000" y="4700016"/>
            <a:ext cx="39319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110727" y="4754879"/>
            <a:ext cx="3712463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Launch C for firms with an existing signed SAA only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6888" y="5449824"/>
            <a:ext cx="3291840" cy="676656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246888" y="5449824"/>
            <a:ext cx="91440" cy="676656"/>
          </a:xfrm>
          <a:prstGeom prst="roundRect">
            <a:avLst>
              <a:gd name="adj" fmla="val 0"/>
            </a:avLst>
          </a:prstGeom>
          <a:solidFill>
            <a:srgbClr val="6E6E7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29768" y="5504688"/>
            <a:ext cx="301752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Arial"/>
              </a:rPr>
              <a:t>Identity model (one vs two IDs)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0" y="5449824"/>
            <a:ext cx="420624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767328" y="5504688"/>
            <a:ext cx="3986783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Two credentials for May; estimate for one ID with profiles in parallel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01000" y="5449824"/>
            <a:ext cx="39319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ECAC5"/>
            </a:solidFill>
          </a:ln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110727" y="5504688"/>
            <a:ext cx="3712463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Converge after GA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Multi-Firm requirements · 26 October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ext cx="10515600" cy="0"/>
          </a:xfrm>
        </p:spPr>
        <p:txBody>
          <a:bodyPr/>
          <a:lstStyle/>
          <a:p>
            <a:r>
              <a:t>What we ask this group to agree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6888" y="914400"/>
            <a:ext cx="1170432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100" b="0" i="0">
                <a:solidFill>
                  <a:srgbClr val="6E6E71"/>
                </a:solidFill>
                <a:latin typeface="Arial"/>
              </a:rPr>
              <a:t>Five agreements, no architecture decisions. Each one lets the next step start this quarter.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" y="1371600"/>
            <a:ext cx="11686032" cy="82296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411480" y="1554480"/>
            <a:ext cx="457200" cy="457200"/>
          </a:xfrm>
          <a:prstGeom prst="ellipse">
            <a:avLst/>
          </a:prstGeom>
          <a:solidFill>
            <a:srgbClr val="DE161D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463040"/>
            <a:ext cx="786384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Re-estimate the light UAR slice as one 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01368"/>
            <a:ext cx="7863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6E6E71"/>
                </a:solidFill>
                <a:latin typeface="Arial"/>
              </a:rPr>
              <a:t>The seven kept items, nothing else — so the Multi-Firm start date is a fact, not a hope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1645920"/>
            <a:ext cx="2514600" cy="219456"/>
          </a:xfrm>
          <a:prstGeom prst="roundRect">
            <a:avLst>
              <a:gd name="adj" fmla="val 50000"/>
            </a:avLst>
          </a:prstGeom>
          <a:solidFill>
            <a:srgbClr val="6E6E71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Esther · JP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" y="2304288"/>
            <a:ext cx="11686032" cy="82296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11480" y="2487168"/>
            <a:ext cx="457200" cy="457200"/>
          </a:xfrm>
          <a:prstGeom prst="ellipse">
            <a:avLst/>
          </a:prstGeom>
          <a:solidFill>
            <a:srgbClr val="DE161D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95728"/>
            <a:ext cx="786384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Agree the increment order: A → B (aggregation) → C (sub-advisory with trading GA)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34056"/>
            <a:ext cx="7863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6E6E71"/>
                </a:solidFill>
                <a:latin typeface="Arial"/>
              </a:rPr>
              <a:t>And the fallback direction if C slips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578608"/>
            <a:ext cx="2514600" cy="219456"/>
          </a:xfrm>
          <a:prstGeom prst="roundRect">
            <a:avLst>
              <a:gd name="adj" fmla="val 50000"/>
            </a:avLst>
          </a:prstGeom>
          <a:solidFill>
            <a:srgbClr val="6E6E71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Ray · Kevin · Stan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" y="3236976"/>
            <a:ext cx="11686032" cy="82296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11480" y="3419856"/>
            <a:ext cx="457200" cy="457200"/>
          </a:xfrm>
          <a:prstGeom prst="ellipse">
            <a:avLst/>
          </a:prstGeom>
          <a:solidFill>
            <a:srgbClr val="DE161D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28416"/>
            <a:ext cx="786384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Accept firm relationships held in CX for now, entered by Activation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666744"/>
            <a:ext cx="7863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6E6E71"/>
                </a:solidFill>
                <a:latin typeface="Arial"/>
              </a:rPr>
              <a:t>Firm360 sync and reconciliation follow in H2; Firm360 stays source of truth for billing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3511296"/>
            <a:ext cx="2514600" cy="219456"/>
          </a:xfrm>
          <a:prstGeom prst="roundRect">
            <a:avLst>
              <a:gd name="adj" fmla="val 50000"/>
            </a:avLst>
          </a:prstGeom>
          <a:solidFill>
            <a:srgbClr val="6E6E71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Ray · Radhika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" y="4169664"/>
            <a:ext cx="11686032" cy="82296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11480" y="4352544"/>
            <a:ext cx="457200" cy="457200"/>
          </a:xfrm>
          <a:prstGeom prst="ellipse">
            <a:avLst/>
          </a:prstGeom>
          <a:solidFill>
            <a:srgbClr val="DE161D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261104"/>
            <a:ext cx="786384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Name the pilot parent groups and start their clean-up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599432"/>
            <a:ext cx="7863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6E6E71"/>
                </a:solidFill>
                <a:latin typeface="Arial"/>
              </a:rPr>
              <a:t>Harbourfront and Wellington-Altus as candidates; duplicate-ID consolidation runs alongside 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35440" y="4443984"/>
            <a:ext cx="2514600" cy="219456"/>
          </a:xfrm>
          <a:prstGeom prst="roundRect">
            <a:avLst>
              <a:gd name="adj" fmla="val 50000"/>
            </a:avLst>
          </a:prstGeom>
          <a:solidFill>
            <a:srgbClr val="6E6E71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Radhika · Kayla / Stefano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6888" y="5102352"/>
            <a:ext cx="11686032" cy="822960"/>
          </a:xfrm>
          <a:prstGeom prst="roundRect">
            <a:avLst>
              <a:gd name="adj" fmla="val 8000"/>
            </a:avLst>
          </a:prstGeom>
          <a:solidFill>
            <a:srgbClr val="F7F4F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411480" y="5285232"/>
            <a:ext cx="457200" cy="457200"/>
          </a:xfrm>
          <a:prstGeom prst="ellipse">
            <a:avLst/>
          </a:prstGeom>
          <a:solidFill>
            <a:srgbClr val="DE161D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5193792"/>
            <a:ext cx="786384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Start the governance pack for delegation 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532120"/>
            <a:ext cx="7863840" cy="3657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/>
            <a:r>
              <a:rPr sz="950" b="0" i="0">
                <a:solidFill>
                  <a:srgbClr val="6E6E71"/>
                </a:solidFill>
                <a:latin typeface="Arial"/>
              </a:rPr>
              <a:t>Who authorizes, attests, revokes; signed agreement before any release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5376672"/>
            <a:ext cx="2514600" cy="219456"/>
          </a:xfrm>
          <a:prstGeom prst="roundRect">
            <a:avLst>
              <a:gd name="adj" fmla="val 50000"/>
            </a:avLst>
          </a:prstGeom>
          <a:solidFill>
            <a:srgbClr val="6E6E71"/>
          </a:solidFill>
          <a:ln>
            <a:noFill/>
          </a:ln>
        </p:spPr>
        <p:txBody>
          <a:bodyPr rtlCol="0" anchor="ctr" wrap="square" lIns="45720" rIns="4572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Ed · Jonathan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8FD9898-172D-8FDD-AC87-00DD7B08F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DAE3DD-E46F-48E2-BAED-1C2B457B4828}" type="slidenum">
              <a:rPr lang="en-CA" smtClean="0"/>
              <a:t>‹#›</a:t>
            </a:fld>
            <a:endParaRPr lang="en-C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alth Management Template ENG 2025">
  <a:themeElements>
    <a:clrScheme name="Office">
      <a:dk1>
        <a:srgbClr val="000000"/>
      </a:dk1>
      <a:lt1>
        <a:srgbClr val="FFFFFF"/>
      </a:lt1>
      <a:dk2>
        <a:srgbClr val="CECAC5"/>
      </a:dk2>
      <a:lt2>
        <a:srgbClr val="F7F4F0"/>
      </a:lt2>
      <a:accent1>
        <a:srgbClr val="DE161D"/>
      </a:accent1>
      <a:accent2>
        <a:srgbClr val="6E6E71"/>
      </a:accent2>
      <a:accent3>
        <a:srgbClr val="A8C1B8"/>
      </a:accent3>
      <a:accent4>
        <a:srgbClr val="152532"/>
      </a:accent4>
      <a:accent5>
        <a:srgbClr val="CBEAA4"/>
      </a:accent5>
      <a:accent6>
        <a:srgbClr val="BEAA91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spcBef>
            <a:spcPts val="500"/>
          </a:spcBef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spcBef>
            <a:spcPts val="1000"/>
          </a:spcBef>
          <a:defRPr sz="2000" dirty="0" smtClean="0"/>
        </a:defPPr>
      </a:lstStyle>
    </a:txDef>
  </a:objectDefaults>
  <a:extraClrSchemeLst/>
  <a:custClrLst>
    <a:custClr name="Vert mousse">
      <a:srgbClr val="588761"/>
    </a:custClr>
    <a:custClr name="Bleu charbon">
      <a:srgbClr val="4D4D5C"/>
    </a:custClr>
    <a:custClr name="Gris clair">
      <a:srgbClr val="BCBEC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TB-Vert">
      <a:srgbClr val="91B76E"/>
    </a:custClr>
    <a:custClr name="TB-Jaune">
      <a:srgbClr val="F6C45E"/>
    </a:custClr>
    <a:custClr name="TB-Rouge">
      <a:srgbClr val="DE161D"/>
    </a:custClr>
  </a:custClrLst>
  <a:extLst>
    <a:ext uri="{05A4C25C-085E-4340-85A3-A5531E510DB2}">
      <thm15:themeFamily xmlns:thm15="http://schemas.microsoft.com/office/thememl/2012/main" name="Présentation2" id="{5502A278-542A-4D66-ADB8-B39A34151CC1}" vid="{D1F0A71F-1B8F-4C25-9635-676702A925C8}"/>
    </a:ext>
  </a:extLst>
</a:theme>
</file>

<file path=ppt/theme/theme2.xml><?xml version="1.0" encoding="utf-8"?>
<a:theme xmlns:a="http://schemas.openxmlformats.org/drawingml/2006/main" name="Thème Office">
  <a:themeElements>
    <a:clrScheme name="BNC WEALTH">
      <a:dk1>
        <a:srgbClr val="000000"/>
      </a:dk1>
      <a:lt1>
        <a:srgbClr val="FFFFFF"/>
      </a:lt1>
      <a:dk2>
        <a:srgbClr val="CECAC5"/>
      </a:dk2>
      <a:lt2>
        <a:srgbClr val="F7F4F0"/>
      </a:lt2>
      <a:accent1>
        <a:srgbClr val="DE161D"/>
      </a:accent1>
      <a:accent2>
        <a:srgbClr val="6E6E71"/>
      </a:accent2>
      <a:accent3>
        <a:srgbClr val="A8C1B8"/>
      </a:accent3>
      <a:accent4>
        <a:srgbClr val="152532"/>
      </a:accent4>
      <a:accent5>
        <a:srgbClr val="CBEAA4"/>
      </a:accent5>
      <a:accent6>
        <a:srgbClr val="BEAA91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BNC WEALTH">
      <a:dk1>
        <a:srgbClr val="000000"/>
      </a:dk1>
      <a:lt1>
        <a:srgbClr val="FFFFFF"/>
      </a:lt1>
      <a:dk2>
        <a:srgbClr val="CECAC5"/>
      </a:dk2>
      <a:lt2>
        <a:srgbClr val="F7F4F0"/>
      </a:lt2>
      <a:accent1>
        <a:srgbClr val="DE161D"/>
      </a:accent1>
      <a:accent2>
        <a:srgbClr val="6E6E71"/>
      </a:accent2>
      <a:accent3>
        <a:srgbClr val="A8C1B8"/>
      </a:accent3>
      <a:accent4>
        <a:srgbClr val="152532"/>
      </a:accent4>
      <a:accent5>
        <a:srgbClr val="CBEAA4"/>
      </a:accent5>
      <a:accent6>
        <a:srgbClr val="BEAA91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BA62B5F4CB74642B90A987774B1B24E" ma:contentTypeVersion="24" ma:contentTypeDescription="Create a new document." ma:contentTypeScope="" ma:versionID="61b569c360cdc9c3528e4da7d66282da">
  <xsd:schema xmlns:xsd="http://www.w3.org/2001/XMLSchema" xmlns:xs="http://www.w3.org/2001/XMLSchema" xmlns:p="http://schemas.microsoft.com/office/2006/metadata/properties" xmlns:ns2="24891057-9d07-4bc4-81dd-a8fee1899a10" xmlns:ns3="4d3d1e3a-1431-4b4e-b10c-6b4678a00b18" xmlns:ns4="646edc4a-20a2-4b2a-ae2d-e944b8755f4d" targetNamespace="http://schemas.microsoft.com/office/2006/metadata/properties" ma:root="true" ma:fieldsID="0c369c7b4aed1373baea2a5dc2c842ea" ns2:_="" ns3:_="" ns4:_="">
    <xsd:import namespace="24891057-9d07-4bc4-81dd-a8fee1899a10"/>
    <xsd:import namespace="4d3d1e3a-1431-4b4e-b10c-6b4678a00b18"/>
    <xsd:import namespace="646edc4a-20a2-4b2a-ae2d-e944b8755f4d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TranslatedLang" minOccurs="0"/>
                <xsd:element ref="ns2:MediaServiceBillingMetadata" minOccurs="0"/>
                <xsd:element ref="ns2:Inf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891057-9d07-4bc4-81dd-a8fee1899a10" elementFormDefault="qualified">
    <xsd:import namespace="http://schemas.microsoft.com/office/2006/documentManagement/types"/>
    <xsd:import namespace="http://schemas.microsoft.com/office/infopath/2007/PartnerControls"/>
    <xsd:element name="Status" ma:index="3" nillable="true" ma:displayName="Review Status" ma:default="Draft" ma:format="Dropdown" ma:internalName="Status">
      <xsd:simpleType>
        <xsd:restriction base="dms:Choice">
          <xsd:enumeration value="Draft"/>
          <xsd:enumeration value="Final"/>
          <xsd:enumeration value="In review"/>
          <xsd:enumeration value="Reviewed"/>
          <xsd:enumeration value="Translation"/>
          <xsd:enumeration value="Product review"/>
          <xsd:enumeration value="Action Required"/>
          <xsd:enumeration value="Live file"/>
        </xsd:restrict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Length (seconds)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hidden="true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be92d5-a8f5-4c82-bef9-59ee16e2a4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ranslatedLang" ma:index="26" nillable="true" ma:displayName="Translated Language" ma:internalName="TranslatedLang">
      <xsd:simpleType>
        <xsd:restriction base="dms:Text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Info" ma:index="28" nillable="true" ma:displayName="Info" ma:format="Dropdown" ma:internalName="Inf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3d1e3a-1431-4b4e-b10c-6b4678a00b1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6edc4a-20a2-4b2a-ae2d-e944b8755f4d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2b287a6f-febb-4b07-9a2b-e915f43247e5}" ma:internalName="TaxCatchAll" ma:readOnly="false" ma:showField="CatchAllData" ma:web="4d3d1e3a-1431-4b4e-b10c-6b4678a00b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6edc4a-20a2-4b2a-ae2d-e944b8755f4d" xsi:nil="true"/>
    <lcf76f155ced4ddcb4097134ff3c332f xmlns="24891057-9d07-4bc4-81dd-a8fee1899a10">
      <Terms xmlns="http://schemas.microsoft.com/office/infopath/2007/PartnerControls"/>
    </lcf76f155ced4ddcb4097134ff3c332f>
    <Status xmlns="24891057-9d07-4bc4-81dd-a8fee1899a10">Draft</Status>
    <TranslatedLang xmlns="24891057-9d07-4bc4-81dd-a8fee1899a10" xsi:nil="true"/>
    <Info xmlns="24891057-9d07-4bc4-81dd-a8fee1899a10" xsi:nil="true"/>
  </documentManagement>
</p:properties>
</file>

<file path=customXml/itemProps1.xml><?xml version="1.0" encoding="utf-8"?>
<ds:datastoreItem xmlns:ds="http://schemas.openxmlformats.org/officeDocument/2006/customXml" ds:itemID="{BB40C315-8032-43E8-9D88-261EDF9855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0F3373C-C30D-4E9D-8786-B44972A0A2FD}">
  <ds:schemaRefs>
    <ds:schemaRef ds:uri="24891057-9d07-4bc4-81dd-a8fee1899a10"/>
    <ds:schemaRef ds:uri="4d3d1e3a-1431-4b4e-b10c-6b4678a00b18"/>
    <ds:schemaRef ds:uri="646edc4a-20a2-4b2a-ae2d-e944b8755f4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702FC2D-2C44-436D-9644-2F19B9F8CFCA}">
  <ds:schemaRefs>
    <ds:schemaRef ds:uri="24891057-9d07-4bc4-81dd-a8fee1899a10"/>
    <ds:schemaRef ds:uri="4d3d1e3a-1431-4b4e-b10c-6b4678a00b18"/>
    <ds:schemaRef ds:uri="646edc4a-20a2-4b2a-ae2d-e944b8755f4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c21157ca-bce3-41a8-8aa7-a23c4639610a}" enabled="0" method="" siteId="{c21157ca-bce3-41a8-8aa7-a23c4639610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240</Words>
  <Application>Microsoft Office PowerPoint</Application>
  <PresentationFormat>Widescreen</PresentationFormat>
  <Paragraphs>55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Arial,Sans-Serif</vt:lpstr>
      <vt:lpstr>Wealth Management Template ENG 2025</vt:lpstr>
      <vt:lpstr>F&amp;UM Deep-Dive  with Ray</vt:lpstr>
      <vt:lpstr>PowerPoint Presentation</vt:lpstr>
      <vt:lpstr>Executive Summaries</vt:lpstr>
      <vt:lpstr>Unified Access Request Management</vt:lpstr>
      <vt:lpstr>Multi Firm [Parent Firms &amp; Sub Advisors] </vt:lpstr>
      <vt:lpstr>Unified CX User Attestations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Initiatives Monthly Report</dc:title>
  <dc:creator>Lam, Penny</dc:creator>
  <cp:lastModifiedBy>Azizi, Ali</cp:lastModifiedBy>
  <cp:revision>2</cp:revision>
  <dcterms:created xsi:type="dcterms:W3CDTF">2025-12-17T18:06:38Z</dcterms:created>
  <dcterms:modified xsi:type="dcterms:W3CDTF">2026-10-19T13:50:53Z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NXPowerLiteLastOptimized">
    <vt:lpwstr>2526268</vt:lpwstr>
  </property>
  <property fmtid="{D5CDD505-2E9C-101B-9397-08002B2CF9AE}" pid="4" name="NXPowerLiteSettings">
    <vt:lpwstr>E980073804F000</vt:lpwstr>
  </property>
  <property fmtid="{D5CDD505-2E9C-101B-9397-08002B2CF9AE}" pid="5" name="NXPowerLiteVersion">
    <vt:lpwstr>D10.3.0</vt:lpwstr>
  </property>
  <property fmtid="{D5CDD505-2E9C-101B-9397-08002B2CF9AE}" pid="6" name="TypeDoc">
    <vt:lpwstr/>
  </property>
  <property fmtid="{D5CDD505-2E9C-101B-9397-08002B2CF9AE}" pid="7" name="ContentTypeId">
    <vt:lpwstr>0x0101004BA62B5F4CB74642B90A987774B1B24E</vt:lpwstr>
  </property>
</Properties>
</file>